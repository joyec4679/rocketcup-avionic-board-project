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88" r:id="rId3"/>
    <p:sldId id="289" r:id="rId4"/>
    <p:sldId id="302" r:id="rId5"/>
    <p:sldId id="335" r:id="rId6"/>
    <p:sldId id="290" r:id="rId7"/>
    <p:sldId id="291" r:id="rId8"/>
    <p:sldId id="292" r:id="rId9"/>
    <p:sldId id="293" r:id="rId10"/>
    <p:sldId id="295" r:id="rId11"/>
    <p:sldId id="296" r:id="rId12"/>
    <p:sldId id="324" r:id="rId13"/>
    <p:sldId id="325" r:id="rId14"/>
    <p:sldId id="330" r:id="rId15"/>
    <p:sldId id="331" r:id="rId16"/>
    <p:sldId id="332" r:id="rId17"/>
    <p:sldId id="338" r:id="rId18"/>
    <p:sldId id="336" r:id="rId19"/>
    <p:sldId id="337" r:id="rId20"/>
    <p:sldId id="339" r:id="rId21"/>
    <p:sldId id="316" r:id="rId22"/>
    <p:sldId id="326" r:id="rId23"/>
    <p:sldId id="334" r:id="rId24"/>
    <p:sldId id="328" r:id="rId25"/>
    <p:sldId id="297" r:id="rId26"/>
    <p:sldId id="298" r:id="rId27"/>
    <p:sldId id="303" r:id="rId28"/>
    <p:sldId id="322" r:id="rId29"/>
    <p:sldId id="323" r:id="rId30"/>
    <p:sldId id="329" r:id="rId31"/>
    <p:sldId id="301" r:id="rId32"/>
    <p:sldId id="267" r:id="rId33"/>
    <p:sldId id="269" r:id="rId34"/>
    <p:sldId id="299" r:id="rId35"/>
    <p:sldId id="270" r:id="rId36"/>
    <p:sldId id="271" r:id="rId37"/>
    <p:sldId id="281" r:id="rId38"/>
    <p:sldId id="26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CC"/>
    <a:srgbClr val="333333"/>
    <a:srgbClr val="3C4F29"/>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97" d="100"/>
          <a:sy n="97" d="100"/>
        </p:scale>
        <p:origin x="53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heme" Target="theme/theme1.xml" /></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48.288"/>
    </inkml:context>
    <inkml:brush xml:id="br0">
      <inkml:brushProperty name="width" value="0.035" units="cm"/>
      <inkml:brushProperty name="height" value="0.035" units="cm"/>
      <inkml:brushProperty name="color" value="#FFFFFF"/>
    </inkml:brush>
  </inkml:definitions>
  <inkml:trace contextRef="#ctx0" brushRef="#br0">53 75 1376 0 0,'-3'-5'603'0'0,"0"-1"-1"0"0,0 1 0 0 0,1-1 1 0 0,0 0-1 0 0,1 0 0 0 0,-1 0 0 0 0,1 0 1 0 0,0-1-1 0 0,1 1 0 0 0,-1-10 1 0 0,3 27 3525 0 0,5 45-2031 0 0,-24 283 2544 0 0,2 84-2464 0 0,18-371-2089 0 0,-1-26-521 0 0,0-1 0 0 0,-4 43 0 0 0,-2-52-387 0 0,4-15 711 0 0,0 0 0 0 0,0-1 0 0 0,0 1 0 0 0,0-1 0 0 0,-1 1 0 0 0,1 0 0 0 0,0-1 0 0 0,0 1 0 0 0,-1-1 0 0 0,1 1 0 0 0,0 0 0 0 0,-1-1 0 0 0,1 1 0 0 0,-1-1 0 0 0,1 1 1 0 0,-1-1-1 0 0,1 1 0 0 0,-1-1 0 0 0,1 0 0 0 0,-1 1 0 0 0,0-1 0 0 0,1 0-7 0 0,-1 0 0 0 0,1-1 1 0 0,0 1-1 0 0,0 0 0 0 0,-1-1 0 0 0,1 1 0 0 0,0-1 1 0 0,0 1-1 0 0,0 0 0 0 0,-1-1 0 0 0,1 1 0 0 0,0-1 1 0 0,0 1-1 0 0,0-1 0 0 0,0 1 0 0 0,0-1 1 0 0,0 1-1 0 0,0-1 0 0 0,0 1 0 0 0,0-1 0 0 0,0 0 1 0 0,1-4-912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49.369"/>
    </inkml:context>
    <inkml:brush xml:id="br0">
      <inkml:brushProperty name="width" value="0.035" units="cm"/>
      <inkml:brushProperty name="height" value="0.035" units="cm"/>
      <inkml:brushProperty name="color" value="#FFFFFF"/>
    </inkml:brush>
  </inkml:definitions>
  <inkml:trace contextRef="#ctx0" brushRef="#br0">1 60 4145 0 0,'0'-1'182'0'0,"0"0"-1"0"0,1 0 1 0 0,-1 1 0 0 0,0-1 0 0 0,1 0-1 0 0,-1 0 1 0 0,1 0 0 0 0,-1 0-1 0 0,1 0 1 0 0,-1 0 0 0 0,1 0 0 0 0,0 1-1 0 0,-1-1 1 0 0,1 0 0 0 0,0 0 0 0 0,0 1-1 0 0,0-1 1 0 0,1 0 0 0 0,16-10 1009 0 0,-16 10-1019 0 0,4-2 254 0 0,0 1 0 0 0,1 0 1 0 0,0 0-1 0 0,-1 0 1 0 0,1 1-1 0 0,0-1 1 0 0,0 2-1 0 0,8-1 1 0 0,7 1 1027 0 0,28 5 1 0 0,14 0 435 0 0,9-5-1454 0 0,183-6 1854 0 0,-248 5-2290 0 0,-4 1 0 0 0,0 0 0 0 0,0-1 0 0 0,-1 1 0 0 0,1-1 0 0 0,0 0 0 0 0,-1 0 0 0 0,1 0 0 0 0,0-1 0 0 0,-1 1 0 0 0,1-1 0 0 0,4-3 0 0 0,-7 5-46 0 0,0-1 1 0 0,0 0-1 0 0,0 1 0 0 0,0-1 0 0 0,0 1 0 0 0,1-1 0 0 0,-1 1 0 0 0,0 0 0 0 0,0 0 0 0 0,1-1 0 0 0,-1 1 1 0 0,0 0-1 0 0,0 0 0 0 0,2 0 0 0 0,-2 0 25 0 0,-1 1 0 0 0,1-1 0 0 0,-1 0 0 0 0,1 0 0 0 0,-1 0 0 0 0,1 0 1 0 0,-1 1-1 0 0,1-1 0 0 0,-1 0 0 0 0,1 0 0 0 0,-1 1 0 0 0,0-1 0 0 0,1 0 0 0 0,-1 1 0 0 0,1-1 1 0 0,-1 0-1 0 0,0 1 0 0 0,1-1 0 0 0,-1 0 0 0 0,0 1 0 0 0,0-1 0 0 0,1 1 0 0 0,-1-1 0 0 0,0 1 0 0 0,0-1 1 0 0,1 1-1 0 0,-1-1 0 0 0,0 1 0 0 0,0-1 0 0 0,0 1 0 0 0,0-1 0 0 0,0 1 0 0 0,0 0 0 0 0,0 0-51 0 0,-1 4 4 0 0,-11 131 52 0 0,3-23 19 0 0,-14 214-147 0 0,18-219 107 0 0,0-25-95 0 0,-4 123-91 0 0,8-184 37 0 0,-7 42 0 0 0,1-20-136 0 0,7-26 359 0 0,1-10-454 0 0,-1-12-1631 0 0,-1 1 857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0.596"/>
    </inkml:context>
    <inkml:brush xml:id="br0">
      <inkml:brushProperty name="width" value="0.035" units="cm"/>
      <inkml:brushProperty name="height" value="0.035" units="cm"/>
      <inkml:brushProperty name="color" value="#FFFFFF"/>
    </inkml:brush>
  </inkml:definitions>
  <inkml:trace contextRef="#ctx0" brushRef="#br0">0 0 5065 0 0,'32'5'2593'0'0,"324"35"7221"0"0,-329-37-9642 0 0,-13 0-572 0 0,0-2 0 0 0,0 0 1 0 0,0 0-1 0 0,0-1 1 0 0,21-4-1 0 0,-28 3-1508 0 0,-2-3-3084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0.935"/>
    </inkml:context>
    <inkml:brush xml:id="br0">
      <inkml:brushProperty name="width" value="0.035" units="cm"/>
      <inkml:brushProperty name="height" value="0.035" units="cm"/>
      <inkml:brushProperty name="color" value="#FFFFFF"/>
    </inkml:brush>
  </inkml:definitions>
  <inkml:trace contextRef="#ctx0" brushRef="#br0">0 1 8290 0 0,'20'14'817'0'0,"1"-1"0"0"0,0 0-1 0 0,0-2 1 0 0,38 15 0 0 0,-8-4 212 0 0,-29-11-479 0 0,-1 0-36 0 0,0-1 0 0 0,1-1 0 0 0,0-1 0 0 0,38 9 1 0 0,-46-18-934 0 0,-14 0 374 0 0,0 1 1 0 0,1 0-1 0 0,-1 0 0 0 0,0 0 1 0 0,0 0-1 0 0,1-1 0 0 0,-1 1 0 0 0,0 0 1 0 0,0 0-1 0 0,1-1 0 0 0,-1 1 0 0 0,0 0 1 0 0,0-1-1 0 0,0 1 0 0 0,0 0 0 0 0,1 0 1 0 0,-1-1-1 0 0,0 1 0 0 0,0 0 0 0 0,0-1 1 0 0,0 1-1 0 0,0 0 0 0 0,0-1 1 0 0,0-1-191 0 0,0 1 0 0 0,-1 0 0 0 0,1-1 0 0 0,0 1 0 0 0,-1 0 1 0 0,1-1-1 0 0,-1 1 0 0 0,1 0 0 0 0,-1-1 0 0 0,0 1 0 0 0,0 0 1 0 0,1 0-1 0 0,-3-2 0 0 0,-4-4-4147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1.150"/>
    </inkml:context>
    <inkml:brush xml:id="br0">
      <inkml:brushProperty name="width" value="0.035" units="cm"/>
      <inkml:brushProperty name="height" value="0.035" units="cm"/>
      <inkml:brushProperty name="color" value="#FFFFFF"/>
    </inkml:brush>
  </inkml:definitions>
  <inkml:trace contextRef="#ctx0" brushRef="#br0">0 0 9218 0 0,'47'36'2252'0'0,"0"-2"1"0"0,83 43-1 0 0,-95-57-1529 0 0,-25-15-613 0 0,-6-1-144 0 0,2-1-1 0 0,-1 0 1 0 0,0 0 0 0 0,1-1 0 0 0,-1 0-1 0 0,1 0 1 0 0,0 0 0 0 0,11 2 0 0 0,-17-4-19 0 0,0 0 1 0 0,1 0 0 0 0,-1 0 0 0 0,0 0-1 0 0,0 0 1 0 0,1 0 0 0 0,-1 0 0 0 0,0 0 0 0 0,0 0-1 0 0,1 0 1 0 0,-1 0 0 0 0,0 0 0 0 0,0 0-1 0 0,0-1 1 0 0,1 1 0 0 0,-1 0 0 0 0,0 0 0 0 0,0 0-1 0 0,0 0 1 0 0,1 0 0 0 0,-1 0 0 0 0,0-1-1 0 0,0 1 1 0 0,0 0 0 0 0,0 0 0 0 0,1 0 0 0 0,-1-1-1 0 0,0 1 1 0 0,0 0 0 0 0,0 0 0 0 0,0 0-1 0 0,0-1 1 0 0,0 1 0 0 0,0 0 0 0 0,0-1 0 0 0,-2-10-2155 0 0,-10-8-1605 0 0,2 8 1844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1.364"/>
    </inkml:context>
    <inkml:brush xml:id="br0">
      <inkml:brushProperty name="width" value="0.035" units="cm"/>
      <inkml:brushProperty name="height" value="0.035" units="cm"/>
      <inkml:brushProperty name="color" value="#FFFFFF"/>
    </inkml:brush>
  </inkml:definitions>
  <inkml:trace contextRef="#ctx0" brushRef="#br0">1 0 13827 0 0,'77'51'2753'0'0,"129"65"-1"0"0,-199-112-2751 0 0,1-1 0 0 0,-1 1 0 0 0,1-1 0 0 0,0 0 0 0 0,-1-1 0 0 0,1 0 0 0 0,15 2 0 0 0,-23-4-55 0 0,1 0 0 0 0,-1 0 0 0 0,1 0 0 0 0,-1 0 0 0 0,1 0 0 0 0,-1 0 0 0 0,1 0-1 0 0,-1 0 1 0 0,1 0 0 0 0,-1 0 0 0 0,1-1 0 0 0,-1 1 0 0 0,1 0 0 0 0,-1 0 0 0 0,0 0 0 0 0,1-1 0 0 0,-1 1 0 0 0,1 0 0 0 0,-1-1 0 0 0,0 1-1 0 0,1 0 1 0 0,-1-1 0 0 0,0 1 0 0 0,1 0 0 0 0,-1-1 0 0 0,0 1 0 0 0,1-1 0 0 0,-1 1 0 0 0,0-1 0 0 0,0 1 0 0 0,0 0 0 0 0,0-1-1 0 0,1 1 1 0 0,-1-1 0 0 0,0 1 0 0 0,0-1 0 0 0,0 1 0 0 0,0-1 0 0 0,0 1 0 0 0,0-1 0 0 0,0 1 0 0 0,0-1 0 0 0,0 1 0 0 0,0-1 0 0 0,0 1-1 0 0,-1-1 1 0 0,1 1 0 0 0,0-1 0 0 0,0 1 0 0 0,0-1 0 0 0,-1 1 0 0 0,1 0 0 0 0,0-1 0 0 0,0 1 0 0 0,-1-1 0 0 0,-16-25-3103 0 0,-11-7-1132 0 0,12 16 2112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1.533"/>
    </inkml:context>
    <inkml:brush xml:id="br0">
      <inkml:brushProperty name="width" value="0.035" units="cm"/>
      <inkml:brushProperty name="height" value="0.035" units="cm"/>
      <inkml:brushProperty name="color" value="#FFFFFF"/>
    </inkml:brush>
  </inkml:definitions>
  <inkml:trace contextRef="#ctx0" brushRef="#br0">1 0 15203 0 0,'48'36'1526'0'0,"2"-3"0"0"0,2-2 0 0 0,69 31 0 0 0,-99-55-1421 0 0,-15-9-693 0 0,-12-8-1417 0 0,-3 0-4819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1.733"/>
    </inkml:context>
    <inkml:brush xml:id="br0">
      <inkml:brushProperty name="width" value="0.035" units="cm"/>
      <inkml:brushProperty name="height" value="0.035" units="cm"/>
      <inkml:brushProperty name="color" value="#FFFFFF"/>
    </inkml:brush>
  </inkml:definitions>
  <inkml:trace contextRef="#ctx0" brushRef="#br0">1 0 8754 0 0,'105'65'6311'0'0,"-41"-29"-3494"0"0,-33-17-1780 0 0,1-1 0 0 0,1-2-1 0 0,50 17 1 0 0,-82-32-1037 0 0,0-1 0 0 0,0 1 1 0 0,0-1-1 0 0,0 0 1 0 0,1 0-1 0 0,-1 1 0 0 0,0-1 1 0 0,0 0-1 0 0,0 0 0 0 0,0 0 1 0 0,0 0-1 0 0,0 0 0 0 0,0-1 1 0 0,1 1-1 0 0,1-1 1 0 0,-3 1-21 0 0,0 0 0 0 0,0-1 0 0 0,1 1 0 0 0,-1 0 1 0 0,0 0-1 0 0,0-1 0 0 0,0 1 0 0 0,0 0 1 0 0,1-1-1 0 0,-1 1 0 0 0,0 0 0 0 0,0-1 1 0 0,0 1-1 0 0,0-1 0 0 0,0 1 0 0 0,0 0 1 0 0,0-1-1 0 0,0 1 0 0 0,0 0 0 0 0,0-1 1 0 0,0 1-1 0 0,0-1 0 0 0,0 1 0 0 0,0 0 0 0 0,0-1 1 0 0,0 1-1 0 0,-1 0 0 0 0,1-1 0 0 0,0 1 1 0 0,-2-5-521 0 0,0 1 0 0 0,-1 0-1 0 0,1 0 1 0 0,-1 1 0 0 0,-6-8 0 0 0,-8-5-6147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1.917"/>
    </inkml:context>
    <inkml:brush xml:id="br0">
      <inkml:brushProperty name="width" value="0.035" units="cm"/>
      <inkml:brushProperty name="height" value="0.035" units="cm"/>
      <inkml:brushProperty name="color" value="#FFFFFF"/>
    </inkml:brush>
  </inkml:definitions>
  <inkml:trace contextRef="#ctx0" brushRef="#br0">0 0 9674 0 0,'275'143'9900'0'0,"-270"-141"-9794"0"0,0 0 0 0 0,-1 0 1 0 0,1-1-1 0 0,8 2 0 0 0,-12-3-114 0 0,-1 0 0 0 0,0 0 0 0 0,1 0-1 0 0,-1 0 1 0 0,1 0 0 0 0,-1 0 0 0 0,1 0 0 0 0,-1 0-1 0 0,1 0 1 0 0,-1 0 0 0 0,1 0 0 0 0,-1-1-1 0 0,1 1 1 0 0,-1 0 0 0 0,1 0 0 0 0,-1 0 0 0 0,0-1-1 0 0,1 1 1 0 0,-1 0 0 0 0,1 0 0 0 0,-1-1-1 0 0,1 0 1 0 0,-1 1-43 0 0,0-1 1 0 0,0 0-1 0 0,0 0 0 0 0,0 1 0 0 0,0-1 0 0 0,0 0 0 0 0,0 0 0 0 0,0 1 0 0 0,0-1 1 0 0,0 0-1 0 0,0 0 0 0 0,0 1 0 0 0,-1-1 0 0 0,1 0 0 0 0,0 1 0 0 0,-1-1 1 0 0,1 0-1 0 0,-1 1 0 0 0,1-1 0 0 0,-1 0 0 0 0,-5-8-1671 0 0,-1 0 0 0 0,0 1-1 0 0,-13-14 1 0 0,14 16 668 0 0,-16-15-2882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2.102"/>
    </inkml:context>
    <inkml:brush xml:id="br0">
      <inkml:brushProperty name="width" value="0.035" units="cm"/>
      <inkml:brushProperty name="height" value="0.035" units="cm"/>
      <inkml:brushProperty name="color" value="#FFFFFF"/>
    </inkml:brush>
  </inkml:definitions>
  <inkml:trace contextRef="#ctx0" brushRef="#br0">1 1 13363 0 0,'45'23'1740'0'0,"2"-2"1"0"0,0-2-1 0 0,69 18 0 0 0,-112-36-1643 0 0,26 5 195 0 0,-28-6-320 0 0,0 0 1 0 0,-1 1 0 0 0,1-1 0 0 0,-1 0-1 0 0,1 0 1 0 0,0-1 0 0 0,-1 1-1 0 0,1 0 1 0 0,-1-1 0 0 0,1 1 0 0 0,-1 0-1 0 0,1-1 1 0 0,-1 0 0 0 0,1 1 0 0 0,2-3-1 0 0,-4 3-50 0 0,1-1-1 0 0,-1 0 0 0 0,0 1 0 0 0,1-1 1 0 0,-1 0-1 0 0,0 1 0 0 0,0-1 1 0 0,1 0-1 0 0,-1 0 0 0 0,0 1 0 0 0,0-1 1 0 0,0 0-1 0 0,0 0 0 0 0,0 1 1 0 0,0-1-1 0 0,0 0 0 0 0,0 0 0 0 0,0 1 1 0 0,0-1-1 0 0,0 0 0 0 0,-1 0 0 0 0,1 1 1 0 0,0-1-1 0 0,-1 0 0 0 0,1 0 1 0 0,0 1-1 0 0,-1-1 0 0 0,0 0 0 0 0,-13-21-2191 0 0,14 22 2253 0 0,-15-16-1542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2.241"/>
    </inkml:context>
    <inkml:brush xml:id="br0">
      <inkml:brushProperty name="width" value="0.035" units="cm"/>
      <inkml:brushProperty name="height" value="0.035" units="cm"/>
      <inkml:brushProperty name="color" value="#FFFFFF"/>
    </inkml:brush>
  </inkml:definitions>
  <inkml:trace contextRef="#ctx0" brushRef="#br0">1 0 5985 0 0,'23'12'366'0'0,"-6"-4"1336"0"0,-1-1 1 0 0,21 7-1 0 0,-12-7-881 0 0,-13-2-168 0 0,2-1 0 0 0,-1-1 1 0 0,0 0-1 0 0,1-1 0 0 0,-1 0 0 0 0,20-1 1 0 0,-33 0-689 0 0,1-1 0 0 0,-1 0 0 0 0,1 0 0 0 0,-1 0 0 0 0,1 0 1 0 0,-1 0-1 0 0,1 0 0 0 0,-1 0 0 0 0,1-1 0 0 0,-1 1 0 0 0,0 0 0 0 0,1 0 1 0 0,-1 0-1 0 0,1 0 0 0 0,-1 0 0 0 0,1-1 0 0 0,-1 1 0 0 0,0 0 0 0 0,1 0 1 0 0,-1-1-1 0 0,1 1 0 0 0,-1 0 0 0 0,0-1 0 0 0,1 1 0 0 0,-1 0 0 0 0,0-1 1 0 0,0 1-1 0 0,1-1 0 0 0,-1 1 0 0 0,0 0 0 0 0,0-1 0 0 0,1 1 1 0 0,-1-1-1 0 0,0 1 0 0 0,0-1 0 0 0,0 1 0 0 0,0-1 0 0 0,0 1 0 0 0,0-1 1 0 0,0 1-1 0 0,0-1 0 0 0,0 1 0 0 0,0-1 0 0 0,0 1 0 0 0,0 0 0 0 0,0-1 1 0 0,0 1-1 0 0,-1-2 0 0 0,0 0-239 0 0,0 0 0 0 0,0-1 1 0 0,0 1-1 0 0,-1 0 0 0 0,1 0 0 0 0,-1 0 1 0 0,1 0-1 0 0,-3-2 0 0 0,-13-9-1244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7.090"/>
    </inkml:context>
    <inkml:brush xml:id="br0">
      <inkml:brushProperty name="width" value="0.035" units="cm"/>
      <inkml:brushProperty name="height" value="0.035" units="cm"/>
      <inkml:brushProperty name="color" value="#FFFFFF"/>
    </inkml:brush>
  </inkml:definitions>
  <inkml:trace contextRef="#ctx0" brushRef="#br0">529 21 4145 0 0,'2'0'376'0'0,"-1"-1"0"0"0,1 1 0 0 0,-1 0 0 0 0,0-1 0 0 0,1 1 0 0 0,-1-1 0 0 0,0 0 0 0 0,1 1 0 0 0,-1-1 0 0 0,0 0 0 0 0,0 0 0 0 0,2-1 1 0 0,14-8 3628 0 0,-17 10-3895 0 0,0 0 0 0 0,0 0 0 0 0,1 0 0 0 0,-1-1 0 0 0,0 1 0 0 0,1 0 0 0 0,-1 0 0 0 0,0 0 0 0 0,1 0 0 0 0,-1 0 0 0 0,0 0 0 0 0,1 0 0 0 0,-1 0 0 0 0,0 0 0 0 0,1 0 0 0 0,-1 0 0 0 0,0 0 0 0 0,1 0 0 0 0,-1 0 0 0 0,0 0-1 0 0,1 0 1 0 0,-1 0 0 0 0,0 0 0 0 0,1 1 0 0 0,-1-1 0 0 0,0 0 0 0 0,1 0 0 0 0,-1 0 0 0 0,0 1 0 0 0,0-1 0 0 0,1 0 0 0 0,-1 0 0 0 0,0 0 0 0 0,0 1 0 0 0,1-1 0 0 0,-1 0 0 0 0,0 1 0 0 0,0-1 0 0 0,0 0 0 0 0,0 1 0 0 0,1-1 0 0 0,-1 0 0 0 0,0 0 0 0 0,0 1 0 0 0,0-1 0 0 0,0 0 0 0 0,0 1 0 0 0,0-1 0 0 0,0 1 0 0 0,0-1 0 0 0,0 0 0 0 0,0 1 0 0 0,0-1 0 0 0,0 0 0 0 0,0 1 0 0 0,0-1 0 0 0,0 0 0 0 0,0 1 0 0 0,-1-1 0 0 0,1 0 0 0 0,0 0 0 0 0,0 1 0 0 0,0-1 0 0 0,-11 19 1710 0 0,11-18-2175 0 0,-6 6 441 0 0,0 1 0 0 0,0-2 0 0 0,-1 1 1 0 0,0-1-1 0 0,0 0 0 0 0,-13 9 0 0 0,6-6-25 0 0,-12 11 17 0 0,-28 19-139 0 0,2 3-1 0 0,-83 85 1 0 0,105-97-263 0 0,0-2 1 0 0,-42 30 0 0 0,63-51 228 0 0,-19 12-357 0 0,21-15 387 0 0,1 0 0 0 0,0 0 0 0 0,0 1 0 0 0,0-1 0 0 0,0 1-1 0 0,1 1 1 0 0,-8 9 0 0 0,41-16 814 0 0,-18 2-587 0 0,0 0-1 0 0,-1 0 1 0 0,1 1-1 0 0,0 1 1 0 0,15 5-1 0 0,2 1 131 0 0,132 40 582 0 0,-8-1-360 0 0,-98-33-434 0 0,58 24 0 0 0,-110-38-87 0 0,-1-1-1 0 0,1 0 0 0 0,-1 0 1 0 0,0 1-1 0 0,1-1 1 0 0,-1 0-1 0 0,1 0 1 0 0,-1 0-1 0 0,1 0 1 0 0,-1 0-1 0 0,1 0 1 0 0,-1 0-1 0 0,1 0 1 0 0,-1 0-1 0 0,1 0 1 0 0,-1 0-1 0 0,1 0 1 0 0,0 0-1 0 0,0 0 1 0 0,0-7-496 0 0,-9-15-1863 0 0,6 18 1372 0 0,-1-3-6163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7.616"/>
    </inkml:context>
    <inkml:brush xml:id="br0">
      <inkml:brushProperty name="width" value="0.035" units="cm"/>
      <inkml:brushProperty name="height" value="0.035" units="cm"/>
      <inkml:brushProperty name="color" value="#FFFFFF"/>
    </inkml:brush>
  </inkml:definitions>
  <inkml:trace contextRef="#ctx0" brushRef="#br0">17 64 456 0 0,'1'-3'261'0'0,"-1"-1"0"0"0,1 1 1 0 0,-1 0-1 0 0,1 0 0 0 0,0 0 0 0 0,0-1 0 0 0,0 1 1 0 0,3-3-1 0 0,-3 3 24 0 0,1 0 0 0 0,-1 0 0 0 0,0 0 0 0 0,0 0 0 0 0,0 0 0 0 0,-1 0 0 0 0,1 0 0 0 0,-1-4 2142 0 0,-3 10-1032 0 0,1 5 3422 0 0,-2 31-2670 0 0,4 77 1 0 0,1-48-1421 0 0,-14 285-138 0 0,13-349-1023 0 0,-1-1 0 0 0,1 0 0 0 0,-1 0 0 0 0,1 1 0 0 0,-1-1 0 0 0,0 0 0 0 0,0 0 0 0 0,0 0 0 0 0,-1 0 0 0 0,-1 4 0 0 0,1-5-1038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8.150"/>
    </inkml:context>
    <inkml:brush xml:id="br0">
      <inkml:brushProperty name="width" value="0.035" units="cm"/>
      <inkml:brushProperty name="height" value="0.035" units="cm"/>
      <inkml:brushProperty name="color" value="#FFFFFF"/>
    </inkml:brush>
  </inkml:definitions>
  <inkml:trace contextRef="#ctx0" brushRef="#br0">0 0 5529 0 0,'10'18'1246'0'0,"1"-2"1"0"0,1 1-1 0 0,17 18 0 0 0,-7-8-228 0 0,0 3-834 0 0,-14-19-1138 0 0,-1 0 0 0 0,2-1 0 0 0,17 18 0 0 0,-21-25 682 0 0,-2-1 246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8.326"/>
    </inkml:context>
    <inkml:brush xml:id="br0">
      <inkml:brushProperty name="width" value="0.035" units="cm"/>
      <inkml:brushProperty name="height" value="0.035" units="cm"/>
      <inkml:brushProperty name="color" value="#FFFFFF"/>
    </inkml:brush>
  </inkml:definitions>
  <inkml:trace contextRef="#ctx0" brushRef="#br0">1 1 7370 0 0,'5'11'1341'0'0,"0"0"0"0"0,2 0 0 0 0,-1 0 0 0 0,14 16 0 0 0,38 38 1184 0 0,-26-31-2860 0 0,-20-24-686 0 0,-6-7-856 0 0,-6-3 1778 0 0,0 0 0 0 0,0 0 0 0 0,1 0 1 0 0,-1 0-1 0 0,0 0 0 0 0,0 0 0 0 0,0 0 0 0 0,0 0 1 0 0,0-1-1 0 0,0 1 0 0 0,0 0 0 0 0,0 0 1 0 0,0 0-1 0 0,1 0-99 0 0,-1 0 100 0 0,0 0-1 0 0,0 0 0 0 0,0 0 0 0 0,0 0 1 0 0,0-1-1 0 0,0 1 0 0 0,0 0 0 0 0,0 0 0 0 0,0 0 1 0 0,0 0-1 0 0,0 0 0 0 0,0 0 0 0 0,0 0 1 0 0,0 0-1 0 0,0-1 0 0 0,0 1 0 0 0,0 0 1 0 0,0 0-1 0 0,0 0 0 0 0,0 0 0 0 0,0 0 1 0 0,0 0-1 0 0,0 0 0 0 0,0-1 0 0 0,0 1 0 0 0,0 0 1 0 0,0 0-1 0 0,0 0 0 0 0,0 0 0 0 0,0 0 1 0 0,-1 0-1 0 0,-1-4-1886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8.510"/>
    </inkml:context>
    <inkml:brush xml:id="br0">
      <inkml:brushProperty name="width" value="0.035" units="cm"/>
      <inkml:brushProperty name="height" value="0.035" units="cm"/>
      <inkml:brushProperty name="color" value="#FFFFFF"/>
    </inkml:brush>
  </inkml:definitions>
  <inkml:trace contextRef="#ctx0" brushRef="#br0">1 1 11979 0 0,'7'17'1340'0'0,"1"0"1"0"0,1-1 0 0 0,0 0 0 0 0,18 22 0 0 0,-19-26-844 0 0,-5-8-295 0 0,16 22 429 0 0,-18-25-673 0 0,0 1 1 0 0,1-1 0 0 0,-1 0 0 0 0,0 0 0 0 0,0 0-1 0 0,0 0 1 0 0,1 0 0 0 0,-1 0 0 0 0,1 0 0 0 0,-1 0-1 0 0,0 0 1 0 0,1-1 0 0 0,0 1 0 0 0,-1 0 0 0 0,2 0-1 0 0,-2-2-31 0 0,-1 1-1 0 0,0 0 0 0 0,0 0 0 0 0,0 0 0 0 0,1 0 0 0 0,-1 0 0 0 0,0 0 0 0 0,0 0 0 0 0,0 0 0 0 0,1 0 0 0 0,-1 0 0 0 0,0 0 0 0 0,0-1 0 0 0,0 1 0 0 0,0 0 0 0 0,1 0 0 0 0,-1 0 0 0 0,0 0 0 0 0,0 0 0 0 0,0-1 0 0 0,0 1 0 0 0,0 0 1 0 0,0 0-1 0 0,0 0 0 0 0,1 0 0 0 0,-1-1 0 0 0,0 1 0 0 0,0 0 0 0 0,0 0 0 0 0,0 0 0 0 0,0-1 0 0 0,0 1 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8.680"/>
    </inkml:context>
    <inkml:brush xml:id="br0">
      <inkml:brushProperty name="width" value="0.035" units="cm"/>
      <inkml:brushProperty name="height" value="0.035" units="cm"/>
      <inkml:brushProperty name="color" value="#FFFFFF"/>
    </inkml:brush>
  </inkml:definitions>
  <inkml:trace contextRef="#ctx0" brushRef="#br0">0 0 11058 0 0,'2'5'816'0'0,"0"0"-1"0"0,0 0 0 0 0,0-1 0 0 0,1 0 1 0 0,-1 1-1 0 0,1-1 0 0 0,0 0 0 0 0,7 7 1 0 0,32 28 2024 0 0,-38-35-2815 0 0,5 2 46 0 0,-9-6-127 0 0,0 1 0 0 0,0-1 0 0 0,0 0 0 0 0,0 0 0 0 0,0 0 1 0 0,0 0-1 0 0,1 0 0 0 0,-1 0 0 0 0,0 1 0 0 0,0-1 0 0 0,0 0 1 0 0,0 0-1 0 0,0 0 0 0 0,0 0 0 0 0,0 0 0 0 0,0 0 1 0 0,1 0-1 0 0,-1 0 0 0 0,0 0 0 0 0,0 0 0 0 0,0 0 0 0 0,0 0 1 0 0,0 1-1 0 0,0-1 0 0 0,1 0 0 0 0,-1 0 0 0 0,0 0 1 0 0,0 0-1 0 0,0 0 0 0 0,0 0 0 0 0,0 0 0 0 0,0 0 0 0 0,1 0 1 0 0,-1 0-1 0 0,0 0 0 0 0,0-1 0 0 0,0 1 0 0 0,0 0 0 0 0,0 0 1 0 0,0 0-1 0 0,1 0 0 0 0,-1 0 0 0 0,0 0 0 0 0,0 0 1 0 0,0 0-1 0 0,0 0 0 0 0,0 0 0 0 0,0 0 0 0 0,0 0 0 0 0,0-1 1 0 0,1 1-1 0 0,-1 0 0 0 0,0 0 0 0 0,0 0 0 0 0,0 0 1 0 0,0 0-1 0 0,0 0 0 0 0,0-1 0 0 0,0 1 0 0 0,0 0 0 0 0,0 0 1 0 0,0 0-1 0 0,0 0 0 0 0,0 0 0 0 0,0 0 0 0 0,0-1 1 0 0,0 1-1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1:58.787"/>
    </inkml:context>
    <inkml:brush xml:id="br0">
      <inkml:brushProperty name="width" value="0.035" units="cm"/>
      <inkml:brushProperty name="height" value="0.035" units="cm"/>
      <inkml:brushProperty name="color" value="#FFFFFF"/>
    </inkml:brush>
  </inkml:definitions>
  <inkml:trace contextRef="#ctx0" brushRef="#br0">0 1 1376 0 0,'4'8'64'0'0,"-3"-5"8"0"0,1 2-72 0 0,0-1 0 0 0,-1-1 0 0 0,1-1 0 0 0,0 1 320 0 0,1 2 56 0 0,4 3 9 0 0,-1 4-1 0 0,3 0-248 0 0,-3-2-40 0 0,1 0-16 0 0,0-3 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2:03.961"/>
    </inkml:context>
    <inkml:brush xml:id="br0">
      <inkml:brushProperty name="width" value="0.035" units="cm"/>
      <inkml:brushProperty name="height" value="0.035" units="cm"/>
      <inkml:brushProperty name="color" value="#FFFFFF"/>
    </inkml:brush>
  </inkml:definitions>
  <inkml:trace contextRef="#ctx0" brushRef="#br0">2 114 7370 0 0,'-1'2'2768'0'0,"1"-2"-2701"0"0,0 0 1 0 0,0 0-1 0 0,0 0 1 0 0,0 0-1 0 0,0 0 1 0 0,0 0-1 0 0,0 0 1 0 0,9-1 800 0 0,8-2-960 0 0,-8 1 335 0 0,0 0 0 0 0,-1-1-1 0 0,1-1 1 0 0,-1 1 0 0 0,0-1-1 0 0,0-1 1 0 0,-1 1-1 0 0,1-1 1 0 0,-1-1 0 0 0,0 1-1 0 0,0-1 1 0 0,-1 0 0 0 0,1-1-1 0 0,5-8 1 0 0,3-6 286 0 0,-6 7-3289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2:04.269"/>
    </inkml:context>
    <inkml:brush xml:id="br0">
      <inkml:brushProperty name="width" value="0.035" units="cm"/>
      <inkml:brushProperty name="height" value="0.035" units="cm"/>
      <inkml:brushProperty name="color" value="#FFFFFF"/>
    </inkml:brush>
  </inkml:definitions>
  <inkml:trace contextRef="#ctx0" brushRef="#br0">0 17 5985 0 0,'14'-7'1382'0'0,"24"2"1483"0"0,0 1 1 0 0,66 3-1 0 0,-101 1-2743 0 0,0 0 0 0 0,0 1-1 0 0,0-1 1 0 0,0 1-1 0 0,0-1 1 0 0,0 1-1 0 0,0 0 1 0 0,0 0-1 0 0,0 0 1 0 0,-1 1-1 0 0,1-1 1 0 0,0 0 0 0 0,-1 1-1 0 0,1 0 1 0 0,-1 0-1 0 0,1 0 1 0 0,-1 0-1 0 0,4 4 1 0 0,-3 0 108 0 0,0-1-1 0 0,0 1 1 0 0,-1-1 0 0 0,1 1-1 0 0,-1 0 1 0 0,-1 0 0 0 0,1 0 0 0 0,0 7-1 0 0,3 12-651 0 0,2 0 0 0 0,0-1 0 0 0,11 24 0 0 0,-12-33-6315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2:26.729"/>
    </inkml:context>
    <inkml:brush xml:id="br0">
      <inkml:brushProperty name="width" value="0.035" units="cm"/>
      <inkml:brushProperty name="height" value="0.035" units="cm"/>
      <inkml:brushProperty name="color" value="#FFFFFF"/>
    </inkml:brush>
  </inkml:definitions>
  <inkml:trace contextRef="#ctx0" brushRef="#br0">186 1 920 0 0,'-35'83'4744'0'0,"-1"2"-5094"0"0,28-70 146 0 0,0-2-1 0 0,-16 19 0 0 0,16-21 354 0 0,0-1-1 0 0,1 1 0 0 0,0 0 0 0 0,-10 22 0 0 0,11-19 146 0 0,2-4-291 0 0,0-1-1 0 0,1 1 0 0 0,0 0 0 0 0,0 0 0 0 0,1 0 0 0 0,-1 17 1 0 0,3-27-123 0 0,0 1 0 0 0,0-1 0 0 0,0 1 0 0 0,0-1 0 0 0,0 1 1 0 0,0-1-1 0 0,0 0 0 0 0,1 1 0 0 0,-1-1 0 0 0,0 1 0 0 0,0-1 1 0 0,0 1-1 0 0,0-1 0 0 0,1 0 0 0 0,-1 1 0 0 0,0-1 0 0 0,1 0 1 0 0,-1 1-1 0 0,0-1 0 0 0,0 0 0 0 0,1 1 0 0 0,-1-1 0 0 0,1 0 1 0 0,-1 0-1 0 0,0 1 0 0 0,1-1 0 0 0,0 0 0 0 0,2 2-195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2:27.143"/>
    </inkml:context>
    <inkml:brush xml:id="br0">
      <inkml:brushProperty name="width" value="0.035" units="cm"/>
      <inkml:brushProperty name="height" value="0.035" units="cm"/>
      <inkml:brushProperty name="color" value="#FFFFFF"/>
    </inkml:brush>
  </inkml:definitions>
  <inkml:trace contextRef="#ctx0" brushRef="#br0">28 1 2761 0 0,'-4'5'455'0'0,"1"1"-1"0"0,0 0 1 0 0,0 0 0 0 0,0 0 0 0 0,1 0 0 0 0,0 1 0 0 0,0-1 0 0 0,0 1 0 0 0,0 9 0 0 0,2-14-452 0 0,-1 1 0 0 0,1-1 0 0 0,0 1 0 0 0,-1-1 0 0 0,2 1 0 0 0,-1-1 0 0 0,0 1 0 0 0,0-1 0 0 0,1 1-1 0 0,-1-1 1 0 0,1 1 0 0 0,0-1 0 0 0,0 1 0 0 0,0-1 0 0 0,0 0 0 0 0,0 0 0 0 0,0 1 0 0 0,1-1 0 0 0,-1 0 0 0 0,1 0 0 0 0,-1 0 0 0 0,1 0 0 0 0,0-1 0 0 0,0 1-1 0 0,0 0 1 0 0,0-1 0 0 0,3 3 0 0 0,5-1-490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2:29.836"/>
    </inkml:context>
    <inkml:brush xml:id="br0">
      <inkml:brushProperty name="width" value="0.035" units="cm"/>
      <inkml:brushProperty name="height" value="0.035" units="cm"/>
      <inkml:brushProperty name="color" value="#FFFFFF"/>
    </inkml:brush>
  </inkml:definitions>
  <inkml:trace contextRef="#ctx0" brushRef="#br0">5 512 456 0 0,'-5'-3'8905'0'0,"5"4"-8759"0"0,4-9 112 0 0,0 1 0 0 0,0-1 0 0 0,1 1 0 0 0,0 0 0 0 0,0 1 0 0 0,1-1 0 0 0,-1 1 0 0 0,1 0 0 0 0,1 1 0 0 0,-1-1 0 0 0,9-4 0 0 0,38-25 872 0 0,-17 10 141 0 0,65-32 0 0 0,-89 51-1146 0 0,0 0-1 0 0,-1 0 0 0 0,0-1 0 0 0,0 0 0 0 0,-1-1 0 0 0,0-1 0 0 0,0 1 0 0 0,-1-2 0 0 0,10-10 0 0 0,-14 12-107 0 0,1 1 0 0 0,1 1 0 0 0,-1-1 0 0 0,1 1 0 0 0,0 0 0 0 0,0 1 0 0 0,1-1 0 0 0,0 1 0 0 0,0 1 0 0 0,0 0 1 0 0,0 0-1 0 0,1 0 0 0 0,0 1 0 0 0,11-2 0 0 0,-14 3-14 0 0,0-1-1 0 0,0 1 1 0 0,0-1 0 0 0,-1 0 0 0 0,1-1-1 0 0,-1 1 1 0 0,0-1 0 0 0,0 0 0 0 0,0 0-1 0 0,0-1 1 0 0,6-7 0 0 0,0 0-315 0 0,-9 11 302 0 0,-1 0 1 0 0,1-1-1 0 0,0 1 1 0 0,0 0-1 0 0,0 0 0 0 0,0 0 1 0 0,0 0-1 0 0,0 0 0 0 0,0 1 1 0 0,0-1-1 0 0,1 1 0 0 0,-1-1 1 0 0,3 1-1 0 0,33 0 753 0 0,-5-1 16 0 0,-11-1-522 0 0,-17 2-158 0 0,-1 0 1 0 0,1-1 0 0 0,-1 1-1 0 0,1-1 1 0 0,-1 0 0 0 0,0 0-1 0 0,0 0 1 0 0,1-1 0 0 0,-1 0-1 0 0,0 0 1 0 0,0 0 0 0 0,4-3-1 0 0,-6 4-83 0 0,1-1 1 0 0,-1 1-1 0 0,1 0 0 0 0,0 0 0 0 0,0 0 0 0 0,-1 0 0 0 0,1 0 0 0 0,0 1 1 0 0,0-1-1 0 0,0 1 0 0 0,0 0 0 0 0,0 0 0 0 0,3 0 0 0 0,22-3-22 0 0,5 0 484 0 0,-29 3-318 0 0,0 0-1 0 0,0 0 1 0 0,0 0-1 0 0,0-1 1 0 0,0 0-1 0 0,1 0 1 0 0,-2 0-1 0 0,1 0 1 0 0,0 0-1 0 0,6-4 1 0 0,-5 3-136 0 0,-1 0 0 0 0,0 0 1 0 0,0 0-1 0 0,1 0 0 0 0,-1 1 1 0 0,1 0-1 0 0,-1 0 0 0 0,1 0 1 0 0,0 0-1 0 0,0 1 0 0 0,-1-1 1 0 0,1 1-1 0 0,5 1 0 0 0,-1-1 138 0 0,-4-3-9 0 0,-4 0-3078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2:45.637"/>
    </inkml:context>
    <inkml:brush xml:id="br0">
      <inkml:brushProperty name="width" value="0.035" units="cm"/>
      <inkml:brushProperty name="height" value="0.035" units="cm"/>
      <inkml:brushProperty name="color" value="#FFFFFF"/>
    </inkml:brush>
  </inkml:definitions>
  <inkml:trace contextRef="#ctx0" brushRef="#br0">91 69 1088 0 0,'-46'-42'1425'0'0,"43"39"-1250"0"0,0 1-53 0 0,1-1 1 0 0,-1 1-1 0 0,0-1 0 0 0,0 1 0 0 0,0 0 1 0 0,-1 0-1 0 0,1 1 0 0 0,-1-1 0 0 0,1 1 1 0 0,-8-3 3024 0 0,12 6-3093 0 0,-1-1 0 0 0,0 0 1 0 0,1 1-1 0 0,-1-1 0 0 0,1 1 1 0 0,-1-1-1 0 0,1 0 0 0 0,0 0 1 0 0,-1 1-1 0 0,1-1 0 0 0,0 0 1 0 0,2 2-1 0 0,-1 0 72 0 0,18 31 1505 0 0,2-1 1 0 0,27 33-1 0 0,58 50-676 0 0,-40-52-955 0 0,-27-27-44 0 0,43 51 0 0 0,-81-86-101 0 0,-1 0-1 0 0,1 0 1 0 0,0 1-1 0 0,0-1 1 0 0,-1 1 0 0 0,0-1-1 0 0,1 1 1 0 0,-1 0 0 0 0,1 3-1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3:01.314"/>
    </inkml:context>
    <inkml:brush xml:id="br0">
      <inkml:brushProperty name="width" value="0.035" units="cm"/>
      <inkml:brushProperty name="height" value="0.035" units="cm"/>
      <inkml:brushProperty name="color" value="#FFFFFF"/>
    </inkml:brush>
  </inkml:definitions>
  <inkml:trace contextRef="#ctx0" brushRef="#br0">5 1 6913 0 0,'0'0'22'0'0,"-1"0"-1"0"0,1 0 0 0 0,0 0 0 0 0,0 0 1 0 0,-1 0-1 0 0,1 0 0 0 0,0 1 0 0 0,0-1 0 0 0,0 0 1 0 0,-1 0-1 0 0,1 0 0 0 0,0 0 0 0 0,0 1 0 0 0,0-1 1 0 0,0 0-1 0 0,0 0 0 0 0,-1 1 0 0 0,1-1 1 0 0,0 0-1 0 0,0 0 0 0 0,0 0 0 0 0,0 1 0 0 0,0-1 1 0 0,0 0-1 0 0,0 0 0 0 0,0 1 0 0 0,0-1 0 0 0,0 0 1 0 0,0 0-1 0 0,0 1 0 0 0,0-1 0 0 0,0 0 1 0 0,0 0-1 0 0,0 1 0 0 0,0-1 0 0 0,0 0 0 0 0,0 0 1 0 0,0 1-1 0 0,1-1 0 0 0,-1 0 0 0 0,0 0 0 0 0,0 0 1 0 0,0 1-1 0 0,0-1 0 0 0,0 0 0 0 0,1 0 1 0 0,-1 0-1 0 0,0 0 0 0 0,0 1 0 0 0,0-1 0 0 0,0 0 1 0 0,1 0-1 0 0,-1 0 0 0 0,0 0 0 0 0,0 0 0 0 0,1 0 1 0 0,-1 0-1 0 0,0 1 0 0 0,0-1 0 0 0,1 0 1 0 0,-1 0-1 0 0,0 0 0 0 0,1 0 0 0 0,22 7 1078 0 0,-13-5-648 0 0,416 120 6812 0 0,-349-100-6233 0 0,-2 3 1 0 0,102 50 0 0 0,130 94 1526 0 0,-139-78-2109 0 0,-167-90-655 0 0,0-1-16 0 0,-26-8-2508 0 0,2 3 281 0 0,3 1-4110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3:01.544"/>
    </inkml:context>
    <inkml:brush xml:id="br0">
      <inkml:brushProperty name="width" value="0.035" units="cm"/>
      <inkml:brushProperty name="height" value="0.035" units="cm"/>
      <inkml:brushProperty name="color" value="#FFFFFF"/>
    </inkml:brush>
  </inkml:definitions>
  <inkml:trace contextRef="#ctx0" brushRef="#br0">1 221 2304 0 0,'3'3'322'0'0,"1"-1"-1"0"0,-1 1 0 0 0,1-1 0 0 0,0 0 0 0 0,0 0 0 0 0,0 0 0 0 0,0 0 1 0 0,0-1-1 0 0,0 0 0 0 0,1 0 0 0 0,4 1 0 0 0,53 5 3065 0 0,-41-6-2664 0 0,3 1-26 0 0,-1-1-1 0 0,1-1 1 0 0,-1 0-1 0 0,1-2 1 0 0,-1-1-1 0 0,30-8 0 0 0,-44 9-593 0 0,0-1-1 0 0,0 0 1 0 0,0-1-1 0 0,0 0 1 0 0,-1-1-1 0 0,0 1 1 0 0,0-1-1 0 0,0-1 1 0 0,0 0-1 0 0,-1 0 1 0 0,0 0-1 0 0,0-1 1 0 0,0 0-1 0 0,-1-1 0 0 0,0 1 1 0 0,-1-1-1 0 0,0 0 1 0 0,5-10-1 0 0,-1-4-36 0 0,8-25 0 0 0,-4 9-1288 0 0,-8 23-4512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19.744"/>
    </inkml:context>
    <inkml:brush xml:id="br0">
      <inkml:brushProperty name="width" value="0.035" units="cm"/>
      <inkml:brushProperty name="height" value="0.035" units="cm"/>
      <inkml:brushProperty name="color" value="#FFFFFF"/>
    </inkml:brush>
  </inkml:definitions>
  <inkml:trace contextRef="#ctx0" brushRef="#br0">222 181 920 0 0,'-5'1'24'0'0,"1"-1"0"0"0,-1 0-1 0 0,1 0 1 0 0,-1-1 0 0 0,0 1 0 0 0,1-1-1 0 0,-1 0 1 0 0,1 0 0 0 0,-1-1-1 0 0,1 1 1 0 0,0-1 0 0 0,-1 0 0 0 0,1 0-1 0 0,0-1 1 0 0,0 1 0 0 0,0-1 0 0 0,1 0-1 0 0,-1 0 1 0 0,1 0 0 0 0,0 0 0 0 0,-1-1-1 0 0,1 1 1 0 0,1-1 0 0 0,-1 0-1 0 0,1 0 1 0 0,-1 0 0 0 0,1 0 0 0 0,-3-8-1 0 0,2 5 407 0 0,-1 1 1 0 0,0 0-1 0 0,0 0 0 0 0,-1 0 0 0 0,-7-8 0 0 0,-14-19 1613 0 0,17 14 1661 0 0,8 18-3425 0 0,1 0 0 0 0,0 1 0 0 0,0-1 0 0 0,-1 1-1 0 0,1-1 1 0 0,0 1 0 0 0,0-1 0 0 0,0 0 0 0 0,0 1 0 0 0,0-1 0 0 0,0 1 0 0 0,0-1 0 0 0,0 0 0 0 0,0 1 0 0 0,0-1 0 0 0,0 1-1 0 0,0-1 1 0 0,1 0 0 0 0,4 18 1978 0 0,16 384 1212 0 0,-21-379-3399 0 0,-2 108 57 0 0,-36 236 0 0 0,38-360-127 0 0,-26 214 10 0 0,25-216 23 0 0,0 21-3 0 0,1-25-15 0 0,0 1 0 0 0,0 0 1 0 0,0 0-1 0 0,0 0 0 0 0,0 0 0 0 0,0 0 0 0 0,1 0 0 0 0,-1 0 0 0 0,0 0 0 0 0,0 0 1 0 0,1-1-1 0 0,-1 1 0 0 0,0 0 0 0 0,1 0 0 0 0,-1 0 0 0 0,1-1 0 0 0,-1 1 0 0 0,1 0 1 0 0,0 0-1 0 0,0 0-12 0 0,-1-1 1 0 0,0 0 0 0 0,0 0 0 0 0,0 0 0 0 0,1 0-1 0 0,-1 0 1 0 0,0 0 0 0 0,0 0 0 0 0,1 0-1 0 0,-1 0 1 0 0,0 0 0 0 0,0 0 0 0 0,1 0-1 0 0,-1 0 1 0 0,0 0 0 0 0,0 0 0 0 0,0 0 0 0 0,1 0-1 0 0,-1 0 1 0 0,0 0 0 0 0,0-1 0 0 0,0 1-1 0 0,1 0 1 0 0,-1 0 0 0 0,0 0 0 0 0,0 0 0 0 0,0 0-1 0 0,0-1 1 0 0,1 1 0 0 0,-1 0 0 0 0,0 0-1 0 0,0 0 1 0 0,13-9 48 0 0,-4 5-30 0 0,1 0 0 0 0,-1 1 0 0 0,1 0 0 0 0,0 0 0 0 0,0 1 0 0 0,0 0 0 0 0,0 1 0 0 0,12 0 0 0 0,84-4 60 0 0,415-5 702 0 0,-515 10-784 0 0,87 7-60 0 0,-93-7 2 0 0,1 0-1 0 0,-1 1 1 0 0,0-1 0 0 0,0 0 0 0 0,1 0-1 0 0,-1 0 1 0 0,0 0 0 0 0,1 0-1 0 0,-1 0 1 0 0,0 0 0 0 0,0 0 0 0 0,1 0-1 0 0,-1 0 1 0 0,0 0 0 0 0,1 0 0 0 0,-1 0-1 0 0,0 0 1 0 0,1 0 0 0 0,-1 0 0 0 0,0 0-1 0 0,0 0 1 0 0,1-1 0 0 0,-1 1-1 0 0,0 0 1 0 0,0 0 0 0 0,1 0 0 0 0,-1 0-1 0 0,0-1 1 0 0,0 1 0 0 0,0 0 0 0 0,1 0-1 0 0,-1 0 1 0 0,0-1 0 0 0,0 1 0 0 0,0 0-1 0 0,1 0 1 0 0,-1-1 0 0 0,0 1-1 0 0,0 0 1 0 0,0 0 0 0 0,0-1 0 0 0,0 1-1 0 0,0 0 1 0 0,0-1 0 0 0,0 1 0 0 0,0 0-1 0 0,0 0 1 0 0,0-1 0 0 0,0 1-1 0 0,0 0 1 0 0,0-1 0 0 0,-1-4-1525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0.612"/>
    </inkml:context>
    <inkml:brush xml:id="br0">
      <inkml:brushProperty name="width" value="0.035" units="cm"/>
      <inkml:brushProperty name="height" value="0.035" units="cm"/>
      <inkml:brushProperty name="color" value="#FFFFFF"/>
    </inkml:brush>
  </inkml:definitions>
  <inkml:trace contextRef="#ctx0" brushRef="#br0">0 5 4609 0 0,'16'0'1723'0'0,"206"2"4174"0"0,2 1-3968 0 0,-96-8-1090 0 0,-74 1 196 0 0,105 6 1 0 0,-148-1-972 0 0,41 7 327 0 0,-47-7-364 0 0,-1 0 0 0 0,1 0-1 0 0,0 0 1 0 0,-1 1 0 0 0,1 0 0 0 0,-1 0-1 0 0,0 0 1 0 0,5 4 0 0 0,-8-5-26 0 0,0 0 0 0 0,-1-1 0 0 0,1 1 0 0 0,-1 0 0 0 0,1 0 1 0 0,-1 0-1 0 0,1 0 0 0 0,-1 0 0 0 0,0 0 0 0 0,1 0 0 0 0,-1 0 0 0 0,0 0 0 0 0,0 0 1 0 0,0 0-1 0 0,0 0 0 0 0,0 0 0 0 0,0 0 0 0 0,0 0 0 0 0,0 0 0 0 0,0 0 0 0 0,0 1 1 0 0,-8 27 74 0 0,4-15 2 0 0,-8 54 541 0 0,4 1 1 0 0,-1 108 0 0 0,31 138 76 0 0,32-55-621 0 0,-34-179-68 0 0,-13-51-324 0 0,-3-20 24 0 0,-1 0 0 0 0,-1 1 0 0 0,0-1 1 0 0,0 1-1 0 0,-1 0 0 0 0,0-1 0 0 0,-1 1 1 0 0,-1 14-1 0 0,1-24 120 0 0,0 0 0 0 0,-1 1 0 0 0,1-1 0 0 0,0 0 1 0 0,0 0-1 0 0,-1 1 0 0 0,1-1 0 0 0,-1 0 0 0 0,1 0 0 0 0,-1 0 0 0 0,0 1 1 0 0,1-1-1 0 0,-1 0 0 0 0,0 0 0 0 0,0 0 0 0 0,0 0 0 0 0,0 0 1 0 0,0-1-1 0 0,0 1 0 0 0,0 0 0 0 0,0 0 0 0 0,0-1 0 0 0,0 1 0 0 0,0 0 1 0 0,-1-1-1 0 0,1 1 0 0 0,0-1 0 0 0,0 0 0 0 0,0 1 0 0 0,-1-1 0 0 0,1 0 1 0 0,0 0-1 0 0,-1 0 0 0 0,1 0 0 0 0,0 0 0 0 0,-1 0 0 0 0,-1 0 1 0 0,-1-1-144 0 0,1 0 1 0 0,-1 0-1 0 0,1 0 1 0 0,-1-1-1 0 0,1 1 1 0 0,0-1-1 0 0,0 0 1 0 0,-1 0 0 0 0,1 0-1 0 0,1 0 1 0 0,-1-1-1 0 0,-3-2 1 0 0,-5-8 301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1.029"/>
    </inkml:context>
    <inkml:brush xml:id="br0">
      <inkml:brushProperty name="width" value="0.035" units="cm"/>
      <inkml:brushProperty name="height" value="0.035" units="cm"/>
      <inkml:brushProperty name="color" value="#FFFFFF"/>
    </inkml:brush>
  </inkml:definitions>
  <inkml:trace contextRef="#ctx0" brushRef="#br0">1 0 4145 0 0,'12'11'668'0'0,"1"-1"0"0"0,1-1 1 0 0,0 0-1 0 0,0-1 0 0 0,17 6 0 0 0,-7-1-67 0 0,146 67 2013 0 0,-140-69-2488 0 0,0-1 1 0 0,1-1 0 0 0,58 9 0 0 0,-70-16-589 0 0,-4-2-182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1.246"/>
    </inkml:context>
    <inkml:brush xml:id="br0">
      <inkml:brushProperty name="width" value="0.035" units="cm"/>
      <inkml:brushProperty name="height" value="0.035" units="cm"/>
      <inkml:brushProperty name="color" value="#FFFFFF"/>
    </inkml:brush>
  </inkml:definitions>
  <inkml:trace contextRef="#ctx0" brushRef="#br0">1 0 5529 0 0,'33'21'956'0'0,"0"-3"0"0"0,54 23 1 0 0,75 18 2384 0 0,-100-38-2733 0 0,-24-6-3 0 0,-13-6-515 0 0,-1 0 0 0 0,1-2 0 0 0,35 7 0 0 0,-42-15-667 0 0,-12-3-2909 0 0,-4 1-498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1.463"/>
    </inkml:context>
    <inkml:brush xml:id="br0">
      <inkml:brushProperty name="width" value="0.035" units="cm"/>
      <inkml:brushProperty name="height" value="0.035" units="cm"/>
      <inkml:brushProperty name="color" value="#FFFFFF"/>
    </inkml:brush>
  </inkml:definitions>
  <inkml:trace contextRef="#ctx0" brushRef="#br0">1 1 6449 0 0,'39'23'1598'0'0,"44"20"0"0"0,-33-18-651 0 0,305 147 4967 0 0,-347-168-5780 0 0,-1 0-86 0 0,-1-1 0 0 0,1-1 0 0 0,0 1 0 0 0,0-1 0 0 0,0 0 0 0 0,0-1 0 0 0,9 2 0 0 0,-16-3-58 0 0,0 0 1 0 0,1 0 0 0 0,-1 0 0 0 0,0 0-1 0 0,0 0 1 0 0,1 0 0 0 0,-1 0 0 0 0,0 0-1 0 0,0 0 1 0 0,0 0 0 0 0,1 0 0 0 0,-1-1-1 0 0,0 1 1 0 0,0 0 0 0 0,0 0 0 0 0,1 0-1 0 0,-1 0 1 0 0,0 0 0 0 0,0 0-1 0 0,0 0 1 0 0,1-1 0 0 0,-1 1 0 0 0,0 0-1 0 0,0 0 1 0 0,0 0 0 0 0,0 0 0 0 0,0-1-1 0 0,0 1 1 0 0,1 0 0 0 0,-1 0 0 0 0,0 0-1 0 0,0-1 1 0 0,0 1 0 0 0,0 0 0 0 0,0 0-1 0 0,0 0 1 0 0,0-1 0 0 0,0 1 0 0 0,0 0-1 0 0,0-1 1 0 0,-4-11-400 0 0,-11-10-375 0 0,15 22 762 0 0,-14-16-1045 0 0,-3-1-228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1.648"/>
    </inkml:context>
    <inkml:brush xml:id="br0">
      <inkml:brushProperty name="width" value="0.035" units="cm"/>
      <inkml:brushProperty name="height" value="0.035" units="cm"/>
      <inkml:brushProperty name="color" value="#FFFFFF"/>
    </inkml:brush>
  </inkml:definitions>
  <inkml:trace contextRef="#ctx0" brushRef="#br0">1 1 6969 0 0,'412'153'7193'0'0,"-294"-112"-5878"0"0,-103-35-1294 0 0,-9-3-72 0 0,0-1 1 0 0,0 0-1 0 0,0 0 0 0 0,1-1 1 0 0,11 2-1 0 0,-18-3-2 0 0,1 0 0 0 0,-1 0 0 0 0,0 0 0 0 0,0 0 0 0 0,1 0 0 0 0,-1 0 0 0 0,0 0 0 0 0,1 0 0 0 0,-1 0 0 0 0,0 0 0 0 0,0 0 0 0 0,1 0 0 0 0,-1 0 0 0 0,0 0 0 0 0,0 0 0 0 0,0-1 0 0 0,1 1 0 0 0,-1 0 0 0 0,0 0 0 0 0,0 0 0 0 0,1 0 0 0 0,-1-1 0 0 0,0 1 0 0 0,0 0 0 0 0,0 0 0 0 0,0 0 0 0 0,1-1 0 0 0,-1 1 0 0 0,0 0 0 0 0,0 0 0 0 0,0-1 0 0 0,0 1 0 0 0,0 0 0 0 0,0 0 0 0 0,0-1 0 0 0,1-5-4799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1.865"/>
    </inkml:context>
    <inkml:brush xml:id="br0">
      <inkml:brushProperty name="width" value="0.035" units="cm"/>
      <inkml:brushProperty name="height" value="0.035" units="cm"/>
      <inkml:brushProperty name="color" value="#FFFFFF"/>
    </inkml:brush>
  </inkml:definitions>
  <inkml:trace contextRef="#ctx0" brushRef="#br0">1 1 10138 0 0,'48'24'616'0'0,"202"98"3108"0"0,7-23-1684 0 0,-237-93-2072 0 0,28 5 0 0 0,-44-11-198 0 0,1 1 0 0 0,0 0 0 0 0,0-1 0 0 0,0 0 0 0 0,0 0 0 0 0,0-1 0 0 0,0 1 0 0 0,0-1 0 0 0,0 0 0 0 0,0 0 0 0 0,7-4 0 0 0,-3-1-1112 0 0,-9-4-16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2.208"/>
    </inkml:context>
    <inkml:brush xml:id="br0">
      <inkml:brushProperty name="width" value="0.035" units="cm"/>
      <inkml:brushProperty name="height" value="0.035" units="cm"/>
      <inkml:brushProperty name="color" value="#FFFFFF"/>
    </inkml:brush>
  </inkml:definitions>
  <inkml:trace contextRef="#ctx0" brushRef="#br0">1 1 5529 0 0,'11'13'488'0'0,"-4"-6"-392"0"0,0-1-96 0 0,-1-1 0 0 0,0-1 256 0 0,-3-3 32 0 0,4 3 8 0 0,3-1 1 0 0,5 6-682 0 0,5-1-127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3:57.175"/>
    </inkml:context>
    <inkml:brush xml:id="br0">
      <inkml:brushProperty name="width" value="0.1" units="cm"/>
      <inkml:brushProperty name="height" value="0.1" units="cm"/>
      <inkml:brushProperty name="color" value="#66CC00"/>
    </inkml:brush>
  </inkml:definitions>
  <inkml:trace contextRef="#ctx0" brushRef="#br0">193 819 6553 0 0,'0'0'4'0'0,"0"0"1"0"0,0 0-1 0 0,0 0 0 0 0,0 1 0 0 0,0-1 0 0 0,0 0 0 0 0,0 0 0 0 0,-1 0 0 0 0,1 0 0 0 0,0 1 0 0 0,0-1 0 0 0,0 0 0 0 0,0 0 0 0 0,0 0 0 0 0,0 0 0 0 0,0 1 0 0 0,0-1 0 0 0,-1 0 0 0 0,1 0 0 0 0,0 0 0 0 0,0 0 1 0 0,0 0-1 0 0,0 1 0 0 0,0-1 0 0 0,-1 0 0 0 0,1 0 0 0 0,0 0 0 0 0,0 0 0 0 0,0 0 0 0 0,-1 0 0 0 0,1 0 0 0 0,0 0 0 0 0,0 0 0 0 0,0 0 0 0 0,0 0 0 0 0,-1 0 0 0 0,1 0 0 0 0,0 0 0 0 0,0 0 0 0 0,0 0 0 0 0,-1 0 1 0 0,1 0-1 0 0,0 0 0 0 0,0 0 0 0 0,0 0 0 0 0,-1 0 0 0 0,1 0 0 0 0,0 0 0 0 0,0 0 0 0 0,-1-1 0 0 0,-15-7 257 0 0,-17-19-161 0 0,20 13-112 0 0,1-1 1 0 0,1 0 0 0 0,0 0-1 0 0,-11-24 1 0 0,9 14-8 0 0,0-1 1 0 0,-9-29-1 0 0,18 39 10 0 0,0 1 0 0 0,0-1 0 0 0,1 0 1 0 0,1 0-1 0 0,0-21 0 0 0,3 16-3 0 0,1 1 0 0 0,1-1 0 0 0,0 0 0 0 0,2 1 0 0 0,9-28 0 0 0,45-95-55 0 0,-55 135 58 0 0,1 0-1 0 0,0 0 1 0 0,0 1 0 0 0,0-1-1 0 0,1 1 1 0 0,0 0-1 0 0,0 1 1 0 0,1-1 0 0 0,10-7-1 0 0,-4 5 107 0 0,-1 1-1 0 0,2 1 1 0 0,-1 0-1 0 0,28-9 1 0 0,-14 6 322 0 0,1 1 0 0 0,0 2-1 0 0,1 0 1 0 0,-1 2 0 0 0,1 1 0 0 0,0 2 0 0 0,0 1 0 0 0,0 1 0 0 0,0 1-1 0 0,0 1 1 0 0,35 8 0 0 0,-17 2 532 0 0,-1 2-1 0 0,57 25 1 0 0,-78-28-261 0 0,1 1 0 0 0,42 28 0 0 0,-44-24-422 0 0,73 56 1581 0 0,-95-70-1811 0 0,0 0-1 0 0,0 1 1 0 0,0-1-1 0 0,0 0 1 0 0,-1 1 0 0 0,1 0-1 0 0,-1-1 1 0 0,1 1-1 0 0,-1 0 1 0 0,0 0-1 0 0,1 5 1 0 0,5 38 652 0 0,-2-9-268 0 0,-2-25-207 0 0,0 1 0 0 0,-2 0-1 0 0,0 0 1 0 0,0 0-1 0 0,-1-1 1 0 0,-1 1 0 0 0,0 0-1 0 0,0 0 1 0 0,-2 0-1 0 0,1-1 1 0 0,-2 1 0 0 0,0-1-1 0 0,0 0 1 0 0,-11 22-1 0 0,-1 1 269 0 0,9-18-473 0 0,-1 1 0 0 0,-1-1 0 0 0,-20 29 0 0 0,19-33-10 0 0,-15 21 0 0 0,25-27 0 0 0,0-6 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3:57.638"/>
    </inkml:context>
    <inkml:brush xml:id="br0">
      <inkml:brushProperty name="width" value="0.1" units="cm"/>
      <inkml:brushProperty name="height" value="0.1" units="cm"/>
      <inkml:brushProperty name="color" value="#66CC00"/>
    </inkml:brush>
  </inkml:definitions>
  <inkml:trace contextRef="#ctx0" brushRef="#br0">1 108 6553 0 0,'111'-9'1723'0'0,"-68"4"-938"0"0,335-45 4010 0 0,-217 20-5451 0 0,-106 20 962 0 0,-41 7-126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3:58.313"/>
    </inkml:context>
    <inkml:brush xml:id="br0">
      <inkml:brushProperty name="width" value="0.1" units="cm"/>
      <inkml:brushProperty name="height" value="0.1" units="cm"/>
      <inkml:brushProperty name="color" value="#66CC00"/>
    </inkml:brush>
  </inkml:definitions>
  <inkml:trace contextRef="#ctx0" brushRef="#br0">1 0 6553 0 0,'0'6'124'0'0,"2"0"-1"0"0,-1-1 1 0 0,0 1-1 0 0,1 0 1 0 0,0-1-1 0 0,6 11 1 0 0,1 5 122 0 0,39 153 2432 0 0,-36-120-1704 0 0,2-1 1 0 0,22 53-1 0 0,-28-89-668 0 0,1-2-49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3:58.653"/>
    </inkml:context>
    <inkml:brush xml:id="br0">
      <inkml:brushProperty name="width" value="0.1" units="cm"/>
      <inkml:brushProperty name="height" value="0.1" units="cm"/>
      <inkml:brushProperty name="color" value="#66CC00"/>
    </inkml:brush>
  </inkml:definitions>
  <inkml:trace contextRef="#ctx0" brushRef="#br0">8 1 6553 0 0,'-3'10'229'0'0,"2"1"0"0"0,-1 0 0 0 0,1 0 0 0 0,1 0 0 0 0,1 22-1 0 0,0-15-119 0 0,26 244 3551 0 0,-9-128-1845 0 0,-13-101-1368 0 0,-5-31-447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3:58.929"/>
    </inkml:context>
    <inkml:brush xml:id="br0">
      <inkml:brushProperty name="width" value="0.1" units="cm"/>
      <inkml:brushProperty name="height" value="0.1" units="cm"/>
      <inkml:brushProperty name="color" value="#66CC00"/>
    </inkml:brush>
  </inkml:definitions>
  <inkml:trace contextRef="#ctx0" brushRef="#br0">37 0 6553 0 0,'-3'31'612'0'0,"1"0"-1"0"0,2-1 1 0 0,6 53-1 0 0,0 20 828 0 0,-12 23 245 0 0,4-106-1328 0 0,-1-1 0 0 0,-1 0 0 0 0,-1 0 0 0 0,-11 26 0 0 0,8-26-99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3:59.534"/>
    </inkml:context>
    <inkml:brush xml:id="br0">
      <inkml:brushProperty name="width" value="0.1" units="cm"/>
      <inkml:brushProperty name="height" value="0.1" units="cm"/>
      <inkml:brushProperty name="color" value="#66CC00"/>
    </inkml:brush>
  </inkml:definitions>
  <inkml:trace contextRef="#ctx0" brushRef="#br0">1 251 6553 0 0,'3'-5'96'0'0,"0"1"0"0"0,0-1 0 0 0,0 1-1 0 0,1 0 1 0 0,0 0 0 0 0,0 0 0 0 0,7-6-1 0 0,37-22 377 0 0,-32 22-622 0 0,17-10 107 0 0,0 2-1 0 0,1 1 1 0 0,56-18-1 0 0,114-20-38 0 0,-153 46 942 0 0,1 2 0 0 0,-1 2 0 0 0,1 2 0 0 0,0 3 0 0 0,88 11 0 0 0,-124-8-616 0 0,0 1 0 0 0,-1 0 0 0 0,1 2-1 0 0,-1 0 1 0 0,0 0 0 0 0,0 2 0 0 0,15 9 0 0 0,-21-12-56 0 0,4 2 42 0 0,-13-5-230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33.522"/>
    </inkml:context>
    <inkml:brush xml:id="br0">
      <inkml:brushProperty name="width" value="0.1" units="cm"/>
      <inkml:brushProperty name="height" value="0.1" units="cm"/>
      <inkml:brushProperty name="color" value="#66CC00"/>
    </inkml:brush>
  </inkml:definitions>
  <inkml:trace contextRef="#ctx0" brushRef="#br0">12 41 6553 0 0,'-8'-26'465'0'0,"4"17"-455"0"0,4 9-11 0 0,0-1 1 0 0,0 1 0 0 0,0 0-1 0 0,0 0 1 0 0,0 0 0 0 0,0 0-1 0 0,0 0 1 0 0,0-1 0 0 0,0 1-1 0 0,0 0 1 0 0,0 0 0 0 0,0 0-1 0 0,0 0 1 0 0,0-1 0 0 0,0 1 0 0 0,0 0-1 0 0,0 0 1 0 0,1 0 0 0 0,-1 0-1 0 0,0 0 1 0 0,0-1 0 0 0,0 1-1 0 0,0 0 1 0 0,0 0 0 0 0,0 0-1 0 0,0 0 1 0 0,0 0 0 0 0,1 0-1 0 0,-1 0 1 0 0,0-1 0 0 0,0 1-1 0 0,0 0 1 0 0,0 0 0 0 0,0 0 0 0 0,0 0-1 0 0,1 0 1 0 0,-1 0 0 0 0,0 0-1 0 0,0 0 1 0 0,0 0 0 0 0,0 0-1 0 0,1 0 1 0 0,-1 0 0 0 0,0 0-1 0 0,0 0 1 0 0,0 0 0 0 0,0 0-1 0 0,1 0 1 0 0,-1 0 0 0 0,0 0-1 0 0,0 0 1 0 0,0 0 0 0 0,1 0 0 0 0,15 5 79 0 0,19 11 408 0 0,-1 9 383 0 0,32 32-1 0 0,-54-47-678 0 0,12 9 644 0 0,43 27 1 0 0,-42-30-43 0 0,43 35 0 0 0,-53-35-377 0 0,0 0 1 0 0,-1 0-1 0 0,-1 1 0 0 0,14 25 0 0 0,0 7 563 0 0,-27-49-977 0 0,0 0 1 0 0,1 0-1 0 0,-1 0 1 0 0,0 0 0 0 0,0-1-1 0 0,1 1 1 0 0,-1 0-1 0 0,0 0 1 0 0,0 0 0 0 0,0 0-1 0 0,1 0 1 0 0,-1 0 0 0 0,0 0-1 0 0,0-1 1 0 0,0 1-1 0 0,0 0 1 0 0,0 0 0 0 0,1 0-1 0 0,-1 0 1 0 0,0-1-1 0 0,0 1 1 0 0,0 0 0 0 0,0 0-1 0 0,0 0 1 0 0,0-1 0 0 0,0 1-1 0 0,1 0 1 0 0,-1 0-1 0 0,0 0 1 0 0,0-1 0 0 0,0 1-1 0 0,0 0 1 0 0,0 0-1 0 0,0-1 1 0 0,0 1 0 0 0,0 0-1 0 0,3-11 136 0 0,-3 3-138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34.054"/>
    </inkml:context>
    <inkml:brush xml:id="br0">
      <inkml:brushProperty name="width" value="0.1" units="cm"/>
      <inkml:brushProperty name="height" value="0.1" units="cm"/>
      <inkml:brushProperty name="color" value="#66CC00"/>
    </inkml:brush>
  </inkml:definitions>
  <inkml:trace contextRef="#ctx0" brushRef="#br0">173 3 6553 0 0,'-1'0'11'0'0,"1"-1"-1"0"0,-1 1 0 0 0,1 0 1 0 0,-1 0-1 0 0,1-1 0 0 0,-1 1 1 0 0,0 0-1 0 0,1 0 0 0 0,-1 0 0 0 0,1 0 1 0 0,-1 0-1 0 0,1 0 0 0 0,-1 0 1 0 0,0 0-1 0 0,1 0 0 0 0,-1 0 1 0 0,1 0-1 0 0,-1 0 0 0 0,1 0 1 0 0,-1 0-1 0 0,0 1 0 0 0,1-1 0 0 0,-1 0 1 0 0,1 0-1 0 0,-1 1 0 0 0,1-1 1 0 0,-1 0-1 0 0,1 1 0 0 0,0-1 1 0 0,-1 0-1 0 0,0 1 0 0 0,-18 29 660 0 0,2 0-1 0 0,0 1 0 0 0,2 1 1 0 0,-13 42-1 0 0,8-13 402 0 0,10-37-575 0 0,2 1 1 0 0,2 0-1 0 0,-7 41 0 0 0,12-63-466 0 0,1-2-14 0 0,0 0 0 0 0,0 1-1 0 0,-1-1 1 0 0,1 1 0 0 0,0-1-1 0 0,0 0 1 0 0,0 1 0 0 0,0-1-1 0 0,1 0 1 0 0,-1 1 0 0 0,0-1-1 0 0,1 0 1 0 0,-1 0-1 0 0,0 1 1 0 0,2 1 0 0 0,-1-3-16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8.608"/>
    </inkml:context>
    <inkml:brush xml:id="br0">
      <inkml:brushProperty name="width" value="0.1" units="cm"/>
      <inkml:brushProperty name="height" value="0.1" units="cm"/>
      <inkml:brushProperty name="color" value="#66CC00"/>
    </inkml:brush>
  </inkml:definitions>
  <inkml:trace contextRef="#ctx0" brushRef="#br0">198 343 6553 0 0,'0'2'30'0'0,"0"0"-1"0"0,0 0 1 0 0,0-1-1 0 0,0 1 0 0 0,-1 0 1 0 0,1 0-1 0 0,-1 0 0 0 0,1 0 1 0 0,-1-1-1 0 0,1 1 0 0 0,-2 3 1 0 0,-4 7 98 0 0,5-8-61 0 0,0-1 0 0 0,-1 1 1 0 0,1-1-1 0 0,-1 0 0 0 0,0 1 0 0 0,0-1 0 0 0,0 0 0 0 0,0 0 1 0 0,-1 0-1 0 0,1 0 0 0 0,-1-1 0 0 0,0 1 0 0 0,-5 3 1 0 0,6-5-32 0 0,0 0 0 0 0,0 0 0 0 0,0 0 0 0 0,0 0 0 0 0,0-1 1 0 0,0 1-1 0 0,0-1 0 0 0,0 1 0 0 0,0-1 0 0 0,0 0 0 0 0,0 0 1 0 0,-1 0-1 0 0,1 0 0 0 0,0 0 0 0 0,0-1 0 0 0,0 1 1 0 0,0-1-1 0 0,0 1 0 0 0,0-1 0 0 0,0 0 0 0 0,0 1 0 0 0,0-1 1 0 0,0 0-1 0 0,0 0 0 0 0,-3-3 0 0 0,-2-1-22 0 0,0-1-1 0 0,0 0 1 0 0,1 0-1 0 0,-1-1 1 0 0,1 0-1 0 0,1 0 1 0 0,-1-1-1 0 0,1 1 1 0 0,1-1-1 0 0,-8-16 1 0 0,7 12 3 0 0,1 0 1 0 0,0 0-1 0 0,1-1 0 0 0,0 0 1 0 0,1 1-1 0 0,0-1 0 0 0,0-16 0 0 0,3 21-46 0 0,1-1-1 0 0,-1 1 0 0 0,1 0 1 0 0,1 0-1 0 0,-1 0 0 0 0,1 0 1 0 0,1 0-1 0 0,7-12 0 0 0,2-7 154 0 0,-9 20-107 0 0,-1 0 0 0 0,1 1-1 0 0,1 0 1 0 0,-1 0-1 0 0,1 0 1 0 0,0 0-1 0 0,0 1 1 0 0,1 0 0 0 0,-1 0-1 0 0,1 0 1 0 0,0 1-1 0 0,1-1 1 0 0,-1 2-1 0 0,1-1 1 0 0,-1 1 0 0 0,1 0-1 0 0,0 0 1 0 0,1 1-1 0 0,-1 0 1 0 0,0 0-1 0 0,11-1 1 0 0,13 0 490 0 0,-1 1 1 0 0,0 1-1 0 0,59 8 1 0 0,-85-7-426 0 0,25 4 402 0 0,-1 2 0 0 0,0 0 1 0 0,0 2-1 0 0,32 14 1 0 0,-48-18-342 0 0,29 9 205 0 0,-33-11-222 0 0,0 0 1 0 0,1 0-1 0 0,-1 1 1 0 0,0 0-1 0 0,-1 1 1 0 0,1-1-1 0 0,0 2 1 0 0,-1-1-1 0 0,0 1 1 0 0,0 0-1 0 0,-1 1 1 0 0,9 7-1 0 0,-12-8-45 0 0,0-1-1 0 0,0 1 0 0 0,0 0 1 0 0,-1 0-1 0 0,0 1 0 0 0,0-1 0 0 0,0 0 1 0 0,0 1-1 0 0,-1-1 0 0 0,0 1 1 0 0,0 0-1 0 0,-1-1 0 0 0,1 1 0 0 0,-1-1 1 0 0,-1 1-1 0 0,0 6 0 0 0,-1 7 259 0 0,-1 0 0 0 0,-2-1 0 0 0,-8 27 0 0 0,10-37-304 0 0,1-1 138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9.186"/>
    </inkml:context>
    <inkml:brush xml:id="br0">
      <inkml:brushProperty name="width" value="0.1" units="cm"/>
      <inkml:brushProperty name="height" value="0.1" units="cm"/>
      <inkml:brushProperty name="color" value="#66CC00"/>
    </inkml:brush>
  </inkml:definitions>
  <inkml:trace contextRef="#ctx0" brushRef="#br0">1 27 6553 0 0,'21'5'321'0'0,"26"0"814"0"0,63 0-1 0 0,-62-4-503 0 0,-23 0 47 0 0,51-6-1 0 0,-66 3-473 0 0,0 1-1 0 0,-1-2 1 0 0,1 1-1 0 0,0-1 1 0 0,-1-1-1 0 0,0 0 1 0 0,18-9-1 0 0,-18 6-3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9.446"/>
    </inkml:context>
    <inkml:brush xml:id="br0">
      <inkml:brushProperty name="width" value="0.1" units="cm"/>
      <inkml:brushProperty name="height" value="0.1" units="cm"/>
      <inkml:brushProperty name="color" value="#66CC00"/>
    </inkml:brush>
  </inkml:definitions>
  <inkml:trace contextRef="#ctx0" brushRef="#br0">1 1 6553 0 0,'5'11'304'0'0,"2"1"0"0"0,-1-1 0 0 0,2 0-1 0 0,-1 0 1 0 0,2-1 0 0 0,14 15 0 0 0,-8-8-124 0 0,-4-4 149 0 0,1-1 0 0 0,20 17 0 0 0,-28-26-240 0 0,0 0-1 0 0,0 0 1 0 0,1 0 0 0 0,-1-1 0 0 0,1 1 0 0 0,-1-1-1 0 0,1 0 1 0 0,0 0 0 0 0,0-1 0 0 0,0 0 0 0 0,0 0-1 0 0,9 1 1 0 0,-5-2-49 0 0,-3-3-40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9.645"/>
    </inkml:context>
    <inkml:brush xml:id="br0">
      <inkml:brushProperty name="width" value="0.1" units="cm"/>
      <inkml:brushProperty name="height" value="0.1" units="cm"/>
      <inkml:brushProperty name="color" value="#66CC00"/>
    </inkml:brush>
  </inkml:definitions>
  <inkml:trace contextRef="#ctx0" brushRef="#br0">0 1 6553 0 0,'1'5'104'0'0,"-1"0"0"0"0,1 1 0 0 0,1-1 0 0 0,-1 0 0 0 0,1 0 0 0 0,-1 0 0 0 0,2 0 0 0 0,-1 0 0 0 0,0 0 0 0 0,1 0 0 0 0,6 8 0 0 0,-2-4 122 0 0,1 0-1 0 0,0 0 1 0 0,1-1-1 0 0,12 11 1 0 0,-15-15-111 0 0,0 0 1 0 0,0-1-1 0 0,0 1 1 0 0,10 3-1 0 0,-7-5 86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29.830"/>
    </inkml:context>
    <inkml:brush xml:id="br0">
      <inkml:brushProperty name="width" value="0.1" units="cm"/>
      <inkml:brushProperty name="height" value="0.1" units="cm"/>
      <inkml:brushProperty name="color" value="#66CC00"/>
    </inkml:brush>
  </inkml:definitions>
  <inkml:trace contextRef="#ctx0" brushRef="#br0">4 0 6553 0 0,'-2'14'241'0'0,"0"-8"-241"0"0,2 1 0 0 0,0-2 240 0 0,0-1-240 0 0,0-3 0 0 0,2 1 0 0 0,0 1 240 0 0,1 4-240 0 0,4-2 241 0 0,-1 2 98 0 0,3-4-339 0 0,3 0 0 0 0,-2-3 241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35.529"/>
    </inkml:context>
    <inkml:brush xml:id="br0">
      <inkml:brushProperty name="width" value="0.1" units="cm"/>
      <inkml:brushProperty name="height" value="0.1" units="cm"/>
      <inkml:brushProperty name="color" value="#66CC00"/>
    </inkml:brush>
  </inkml:definitions>
  <inkml:trace contextRef="#ctx0" brushRef="#br0">7 1 6553 0 0,'0'0'4'0'0,"0"0"0"0"0,-1 0 0 0 0,1 0-1 0 0,0 0 1 0 0,0 0 0 0 0,0 0 0 0 0,-1 0-1 0 0,1 0 1 0 0,0 0 0 0 0,0 0 0 0 0,-1 0 0 0 0,1 0-1 0 0,0 0 1 0 0,0 0 0 0 0,0 0 0 0 0,-1 0-1 0 0,1 0 1 0 0,0 0 0 0 0,0 1 0 0 0,0-1-1 0 0,0 0 1 0 0,-1 0 0 0 0,1 0 0 0 0,0 0-1 0 0,0 1 1 0 0,0-1 0 0 0,0 0 0 0 0,0 0-1 0 0,-1 0 1 0 0,1 0 0 0 0,0 1 0 0 0,0-1 0 0 0,0 0-1 0 0,0 0 1 0 0,0 1 0 0 0,0-1 0 0 0,0 0-1 0 0,0 0 1 0 0,0 0 0 0 0,0 1 0 0 0,4 10 172 0 0,6 4 57 0 0,-5-5-38 0 0,0-1 0 0 0,-1 1 0 0 0,1-1 0 0 0,-2 1 0 0 0,0 0 0 0 0,2 11 0 0 0,9 24 335 0 0,15 21 1301 0 0,42 72 1 0 0,-70-136-1789 0 0,0-1 1 0 0,1 1 0 0 0,-1 0-1 0 0,0 0 1 0 0,1-1 0 0 0,-1 1-1 0 0,1-1 1 0 0,0 0 0 0 0,-1 1-1 0 0,4 1 1 0 0,-2-2 156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36.034"/>
    </inkml:context>
    <inkml:brush xml:id="br0">
      <inkml:brushProperty name="width" value="0.1" units="cm"/>
      <inkml:brushProperty name="height" value="0.1" units="cm"/>
      <inkml:brushProperty name="color" value="#66CC00"/>
    </inkml:brush>
  </inkml:definitions>
  <inkml:trace contextRef="#ctx0" brushRef="#br0">127 22 6553 0 0,'0'0'18'0'0,"-1"0"0"0"0,0 0 0 0 0,0 0 0 0 0,0 0 1 0 0,0-1-1 0 0,0 1 0 0 0,0 0 0 0 0,1 0 0 0 0,-1-1 0 0 0,0 1 0 0 0,0-1 0 0 0,0 1 0 0 0,1-1 0 0 0,-1 1 0 0 0,0-1 0 0 0,1 1 0 0 0,-1-1 0 0 0,0 0 0 0 0,1 1 0 0 0,-1-1 0 0 0,1 0 0 0 0,-1 1 0 0 0,1-1 0 0 0,-1 0 0 0 0,0-1 0 0 0,-6-6 234 0 0,6 9-229 0 0,0 1-1 0 0,0 0 0 0 0,0 0 0 0 0,0 0 0 0 0,0 0 1 0 0,0-1-1 0 0,1 1 0 0 0,-1 3 0 0 0,0-3 19 0 0,-4 19 504 0 0,-6 33 1 0 0,7-32-6 0 0,-9 34-1 0 0,-2-14 162 0 0,0 2 310 0 0,-12 51 1 0 0,25-71-771 0 0,2-14-201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51.138"/>
    </inkml:context>
    <inkml:brush xml:id="br0">
      <inkml:brushProperty name="width" value="0.1" units="cm"/>
      <inkml:brushProperty name="height" value="0.1" units="cm"/>
      <inkml:brushProperty name="color" value="#E71224"/>
    </inkml:brush>
  </inkml:definitions>
  <inkml:trace contextRef="#ctx0" brushRef="#br0">235 650 920 0 0,'-3'-1'373'0'0,"0"0"0"0"0,0 0 0 0 0,0-1 0 0 0,0 1 0 0 0,1-1 0 0 0,-1 1 0 0 0,0-1 0 0 0,1 0 0 0 0,-1 0 0 0 0,1 0 0 0 0,-4-4 0 0 0,1 2 643 0 0,2 1-408 0 0,0 1 0 0 0,0 0 0 0 0,0 0 0 0 0,0 0-1 0 0,0 0 1 0 0,0 1 0 0 0,-1-1 0 0 0,1 1 0 0 0,0 0 0 0 0,-6-2 0 0 0,2 0-206 0 0,0 0 1 0 0,1-1-1 0 0,0 1 1 0 0,0-2-1 0 0,0 1 1 0 0,0-1-1 0 0,1 0 1 0 0,0 0-1 0 0,0 0 1 0 0,-6-9-1 0 0,1 1-276 0 0,2-1 0 0 0,0 1 0 0 0,0-1-1 0 0,2-1 1 0 0,-7-18 0 0 0,5 8-70 0 0,1 0 0 0 0,-5-37 0 0 0,10 54-45 0 0,1-1-1 0 0,1 1 0 0 0,0-1 0 0 0,0 1 1 0 0,0-1-1 0 0,4-12 0 0 0,-3 16 1 0 0,1-1 0 0 0,-1 1 0 0 0,1 0 0 0 0,1 0 0 0 0,-1 0 0 0 0,1 0-1 0 0,0 1 1 0 0,0-1 0 0 0,0 1 0 0 0,1 0 0 0 0,4-5 0 0 0,20-19 93 0 0,-2 0-521 0 0,47-36-1 0 0,-68 60 427 0 0,1 1 1 0 0,0 0-1 0 0,0 0 0 0 0,0 0 0 0 0,0 1 0 0 0,0 0 1 0 0,0 0-1 0 0,1 0 0 0 0,-1 1 0 0 0,1 0 0 0 0,-1 0 1 0 0,1 1-1 0 0,0 0 0 0 0,-1 0 0 0 0,1 1 1 0 0,-1-1-1 0 0,1 1 0 0 0,-1 1 0 0 0,1-1 0 0 0,11 5 1 0 0,2 4 58 0 0,-11-6-15 0 0,-1 0-1 0 0,1 0 0 0 0,-1 1 0 0 0,11 9 0 0 0,-12-8-116 0 0,-1 1 0 0 0,0-1 0 0 0,7 12 0 0 0,-9-12 17 0 0,0 0 0 0 0,1-1 0 0 0,-1 0 0 0 0,1 0 0 0 0,0 0 0 0 0,1 0 0 0 0,6 4 0 0 0,-8-6 42 0 0,6 3-84 0 0,-1 0 1 0 0,2-1-1 0 0,-1 0 0 0 0,18 5 1 0 0,-7-11-157 0 0,-18 1 212 0 0,-1-1-1 0 0,1 1 1 0 0,0 0-1 0 0,-1 0 1 0 0,1 0 0 0 0,0 0-1 0 0,2 1 1 0 0,29 7-67 0 0,-34-8-7 0 0,5-6-911 0 0,26-78 794 0 0,-28 79 204 0 0,1-1-1 0 0,0 1 1 0 0,0 0-1 0 0,0 1 1 0 0,0-1-1 0 0,1 1 1 0 0,0 0-1 0 0,0 0 1 0 0,0 0-1 0 0,10-5 1 0 0,16-13-64 0 0,-12 3 71 0 0,-15 15 14 0 0,0 0-1 0 0,0 0 0 0 0,0 0 0 0 0,0 1 1 0 0,1 0-1 0 0,6-4 0 0 0,-3 4 46 0 0,0 0 0 0 0,1 1-1 0 0,-1 0 1 0 0,1 1 0 0 0,-1 0 0 0 0,1 0-1 0 0,-1 1 1 0 0,1 0 0 0 0,-1 1-1 0 0,1 0 1 0 0,-1 0 0 0 0,1 1 0 0 0,9 2-1 0 0,47 21 1036 0 0,-12-5-1233 0 0,-51-19 55 0 0,-1 0 1 0 0,1 0-1 0 0,0 0 1 0 0,-1 0-1 0 0,1 0 1 0 0,-1 0-1 0 0,0 0 1 0 0,1 0-1 0 0,-1 1 1 0 0,0-1-1 0 0,0 0 1 0 0,1 1-1 0 0,-1-1 1 0 0,0 1-1 0 0,-1 0 1 0 0,1-1-1 0 0,0 1 1 0 0,0 0-1 0 0,-1-1 1 0 0,1 3-1 0 0,2 5 107 0 0,-1 0-1 0 0,1 18 0 0 0,-1-9-67 0 0,-2-11 24 0 0,1 1 0 0 0,-1 0-1 0 0,-1 0 1 0 0,1 0 0 0 0,-1 0 0 0 0,-3 9-1 0 0,-15 49-387 0 0,3-15 252 0 0,13-41 168 0 0,0 0 0 0 0,0 0 0 0 0,-1 0 0 0 0,-1 0 0 0 0,1-1 1 0 0,-11 14-1 0 0,14-20-3 0 0,-1 0 0 0 0,1 0 0 0 0,0 0 0 0 0,0 0 0 0 0,0 0 0 0 0,0 0 0 0 0,1 0 0 0 0,-1 0 0 0 0,1 0 0 0 0,0 0 0 0 0,-1 0 0 0 0,1 0 0 0 0,1 5 0 0 0,-1-5-61 0 0,1 0-1 0 0,-1 1 0 0 0,0-1 1 0 0,-1 0-1 0 0,1 0 0 0 0,0 0 1 0 0,-1 0-1 0 0,0 0 0 0 0,0 1 0 0 0,0-1 1 0 0,0 0-1 0 0,-2 3 0 0 0,-8 6-320 0 0,11-12 422 0 0,-1 1 1 0 0,0-1 0 0 0,0 1-1 0 0,1 0 1 0 0,-1-1-1 0 0,0 1 1 0 0,1 0-1 0 0,-1 0 1 0 0,0 0 0 0 0,1-1-1 0 0,-1 1 1 0 0,1 0-1 0 0,0 0 1 0 0,-1 0-1 0 0,1 0 1 0 0,0 0 0 0 0,-1 0-1 0 0,1 0 1 0 0,0 0-1 0 0,0 0 1 0 0,0 0 0 0 0,0 0-1 0 0,0 0 1 0 0,0 0-1 0 0,0 0 1 0 0,0 0-1 0 0,0 0 1 0 0,1 1 0 0 0,-1-1-12 0 0,1 1 0 0 0,-1-1 0 0 0,0 1 1 0 0,0-1-1 0 0,0 1 0 0 0,0-1 1 0 0,-1 1-1 0 0,1-1 0 0 0,0 1 0 0 0,-1-1 1 0 0,1 1-1 0 0,-2 1 0 0 0,-1 14-283 0 0,3-16 148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52.233"/>
    </inkml:context>
    <inkml:brush xml:id="br0">
      <inkml:brushProperty name="width" value="0.1" units="cm"/>
      <inkml:brushProperty name="height" value="0.1" units="cm"/>
      <inkml:brushProperty name="color" value="#E71224"/>
    </inkml:brush>
  </inkml:definitions>
  <inkml:trace contextRef="#ctx0" brushRef="#br0">1 0 3681 0 0,'0'1'108'0'0,"1"0"0"0"0,0 0 0 0 0,-1-1 1 0 0,1 1-1 0 0,0 0 0 0 0,0-1 0 0 0,-1 1 0 0 0,1 0 0 0 0,0-1 1 0 0,0 1-1 0 0,0-1 0 0 0,0 0 0 0 0,0 1 0 0 0,0-1 1 0 0,0 0-1 0 0,0 1 0 0 0,1-1 0 0 0,18 6 929 0 0,15-2-88 0 0,0 0-1 0 0,1-2 1 0 0,-1-2-1 0 0,41-5 1 0 0,-2 1 238 0 0,-38 3-612 0 0,89 0 771 0 0,-105 2-1264 0 0,0 1-1 0 0,-1 1 0 0 0,1 0 1 0 0,23 9-1 0 0,-42-12-150 0 0,0 0 1 0 0,0 1-1 0 0,-1-1 0 0 0,1 1 0 0 0,0-1 1 0 0,0 1-1 0 0,0-1 0 0 0,0 1 0 0 0,0-1 0 0 0,-1 1 1 0 0,1 0-1 0 0,0 0 0 0 0,-1-1 0 0 0,1 1 1 0 0,0 0-1 0 0,-1 0 0 0 0,1 0 0 0 0,-1 0 1 0 0,1 0-1 0 0,-1 0 0 0 0,0-1 0 0 0,1 1 0 0 0,-1 0 1 0 0,0 0-1 0 0,0 0 0 0 0,1 0 0 0 0,-1 0 1 0 0,0 1-1 0 0,0 0 0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52.604"/>
    </inkml:context>
    <inkml:brush xml:id="br0">
      <inkml:brushProperty name="width" value="0.1" units="cm"/>
      <inkml:brushProperty name="height" value="0.1" units="cm"/>
      <inkml:brushProperty name="color" value="#E71224"/>
    </inkml:brush>
  </inkml:definitions>
  <inkml:trace contextRef="#ctx0" brushRef="#br0">0 1 1376 0 0,'24'53'2863'0'0,"31"112"-1"0"0,-25-68-2881 0 0,-18-67-706 0 0,-7-18-1575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53.208"/>
    </inkml:context>
    <inkml:brush xml:id="br0">
      <inkml:brushProperty name="width" value="0.1" units="cm"/>
      <inkml:brushProperty name="height" value="0.1" units="cm"/>
      <inkml:brushProperty name="color" value="#E71224"/>
    </inkml:brush>
  </inkml:definitions>
  <inkml:trace contextRef="#ctx0" brushRef="#br0">8 0 456 0 0,'2'9'121'0'0,"-1"-8"-91"0"0,-1 0 1 0 0,0-1-1 0 0,1 1 0 0 0,-1 0 1 0 0,0 0-1 0 0,0 0 0 0 0,0-1 1 0 0,1 1-1 0 0,-1 0 0 0 0,0 0 1 0 0,0 0-1 0 0,0 0 0 0 0,0-1 1 0 0,0 1-1 0 0,-1 0 0 0 0,1 0 1 0 0,0 1-1 0 0,-5 22 813 0 0,2 0 0 0 0,0 27-1 0 0,3-28-379 0 0,-1-1-41 0 0,1 1-1 0 0,1-1 1 0 0,2 1 0 0 0,6 31 0 0 0,-8-53-416 0 0,-1 1-14 0 0,0 0 1 0 0,0-1 0 0 0,1 1-1 0 0,-1-1 1 0 0,1 1-1 0 0,-1-1 1 0 0,1 1 0 0 0,0-1-1 0 0,-1 0 1 0 0,1 1-1 0 0,0-1 1 0 0,0 0 0 0 0,0 0-1 0 0,0 1 1 0 0,0-1-1 0 0,0 0 1 0 0,1 0 0 0 0,-1 0-1 0 0,0 0 1 0 0,3 1-1 0 0,1-2 8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53.533"/>
    </inkml:context>
    <inkml:brush xml:id="br0">
      <inkml:brushProperty name="width" value="0.1" units="cm"/>
      <inkml:brushProperty name="height" value="0.1" units="cm"/>
      <inkml:brushProperty name="color" value="#E71224"/>
    </inkml:brush>
  </inkml:definitions>
  <inkml:trace contextRef="#ctx0" brushRef="#br0">23 0 5065 0 0,'-7'33'1456'0'0,"1"-1"0"0"0,-3 50 0 0 0,8-43-2248 0 0,7 69-1 0 0,-4-81 171 0 0,-2-15 622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54.042"/>
    </inkml:context>
    <inkml:brush xml:id="br0">
      <inkml:brushProperty name="width" value="0.1" units="cm"/>
      <inkml:brushProperty name="height" value="0.1" units="cm"/>
      <inkml:brushProperty name="color" value="#E71224"/>
    </inkml:brush>
  </inkml:definitions>
  <inkml:trace contextRef="#ctx0" brushRef="#br0">0 0 1840 0 0,'1'3'196'0'0,"1"-1"0"0"0,-1 0 0 0 0,0 1 0 0 0,0-1-1 0 0,0 0 1 0 0,0 1 0 0 0,-1-1 0 0 0,1 1 0 0 0,0-1 0 0 0,-1 5-1 0 0,2 2 343 0 0,0-1-285 0 0,39 186 3337 0 0,-32-145-5970 0 0,2 100 0 0 0,-12-129 1126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56.584"/>
    </inkml:context>
    <inkml:brush xml:id="br0">
      <inkml:brushProperty name="width" value="0.1" units="cm"/>
      <inkml:brushProperty name="height" value="0.1" units="cm"/>
      <inkml:brushProperty name="color" value="#E71224"/>
    </inkml:brush>
  </inkml:definitions>
  <inkml:trace contextRef="#ctx0" brushRef="#br0">19 15 920 0 0,'-19'-15'8778'0'0,"21"20"-8439"0"0,11 82 2187 0 0,-11 234 610 0 0,-3-300-3148 0 0,1 1 0 0 0,1-1-1 0 0,4 30 1 0 0,-4-49-38 0 0,-2-2-36 0 0,1 0-1 0 0,0 1 1 0 0,0-1 0 0 0,0 1-1 0 0,0-1 1 0 0,0 1-1 0 0,0-1 1 0 0,0 1-1 0 0,1-1 1 0 0,-1 0-1 0 0,0 1 1 0 0,0-1 0 0 0,0 1-1 0 0,0-1 1 0 0,1 0-1 0 0,-1 1 1 0 0,0-1-1 0 0,0 1 1 0 0,1-1 0 0 0,-1 0-1 0 0,0 1 1 0 0,0-1-1 0 0,1 0 1 0 0,-1 1-1 0 0,0-1 1 0 0,1 0-1 0 0,-1 0 1 0 0,1 1 0 0 0,-1-1-1 0 0,0 0 1 0 0,1 0-1 0 0,-1 0 1 0 0,1 0-1 0 0,-1 1 1 0 0,1-1 0 0 0,-1 0-1 0 0,0 0 1 0 0,2 0-1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4:57.275"/>
    </inkml:context>
    <inkml:brush xml:id="br0">
      <inkml:brushProperty name="width" value="0.1" units="cm"/>
      <inkml:brushProperty name="height" value="0.1" units="cm"/>
      <inkml:brushProperty name="color" value="#E71224"/>
    </inkml:brush>
  </inkml:definitions>
  <inkml:trace contextRef="#ctx0" brushRef="#br0">161 3 920 0 0,'6'-2'7420'0'0,"1"16"-5914"0"0,-7-12-1376 0 0,0 1 0 0 0,0-1 0 0 0,0 1 0 0 0,0-1 0 0 0,0 1-1 0 0,0-1 1 0 0,-1 1 0 0 0,1-1 0 0 0,-1 1 0 0 0,0-1 0 0 0,1 1 0 0 0,-1-1 0 0 0,0 0 0 0 0,-1 0-1 0 0,1 0 1 0 0,-2 3 0 0 0,-1 4 367 0 0,-108 298 3323 0 0,83-206-3383 0 0,29-102-518 0 0,0 1 1 0 0,0-1-1 0 0,0 1 1 0 0,0 0-1 0 0,0-1 1 0 0,0 1-1 0 0,0-1 1 0 0,0 1-1 0 0,-1 0 1 0 0,1-1-1 0 0,0 1 1 0 0,0 0-1 0 0,0-1 1 0 0,-1 1-1 0 0,1 0 1 0 0,0 0-1 0 0,0-1 1 0 0,-1 1-1 0 0,1 0 1 0 0,0 0-1 0 0,-1-1 1 0 0,1 1-1 0 0,0 0 1 0 0,-1 0-1 0 0,1 0 1 0 0,0-1-1 0 0,-1 1 1 0 0,1 0-1 0 0,-1 0 1 0 0,1 0-1 0 0,0 0 1 0 0,-1 0-1 0 0,1 0 1 0 0,-1 0-1 0 0,1 0 1 0 0,0 0-1 0 0,-1 0 1 0 0,1 0-1 0 0,-1 0 1 0 0,1 0-1 0 0,0 0 1 0 0,-1 0-1 0 0,1 1 1 0 0,0-1-1 0 0,-1 0 1 0 0,1 0-1 0 0,0 0 1 0 0,-1 0-1 0 0,1 1 1 0 0,0-1-1 0 0,-1 0 1 0 0,1 1-1 0 0,0-1 1 0 0,-1 0-1 0 0,1 0 1 0 0,0 1-1 0 0,0-1 1 0 0,0 0-1 0 0,-1 1 1 0 0,1-1-1 0 0,0 0 1 0 0,0 1-1 0 0,0-1 1 0 0,0 1-1 0 0,0-1 1 0 0,-1 0-1 0 0,1 1 1 0 0,0 0-1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19.230"/>
    </inkml:context>
    <inkml:brush xml:id="br0">
      <inkml:brushProperty name="width" value="0.1" units="cm"/>
      <inkml:brushProperty name="height" value="0.1" units="cm"/>
      <inkml:brushProperty name="color" value="#33CCFF"/>
    </inkml:brush>
  </inkml:definitions>
  <inkml:trace contextRef="#ctx0" brushRef="#br0">4 9 6553 0 0,'2'0'201'0'0,"-5"-7"199"0"0,0 5-331 0 0,5 24 580 0 0,-1 34 0 0 0,-1-34-479 0 0,1-2 262 0 0,1 0 0 0 0,6 28 0 0 0,-4-28 3 0 0,0 0 1 0 0,0 29-1 0 0,6 74 1247 0 0,-9-109-1396 0 0,0 0 0 0 0,5 20 0 0 0,-3-20 22 0 0,-1 0 0 0 0,2 20 0 0 0,-8 6 156 0 0,3-32-309 0 0,0 1 1 0 0,0 0-1 0 0,1 0 1 0 0,2 16 0 0 0,-1-21-85 0 0,0 1 1 0 0,-1-1-1 0 0,1 0 1 0 0,-1 0-1 0 0,0 1 1 0 0,0-1-1 0 0,0 0 1 0 0,-1 0-1 0 0,1 1 1 0 0,-1-1-1 0 0,0 0 1 0 0,0 0-1 0 0,-3 6 1 0 0,3-7-4 0 0,0 0 1 0 0,0 0 0 0 0,1 0-1 0 0,-1 0 1 0 0,1 0 0 0 0,0 1 0 0 0,0-1-1 0 0,0 0 1 0 0,1 0 0 0 0,-1 0-1 0 0,1 0 1 0 0,-1 0 0 0 0,1 0-1 0 0,2 4 1 0 0,3 25 343 0 0,-7-23-152 0 0,-1-16 31 0 0,0-17-162 0 0,11 6 112 0 0,-6 12-241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0.313"/>
    </inkml:context>
    <inkml:brush xml:id="br0">
      <inkml:brushProperty name="width" value="0.1" units="cm"/>
      <inkml:brushProperty name="height" value="0.1" units="cm"/>
      <inkml:brushProperty name="color" value="#33CCFF"/>
    </inkml:brush>
  </inkml:definitions>
  <inkml:trace contextRef="#ctx0" brushRef="#br0">1 93 6553 0 0,'0'0'0'0'0,"4"-1"0"0"0,9-9 0 0 0,5-1 21 0 0,1 0 0 0 0,-1 2-1 0 0,2 0 1 0 0,-1 1-1 0 0,1 1 1 0 0,0 1-1 0 0,1 1 1 0 0,27-4-1 0 0,-23 6 305 0 0,1 1 0 0 0,-1 1 0 0 0,1 1 0 0 0,-1 1-1 0 0,0 2 1 0 0,46 9 0 0 0,-54-6 203 0 0,26 10 0 0 0,-27-9-95 0 0,26 7-1 0 0,-37-13-432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0.527"/>
    </inkml:context>
    <inkml:brush xml:id="br0">
      <inkml:brushProperty name="width" value="0.1" units="cm"/>
      <inkml:brushProperty name="height" value="0.1" units="cm"/>
      <inkml:brushProperty name="color" value="#33CCFF"/>
    </inkml:brush>
  </inkml:definitions>
  <inkml:trace contextRef="#ctx0" brushRef="#br0">0 1 6553 0 0,'9'9'328'0'0,"1"1"0"0"0,0-2-1 0 0,0 1 1 0 0,17 9 0 0 0,12 11 238 0 0,-34-24-434 0 0,1-1 1 0 0,-1 1-1 0 0,-1 1 1 0 0,1-1-1 0 0,-1 1 0 0 0,0 0 1 0 0,0 0-1 0 0,5 10 1 0 0,-8-12-78 0 0,1-1 0 0 0,-1 0 0 0 0,0 1 1 0 0,-1-1-1 0 0,1 1 0 0 0,-1 0 0 0 0,1-1 1 0 0,-1 1-1 0 0,0-1 0 0 0,0 1 0 0 0,-1 0 1 0 0,1-1-1 0 0,-1 1 0 0 0,1-1 0 0 0,-1 1 0 0 0,0-1 1 0 0,-1 1-1 0 0,-1 4 0 0 0,-5 7 256 0 0,-1 0-1 0 0,-12 16 1 0 0,16-25-184 0 0,0 0 0 0 0,0 0 0 0 0,0-1 0 0 0,-1 1 0 0 0,1-1 0 0 0,-1-1 0 0 0,-9 6 0 0 0,5-5 113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2.243"/>
    </inkml:context>
    <inkml:brush xml:id="br0">
      <inkml:brushProperty name="width" value="0.1" units="cm"/>
      <inkml:brushProperty name="height" value="0.1" units="cm"/>
      <inkml:brushProperty name="color" value="#33CCFF"/>
    </inkml:brush>
  </inkml:definitions>
  <inkml:trace contextRef="#ctx0" brushRef="#br0">184 70 6553 0 0,'-3'12'280'0'0,"0"0"0"0"0,1 1-1 0 0,0 18 1 0 0,0-8-100 0 0,-1 15 478 0 0,-2 0 1 0 0,-2 0 0 0 0,-1 0 0 0 0,-18 47 0 0 0,23-76-497 0 0,-1-1 0 0 0,0 0-1 0 0,0-1 1 0 0,-1 1 0 0 0,-10 12 0 0 0,15-19-139 0 0,-1 0 0 0 0,0 1 0 0 0,0-1 0 0 0,0 0 0 0 0,0 0 0 0 0,0 0 0 0 0,0-1 0 0 0,0 1 0 0 0,-1 0 0 0 0,1 0 0 0 0,0-1-1 0 0,0 1 1 0 0,-1 0 0 0 0,1-1 0 0 0,0 1 0 0 0,-1-1 0 0 0,1 0 0 0 0,-1 1 0 0 0,1-1 0 0 0,0 0 0 0 0,-1 0 0 0 0,1 0 0 0 0,-1 0 0 0 0,1 0 0 0 0,0 0 0 0 0,-1 0 0 0 0,1-1 0 0 0,-1 1 0 0 0,1-1 0 0 0,0 1 0 0 0,-1-1 0 0 0,1 1 0 0 0,0-1 0 0 0,0 1 0 0 0,-1-1 0 0 0,1 0 0 0 0,0 0 0 0 0,0 0-1 0 0,0 0 1 0 0,0 0 0 0 0,0 0 0 0 0,0 0 0 0 0,0 0 0 0 0,-1-2 0 0 0,-2-3-31 0 0,0 0 0 0 0,0-1 0 0 0,1 1 0 0 0,0-1 0 0 0,0 0 0 0 0,0 0 0 0 0,1 0 0 0 0,0 0 0 0 0,1 0 0 0 0,0 0 0 0 0,0-1 0 0 0,0 1 0 0 0,1 0 0 0 0,1-15 0 0 0,0 9-90 0 0,1 0 1 0 0,0 0-1 0 0,1 0 1 0 0,0 0-1 0 0,1 0 1 0 0,1 1-1 0 0,8-18 1 0 0,-3 12-15 0 0,1 1-1 0 0,1 1 1 0 0,0 0 0 0 0,1 1-1 0 0,0 0 1 0 0,1 1 0 0 0,1 0 0 0 0,0 1-1 0 0,1 1 1 0 0,1 1 0 0 0,-1 0-1 0 0,2 1 1 0 0,-1 1 0 0 0,34-13 0 0 0,-47 21 114 0 0,-1 0 1 0 0,0 0-1 0 0,1 0 1 0 0,-1 1-1 0 0,1-1 1 0 0,-1 1 0 0 0,1 0-1 0 0,-1 0 1 0 0,1 0-1 0 0,0 0 1 0 0,-1 1-1 0 0,1-1 1 0 0,-1 1 0 0 0,0 0-1 0 0,1 0 1 0 0,4 2-1 0 0,-5-1 42 0 0,-1-1 0 0 0,1 1 0 0 0,-1 0 0 0 0,0 0 0 0 0,0 0 0 0 0,0 0 0 0 0,0 0 0 0 0,0 1 0 0 0,0-1 0 0 0,-1 0 0 0 0,1 1 0 0 0,-1-1 0 0 0,0 1 0 0 0,1 0 0 0 0,-1-1 0 0 0,0 1 0 0 0,-1 0 0 0 0,1 0 0 0 0,0 0 0 0 0,0 4 0 0 0,-1-1 37 0 0,0 1 1 0 0,1-1 0 0 0,-2 1 0 0 0,1 0 0 0 0,-1-1 0 0 0,0 1-1 0 0,-1-1 1 0 0,1 1 0 0 0,-1-1 0 0 0,0 0 0 0 0,-1 0-1 0 0,0 0 1 0 0,0 0 0 0 0,0 0 0 0 0,-8 9 0 0 0,1-2 173 0 0,-1 0 1 0 0,0-1 0 0 0,-1-1 0 0 0,-1 0 0 0 0,-15 11-1 0 0,23-19-156 0 0,1 0-1 0 0,0 0 1 0 0,0 1-1 0 0,0-1 0 0 0,-5 8 1 0 0,8-10-79 0 0,0 1 1 0 0,0-1-1 0 0,1 1 1 0 0,-1-1-1 0 0,0 1 1 0 0,1-1-1 0 0,-1 1 0 0 0,1 0 1 0 0,-1-1-1 0 0,1 1 1 0 0,0-1-1 0 0,0 1 1 0 0,0 0-1 0 0,0-1 1 0 0,0 1-1 0 0,0 0 1 0 0,0-1-1 0 0,1 1 0 0 0,-1 0 1 0 0,0-1-1 0 0,1 1 1 0 0,0 1-1 0 0,13 24 447 0 0,1 0 0 0 0,1-2 0 0 0,1 0 0 0 0,38 43 0 0 0,-52-64-400 0 0,-1-1 0 0 0,1 0 0 0 0,0 0 1 0 0,1 0-1 0 0,-1 0 0 0 0,0 0 0 0 0,1-1 0 0 0,0 1 0 0 0,-1-1 0 0 0,1 0 1 0 0,5 2-1 0 0,-2-4-23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2.537"/>
    </inkml:context>
    <inkml:brush xml:id="br0">
      <inkml:brushProperty name="width" value="0.1" units="cm"/>
      <inkml:brushProperty name="height" value="0.1" units="cm"/>
      <inkml:brushProperty name="color" value="#33CCFF"/>
    </inkml:brush>
  </inkml:definitions>
  <inkml:trace contextRef="#ctx0" brushRef="#br0">19 93 6553 0 0,'6'0'101'0'0,"-1"-1"1"0"0,0 0-1 0 0,0 0 0 0 0,0 0 0 0 0,0 0 0 0 0,0-1 0 0 0,0 0 0 0 0,0 0 0 0 0,6-4 0 0 0,-9 5-82 0 0,0 0-1 0 0,0 0 1 0 0,-1 0-1 0 0,1 0 1 0 0,0-1-1 0 0,-1 1 1 0 0,1 0 0 0 0,-1-1-1 0 0,0 1 1 0 0,1-1-1 0 0,-1 0 1 0 0,0 1-1 0 0,0-1 1 0 0,0 0-1 0 0,0 0 1 0 0,0 1 0 0 0,0-1-1 0 0,-1 0 1 0 0,1 0-1 0 0,-1 0 1 0 0,1 0-1 0 0,-1 0 1 0 0,0 0-1 0 0,1 0 1 0 0,-1 0 0 0 0,0 0-1 0 0,0 0 1 0 0,-1-3-1 0 0,1 3-2 0 0,-1 1 0 0 0,1 0 0 0 0,-1 0 0 0 0,1-1 0 0 0,-1 1 0 0 0,1 0 0 0 0,-1 0-1 0 0,0 0 1 0 0,1 0 0 0 0,-1 0 0 0 0,0 0 0 0 0,0 0 0 0 0,0 0 0 0 0,0 0 0 0 0,0 0 0 0 0,0 0-1 0 0,0 1 1 0 0,0-1 0 0 0,0 0 0 0 0,0 1 0 0 0,-1-1 0 0 0,1 1 0 0 0,0-1 0 0 0,0 1 0 0 0,0 0-1 0 0,-1-1 1 0 0,1 1 0 0 0,0 0 0 0 0,-1 0 0 0 0,1 0 0 0 0,0 0 0 0 0,0 0 0 0 0,-1 0 0 0 0,1 0-1 0 0,0 0 1 0 0,-1 1 0 0 0,1-1 0 0 0,0 0 0 0 0,0 1 0 0 0,-2 0 0 0 0,0 0 32 0 0,0 0 0 0 0,-1 1 0 0 0,1-1 0 0 0,0 1 1 0 0,1-1-1 0 0,-1 1 0 0 0,0 0 0 0 0,0 0 0 0 0,1 1 1 0 0,-1-1-1 0 0,1 0 0 0 0,0 1 0 0 0,0-1 0 0 0,-4 6 0 0 0,3 0 80 0 0,0 1-1 0 0,1-1 1 0 0,0 0-1 0 0,0 1 1 0 0,1 0-1 0 0,0-1 1 0 0,0 1-1 0 0,1 0 1 0 0,0-1-1 0 0,1 1 1 0 0,0 0-1 0 0,0-1 1 0 0,1 1-1 0 0,0-1 1 0 0,4 12-1 0 0,0-4 126 0 0,1 0-1 0 0,0-1 1 0 0,1 0 0 0 0,1 0-1 0 0,0-1 1 0 0,1 0-1 0 0,11 12 1 0 0,-17-21-189 0 0,0-1 0 0 0,1 0 0 0 0,-1 0 0 0 0,7 4 0 0 0,3 1 154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2.830"/>
    </inkml:context>
    <inkml:brush xml:id="br0">
      <inkml:brushProperty name="width" value="0.1" units="cm"/>
      <inkml:brushProperty name="height" value="0.1" units="cm"/>
      <inkml:brushProperty name="color" value="#33CCFF"/>
    </inkml:brush>
  </inkml:definitions>
  <inkml:trace contextRef="#ctx0" brushRef="#br0">60 104 6553 0 0,'5'-2'89'0'0,"1"-1"1"0"0,-1 0-1 0 0,0 0 0 0 0,0 0 0 0 0,0 0 0 0 0,-1-1 0 0 0,1 0 0 0 0,7-8 0 0 0,-10 10-59 0 0,-1 0 0 0 0,1 0 0 0 0,-1 0-1 0 0,0 0 1 0 0,1 0 0 0 0,-1 0 0 0 0,0-1-1 0 0,0 1 1 0 0,0 0 0 0 0,0-5 0 0 0,-1 6-35 0 0,1-1 0 0 0,-1 1 0 0 0,0 0 1 0 0,0-1-1 0 0,-1 1 0 0 0,1-1 0 0 0,0 1 0 0 0,0 0 1 0 0,-1-1-1 0 0,1 1 0 0 0,-1 0 0 0 0,1-1 1 0 0,-1 1-1 0 0,0 0 0 0 0,1 0 0 0 0,-1-1 1 0 0,0 1-1 0 0,0 0 0 0 0,0 0 0 0 0,-1-1 0 0 0,1 1 16 0 0,-1 0-1 0 0,1-1 0 0 0,-1 2 0 0 0,1-1 0 0 0,-1 0 0 0 0,1 0 0 0 0,-1 0 0 0 0,1 1 0 0 0,-1-1 0 0 0,0 1 0 0 0,1-1 0 0 0,-1 1 1 0 0,0 0-1 0 0,0-1 0 0 0,1 1 0 0 0,-1 0 0 0 0,0 0 0 0 0,1 0 0 0 0,-1 1 0 0 0,0-1 0 0 0,0 0 0 0 0,1 1 0 0 0,-1-1 0 0 0,0 1 1 0 0,1-1-1 0 0,-1 1 0 0 0,1 0 0 0 0,-1 0 0 0 0,1 0 0 0 0,-1 0 0 0 0,1 0 0 0 0,-3 2 0 0 0,0 0 93 0 0,-1 1 1 0 0,1 0-1 0 0,-1 0 0 0 0,1 0 0 0 0,1 1 0 0 0,-1 0 0 0 0,1-1 0 0 0,-4 8 1 0 0,3-5 12 0 0,1 0 0 0 0,0 1 1 0 0,0-1-1 0 0,1 1 1 0 0,0 0-1 0 0,0-1 1 0 0,1 1-1 0 0,0 0 0 0 0,1 0 1 0 0,-1 0-1 0 0,2 0 1 0 0,1 13-1 0 0,-1-14-18 0 0,0-1 0 0 0,1 0-1 0 0,0-1 1 0 0,0 1 0 0 0,1 0 0 0 0,0-1-1 0 0,0 1 1 0 0,0-1 0 0 0,0 0 0 0 0,1 0-1 0 0,0 0 1 0 0,0 0 0 0 0,1-1-1 0 0,-1 1 1 0 0,1-1 0 0 0,7 5 0 0 0,-6-5 5 0 0,1 0 0 0 0,-1 0 0 0 0,1 0 0 0 0,-1-1 0 0 0,1 0 0 0 0,0-1 0 0 0,0 1 0 0 0,0-1 0 0 0,0-1 0 0 0,1 1 0 0 0,-1-1 0 0 0,0-1 0 0 0,1 1 0 0 0,-1-1 0 0 0,1-1 0 0 0,-1 1 0 0 0,0-1 0 0 0,1 0 0 0 0,-1-1 0 0 0,0 0 0 0 0,13-5 0 0 0,-3-1 165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3.080"/>
    </inkml:context>
    <inkml:brush xml:id="br0">
      <inkml:brushProperty name="width" value="0.1" units="cm"/>
      <inkml:brushProperty name="height" value="0.1" units="cm"/>
      <inkml:brushProperty name="color" value="#33CCFF"/>
    </inkml:brush>
  </inkml:definitions>
  <inkml:trace contextRef="#ctx0" brushRef="#br0">16 64 6553 0 0,'-14'2'199'0'0,"12"-3"9"0"0,11-1-94 0 0,52-7 613 0 0,-28 4-44 0 0,-1-1 0 0 0,0-1 0 0 0,42-15 0 0 0,-56 15-643 0 0,-1 0 160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3.328"/>
    </inkml:context>
    <inkml:brush xml:id="br0">
      <inkml:brushProperty name="width" value="0.1" units="cm"/>
      <inkml:brushProperty name="height" value="0.1" units="cm"/>
      <inkml:brushProperty name="color" value="#33CCFF"/>
    </inkml:brush>
  </inkml:definitions>
  <inkml:trace contextRef="#ctx0" brushRef="#br0">222 32 6553 0 0,'-7'-5'129'0'0,"0"1"0"0"0,0 1 0 0 0,-1-1 0 0 0,1 1 0 0 0,-1 0 0 0 0,1 1 0 0 0,-1 0 0 0 0,0 0 0 0 0,0 0 0 0 0,-14 0 0 0 0,21 2-115 0 0,0 1 1 0 0,-1-1 0 0 0,1 0 0 0 0,0 0-1 0 0,0 1 1 0 0,-1-1 0 0 0,1 0 0 0 0,0 1-1 0 0,0-1 1 0 0,0 1 0 0 0,-1 0-1 0 0,1-1 1 0 0,0 1 0 0 0,0 0 0 0 0,0 0-1 0 0,0 0 1 0 0,0 0 0 0 0,1 0-1 0 0,-1 0 1 0 0,0 0 0 0 0,0 0 0 0 0,1 0-1 0 0,-1 0 1 0 0,0 0 0 0 0,1 0-1 0 0,-1 0 1 0 0,1 1 0 0 0,0-1 0 0 0,-1 0-1 0 0,1 0 1 0 0,0 1 0 0 0,0-1 0 0 0,0 0-1 0 0,-1 1 1 0 0,1-1 0 0 0,1 0-1 0 0,-1 0 1 0 0,0 3 0 0 0,1 5 174 0 0,1 0 0 0 0,0 0 0 0 0,0 0 0 0 0,4 11 1 0 0,-3-13-140 0 0,10 36 739 0 0,-1 1 0 0 0,-3 1 0 0 0,-1 0-1 0 0,1 46 1 0 0,-8-65-407 0 0,-1 0 0 0 0,-1 0 0 0 0,-2 0-1 0 0,0 0 1 0 0,-2 0 0 0 0,0-1 0 0 0,-2 0-1 0 0,-14 35 1 0 0,17-51-221 0 0,-1 0-1 0 0,1-1 1 0 0,-2 1 0 0 0,1-1-1 0 0,-7 8 1 0 0,10-14-124 0 0,0 0 0 0 0,0-1 0 0 0,0 1 1 0 0,0 0-1 0 0,-1 0 0 0 0,1-1 0 0 0,0 0 1 0 0,-1 1-1 0 0,1-1 0 0 0,-3 1 0 0 0,3-1-16 0 0,1-1-1 0 0,-1 0 1 0 0,1 0 0 0 0,-1 0-1 0 0,1 0 1 0 0,0 0-1 0 0,-1 0 1 0 0,1 0 0 0 0,-1 0-1 0 0,1 0 1 0 0,-1 0-1 0 0,1-1 1 0 0,-1 1 0 0 0,1-1-1 0 0,0 1 1 0 0,-1-1-1 0 0,1 0 1 0 0,0 1 0 0 0,0-1-1 0 0,-2-1 1 0 0,1 0 28 0 0,-1-1 0 0 0,1 0 0 0 0,0 1 0 0 0,0-1 0 0 0,0 0 0 0 0,0 0 0 0 0,0-1 0 0 0,1 1 0 0 0,-1 0-1 0 0,1 0 1 0 0,0-1 0 0 0,0 1 0 0 0,0-1 0 0 0,1 1 0 0 0,-1-1 0 0 0,1 1 0 0 0,-1-1 0 0 0,1 1 0 0 0,1-1 0 0 0,-1-4 0 0 0,3-15-196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3.511"/>
    </inkml:context>
    <inkml:brush xml:id="br0">
      <inkml:brushProperty name="width" value="0.1" units="cm"/>
      <inkml:brushProperty name="height" value="0.1" units="cm"/>
      <inkml:brushProperty name="color" value="#33CCFF"/>
    </inkml:brush>
  </inkml:definitions>
  <inkml:trace contextRef="#ctx0" brushRef="#br0">14 1 6553 0 0,'-3'10'198'0'0,"0"1"0"0"0,0-1-1 0 0,1 1 1 0 0,1 0 0 0 0,0 0-1 0 0,0 0 1 0 0,2 13 0 0 0,5 112 1723 0 0,-6-133-1935 0 0,-1-6 85 0 0,-1-5 212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3.664"/>
    </inkml:context>
    <inkml:brush xml:id="br0">
      <inkml:brushProperty name="width" value="0.1" units="cm"/>
      <inkml:brushProperty name="height" value="0.1" units="cm"/>
      <inkml:brushProperty name="color" value="#33CCFF"/>
    </inkml:brush>
  </inkml:definitions>
  <inkml:trace contextRef="#ctx0" brushRef="#br0">1 1 6553 0 0,'1'3'54'0'0,"0"0"0"0"0,0 0 0 0 0,1-1 0 0 0,0 1 0 0 0,-1 0 0 0 0,1-1 0 0 0,0 1 0 0 0,0-1 0 0 0,0 1 0 0 0,1-1 0 0 0,-1 0 0 0 0,0 0 0 0 0,4 2-1 0 0,3 4 154 0 0,34 28 815 0 0,-30-26-634 0 0,23 23-1 0 0,-28-23-104 0 0,-1 1-227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3.895"/>
    </inkml:context>
    <inkml:brush xml:id="br0">
      <inkml:brushProperty name="width" value="0.1" units="cm"/>
      <inkml:brushProperty name="height" value="0.1" units="cm"/>
      <inkml:brushProperty name="color" value="#33CCFF"/>
    </inkml:brush>
  </inkml:definitions>
  <inkml:trace contextRef="#ctx0" brushRef="#br0">62 0 6553 0 0,'-10'59'883'0'0,"6"-32"-333"0"0,-1-1 0 0 0,-2 0 0 0 0,-9 24 1 0 0,3-11 12 0 0,6-23-313 0 0,10-27-59 0 0,4-5-230 0 0,1 0 0 0 0,0 0 0 0 0,1 1 0 0 0,1 0 1 0 0,0 0-1 0 0,1 1 0 0 0,1 1 0 0 0,0 0 0 0 0,22-18 0 0 0,-32 29 31 0 0,1 0 0 0 0,-1 0-1 0 0,1 0 1 0 0,0 0 0 0 0,0 1-1 0 0,0-1 1 0 0,0 1 0 0 0,0 0-1 0 0,0 0 1 0 0,0 0 0 0 0,0 0-1 0 0,0 1 1 0 0,0-1 0 0 0,6 1-1 0 0,-7 0 23 0 0,0 0 0 0 0,-1 1 0 0 0,1-1 0 0 0,0 1 0 0 0,-1-1 0 0 0,1 1 0 0 0,0 0 0 0 0,-1 0 0 0 0,1 0 0 0 0,-1 0 0 0 0,1 0 0 0 0,-1 0 0 0 0,1 0 0 0 0,-1 0 0 0 0,0 1 0 0 0,0-1 0 0 0,1 1 0 0 0,-1-1 0 0 0,0 1 0 0 0,0-1 0 0 0,0 1 0 0 0,-1-1 0 0 0,1 1 0 0 0,0 0 0 0 0,-1-1 1 0 0,1 1-1 0 0,0 2 0 0 0,2 7 186 0 0,-1 1 1 0 0,0-1-1 0 0,-1 1 0 0 0,0 0 1 0 0,-1 20-1 0 0,-2-9 246 0 0,-8 45 0 0 0,7-56-284 0 0,2-9-162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4.282"/>
    </inkml:context>
    <inkml:brush xml:id="br0">
      <inkml:brushProperty name="width" value="0.1" units="cm"/>
      <inkml:brushProperty name="height" value="0.1" units="cm"/>
      <inkml:brushProperty name="color" value="#33CCFF"/>
    </inkml:brush>
  </inkml:definitions>
  <inkml:trace contextRef="#ctx0" brushRef="#br0">195 45 6553 0 0,'-5'2'77'0'0,"1"0"0"0"0,1 1 0 0 0,-1-1 0 0 0,0 1 0 0 0,0 0 0 0 0,1 0-1 0 0,0 0 1 0 0,-1 1 0 0 0,1-1 0 0 0,1 1 0 0 0,-1 0 0 0 0,0 0 0 0 0,1 0 0 0 0,0 0-1 0 0,0 0 1 0 0,0 0 0 0 0,0 1 0 0 0,1-1 0 0 0,0 0 0 0 0,0 1 0 0 0,0 0-1 0 0,0-1 1 0 0,1 1 0 0 0,-1-1 0 0 0,2 9 0 0 0,-1-11-52 0 0,0 0 0 0 0,0 0 1 0 0,1 0-1 0 0,-1 1 0 0 0,1-1 1 0 0,-1 0-1 0 0,1 0 0 0 0,0 0 0 0 0,-1 0 1 0 0,1-1-1 0 0,0 1 0 0 0,1 0 1 0 0,-1 0-1 0 0,0-1 0 0 0,0 1 0 0 0,1 0 1 0 0,-1-1-1 0 0,1 1 0 0 0,-1-1 1 0 0,1 0-1 0 0,0 1 0 0 0,0-1 0 0 0,-1 0 1 0 0,5 1-1 0 0,-5-1 2 0 0,1-1 0 0 0,0 1 0 0 0,0-1-1 0 0,-1 0 1 0 0,1 0 0 0 0,0 0 0 0 0,0 0 0 0 0,-1 0 0 0 0,1 0 0 0 0,0 0-1 0 0,0-1 1 0 0,-1 1 0 0 0,1 0 0 0 0,0-1 0 0 0,-1 0 0 0 0,1 1 0 0 0,0-1-1 0 0,-1 0 1 0 0,1 0 0 0 0,-1 0 0 0 0,1 0 0 0 0,-1 0 0 0 0,0 0-1 0 0,1 0 1 0 0,-1-1 0 0 0,0 1 0 0 0,0 0 0 0 0,0-1 0 0 0,2-2 0 0 0,3-7-6 0 0,0 0 1 0 0,-1-1 0 0 0,0 0 0 0 0,5-21-1 0 0,-7 22-61 0 0,0 1-1 0 0,0 0 1 0 0,1 0-1 0 0,0 0 0 0 0,1 0 1 0 0,0 1-1 0 0,8-12 1 0 0,-13 21 38 0 0,0 0 0 0 0,1-1 1 0 0,-1 1-1 0 0,0 0 0 0 0,0 0 1 0 0,0-1-1 0 0,1 1 1 0 0,-1 0-1 0 0,0 0 0 0 0,0-1 1 0 0,1 1-1 0 0,-1 0 0 0 0,0 0 1 0 0,1 0-1 0 0,-1-1 0 0 0,0 1 1 0 0,1 0-1 0 0,-1 0 1 0 0,0 0-1 0 0,1 0 0 0 0,-1 0 1 0 0,0 0-1 0 0,1-1 0 0 0,-1 1 1 0 0,0 0-1 0 0,1 0 0 0 0,-1 0 1 0 0,0 0-1 0 0,1 1 1 0 0,-1-1-1 0 0,0 0 0 0 0,1 0 1 0 0,-1 0-1 0 0,1 0 0 0 0,6 12 68 0 0,-3 18 343 0 0,-3 2 71 0 0,-2 0 1 0 0,-1 0-1 0 0,-6 32 1 0 0,-28 92 1174 0 0,20-99-528 0 0,-26 62 1 0 0,36-103-915 0 0,-2-1-1 0 0,0 1 1 0 0,0-1-1 0 0,-2-1 0 0 0,0 1 1 0 0,0-2-1 0 0,-2 1 1 0 0,-18 17-1 0 0,27-28-167 0 0,0-1 0 0 0,0 1 1 0 0,0-1-1 0 0,-1 0 0 0 0,1 0 0 0 0,0 0 0 0 0,-1-1 1 0 0,0 1-1 0 0,1-1 0 0 0,-1 1 0 0 0,0-1 0 0 0,1-1 0 0 0,-1 1 1 0 0,0 0-1 0 0,0-1 0 0 0,0 0 0 0 0,0 0 0 0 0,0 0 0 0 0,0 0 1 0 0,-4-1-1 0 0,-12-7 120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4.962"/>
    </inkml:context>
    <inkml:brush xml:id="br0">
      <inkml:brushProperty name="width" value="0.1" units="cm"/>
      <inkml:brushProperty name="height" value="0.1" units="cm"/>
      <inkml:brushProperty name="color" value="#33CCFF"/>
    </inkml:brush>
  </inkml:definitions>
  <inkml:trace contextRef="#ctx0" brushRef="#br0">0 514 6553 0 0,'11'-1'196'0'0,"0"0"0"0"0,0 0 0 0 0,0-1 0 0 0,-1-1 0 0 0,1 0 0 0 0,-1 0 0 0 0,16-8 0 0 0,-2 0 28 0 0,-2-2 0 0 0,22-15 0 0 0,-33 21-247 0 0,-1-1 0 0 0,0 0-1 0 0,-1-1 1 0 0,0 0 0 0 0,-1 0 0 0 0,1-1 0 0 0,-2 0 0 0 0,1 0 0 0 0,-2-1 0 0 0,1 0-1 0 0,5-13 1 0 0,-6 8-8 0 0,-1 0 0 0 0,-1 0 0 0 0,0 0 0 0 0,-1 0 0 0 0,0-1 0 0 0,-2 1 0 0 0,0-1 0 0 0,-1-16 0 0 0,0 25 12 0 0,-5-59-105 0 0,4 61 112 0 0,0 1-1 0 0,0-1 0 0 0,0 0 1 0 0,-1 0-1 0 0,0 1 1 0 0,0-1-1 0 0,-1 1 0 0 0,-5-10 1 0 0,7 14 19 0 0,0 0 1 0 0,1 0-1 0 0,-1 0 1 0 0,0 1-1 0 0,1-1 0 0 0,-1 0 1 0 0,0 0-1 0 0,0 1 1 0 0,0-1-1 0 0,1 1 0 0 0,-1-1 1 0 0,0 1-1 0 0,0-1 1 0 0,0 1-1 0 0,0-1 1 0 0,0 1-1 0 0,0 0 0 0 0,0-1 1 0 0,0 1-1 0 0,0 0 1 0 0,0 0-1 0 0,0 0 0 0 0,-2 0 1 0 0,1 0 15 0 0,0 1 0 0 0,0 0 1 0 0,1-1-1 0 0,-1 1 0 0 0,0 0 1 0 0,0 0-1 0 0,1 0 0 0 0,-1 0 1 0 0,1 0-1 0 0,-1 0 0 0 0,1 0 1 0 0,-2 2-1 0 0,-2 2 81 0 0,1 0 0 0 0,0 1 0 0 0,0-1 0 0 0,0 1 1 0 0,1 0-1 0 0,-4 8 0 0 0,1 4 183 0 0,0 0 0 0 0,2 0 0 0 0,0 0 0 0 0,1 1 0 0 0,1-1 0 0 0,1 34 0 0 0,3 2 764 0 0,10 55 0 0 0,-7-75-333 0 0,10 34 0 0 0,-12-57-573 0 0,0 0 0 0 0,1-1-1 0 0,1 1 1 0 0,-1-1 0 0 0,2 0-1 0 0,-1 0 1 0 0,9 10 0 0 0,-2-8 92 0 0,1-5 62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5.163"/>
    </inkml:context>
    <inkml:brush xml:id="br0">
      <inkml:brushProperty name="width" value="0.1" units="cm"/>
      <inkml:brushProperty name="height" value="0.1" units="cm"/>
      <inkml:brushProperty name="color" value="#33CCFF"/>
    </inkml:brush>
  </inkml:definitions>
  <inkml:trace contextRef="#ctx0" brushRef="#br0">59 1 6553 0 0,'-6'8'205'0'0,"0"1"-1"0"0,1 0 0 0 0,0 0 1 0 0,1 1-1 0 0,-7 17 0 0 0,4-4 371 0 0,-5 34 0 0 0,9-12 77 0 0,3-32-583 0 0,2-24 131 0 0,-2 1-160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5.287"/>
    </inkml:context>
    <inkml:brush xml:id="br0">
      <inkml:brushProperty name="width" value="0.1" units="cm"/>
      <inkml:brushProperty name="height" value="0.1" units="cm"/>
      <inkml:brushProperty name="color" value="#33CCFF"/>
    </inkml:brush>
  </inkml:definitions>
  <inkml:trace contextRef="#ctx0" brushRef="#br0">0 47 6553 0 0,'2'2'0'0'0,"-1"-2"0"0"0,1 0 0 0 0,0 0 241 0 0,-1-2-241 0 0,1 2 0 0 0,1-1 0 0 0,1-1 240 0 0,4-1-240 0 0,2-2 481 0 0,4-2-481 0 0,-1-1 339 0 0,2-2-339 0 0,-3 0-24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5.628"/>
    </inkml:context>
    <inkml:brush xml:id="br0">
      <inkml:brushProperty name="width" value="0.1" units="cm"/>
      <inkml:brushProperty name="height" value="0.1" units="cm"/>
      <inkml:brushProperty name="color" value="#33CCFF"/>
    </inkml:brush>
  </inkml:definitions>
  <inkml:trace contextRef="#ctx0" brushRef="#br0">48 25 6553 0 0,'-9'46'1194'0'0,"-5"60"1"0"0,-1 7 119 0 0,14-108-1251 0 0,1-4-41 0 0,0 1 1 0 0,0-1 0 0 0,0 1-1 0 0,-1 0 1 0 0,1-1 0 0 0,0 0-1 0 0,-1 1 1 0 0,1-1 0 0 0,-1 1-1 0 0,0-1 1 0 0,1 1 0 0 0,-1-1-1 0 0,-2 2 1 0 0,3-6 17 0 0,-1 0 0 0 0,1 0 0 0 0,0 0 0 0 0,0 0 0 0 0,0 0 0 0 0,1-4 0 0 0,3-8-81 0 0,0 0 0 0 0,1 0 0 0 0,0 0 0 0 0,1 1 0 0 0,1 0 0 0 0,0 0 0 0 0,1 1 0 0 0,14-19 0 0 0,-6 11-72 0 0,1 1 0 0 0,1 0 0 0 0,1 1 0 0 0,26-19 0 0 0,-41 35 138 0 0,1-1 0 0 0,0 1 0 0 0,0 0 0 0 0,0 0-1 0 0,0 0 1 0 0,11-3 0 0 0,-15 6-8 0 0,0-1-1 0 0,0 1 1 0 0,0 0-1 0 0,0 0 1 0 0,0 0 0 0 0,1 0-1 0 0,-1 0 1 0 0,0 0-1 0 0,0 0 1 0 0,0 0 0 0 0,0 0-1 0 0,0 0 1 0 0,1 1-1 0 0,-1-1 1 0 0,0 1 0 0 0,0-1-1 0 0,0 0 1 0 0,0 1-1 0 0,0 0 1 0 0,0-1-1 0 0,0 1 1 0 0,0 0 0 0 0,0-1-1 0 0,-1 1 1 0 0,1 0-1 0 0,0 0 1 0 0,0 0 0 0 0,0 0-1 0 0,-1 0 1 0 0,1 0-1 0 0,-1 0 1 0 0,1 0 0 0 0,-1 0-1 0 0,1 0 1 0 0,-1 0-1 0 0,1 0 1 0 0,-1 0 0 0 0,0 0-1 0 0,0 0 1 0 0,0 1-1 0 0,1 0 1 0 0,1 20 269 0 0,0 0 0 0 0,-1 1 1 0 0,-1-1-1 0 0,-1 0 0 0 0,-5 26 1 0 0,0 27 553 0 0,4-36-446 0 0,2-23-233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25.905"/>
    </inkml:context>
    <inkml:brush xml:id="br0">
      <inkml:brushProperty name="width" value="0.1" units="cm"/>
      <inkml:brushProperty name="height" value="0.1" units="cm"/>
      <inkml:brushProperty name="color" value="#33CCFF"/>
    </inkml:brush>
  </inkml:definitions>
  <inkml:trace contextRef="#ctx0" brushRef="#br0">52 114 6553 0 0,'3'-1'61'0'0,"0"1"-1"0"0,0-1 0 0 0,1 0 0 0 0,-1 0 0 0 0,0 0 0 0 0,0 0 1 0 0,0-1-1 0 0,0 1 0 0 0,-1-1 0 0 0,1 0 0 0 0,0 0 0 0 0,-1 0 1 0 0,1 0-1 0 0,-1 0 0 0 0,0 0 0 0 0,5-6 0 0 0,-6 6-46 0 0,1 0 0 0 0,0 0-1 0 0,-1 0 1 0 0,1 0 0 0 0,-1 0 0 0 0,0 0-1 0 0,0-1 1 0 0,0 1 0 0 0,0 0-1 0 0,0-1 1 0 0,0 1 0 0 0,-1-1 0 0 0,1 1-1 0 0,-1-1 1 0 0,0 1 0 0 0,0-1-1 0 0,0 1 1 0 0,0-1 0 0 0,0 0 0 0 0,0 1-1 0 0,-2-5 1 0 0,2 5-5 0 0,-1 1 0 0 0,1-1 0 0 0,-1 1 0 0 0,0-1 0 0 0,0 1 0 0 0,0-1 0 0 0,0 1 0 0 0,0 0 0 0 0,0-1 0 0 0,0 1 0 0 0,0 0 0 0 0,-1 0 0 0 0,1 0 0 0 0,0 0 0 0 0,-1 0 0 0 0,1 0 0 0 0,-1 0 0 0 0,1 1 0 0 0,-1-1 0 0 0,1 0 0 0 0,-1 1 0 0 0,0-1 0 0 0,1 1 0 0 0,-1 0 0 0 0,0-1 0 0 0,1 1 0 0 0,-1 0 0 0 0,0 0 0 0 0,1 0 0 0 0,-1 0 0 0 0,0 0 0 0 0,1 1 0 0 0,-1-1 0 0 0,-2 1 0 0 0,0 0 31 0 0,1 1 0 0 0,-1-1-1 0 0,1 1 1 0 0,0 0 0 0 0,-1 0 0 0 0,1 0-1 0 0,0 0 1 0 0,0 0 0 0 0,1 0 0 0 0,-1 1 0 0 0,0 0-1 0 0,1-1 1 0 0,-1 1 0 0 0,1 0 0 0 0,-2 4 0 0 0,1 0 72 0 0,-1 1 1 0 0,2-1 0 0 0,-1 1-1 0 0,1 0 1 0 0,0 0 0 0 0,1 0-1 0 0,-1 0 1 0 0,2 0 0 0 0,-1 0-1 0 0,1 0 1 0 0,0 0 0 0 0,1 0-1 0 0,0 0 1 0 0,0 0 0 0 0,1 0-1 0 0,0 0 1 0 0,1 0 0 0 0,-1 0-1 0 0,1-1 1 0 0,1 1 0 0 0,-1-1-1 0 0,1 0 1 0 0,1 0 0 0 0,-1-1-1 0 0,1 1 1 0 0,0-1 0 0 0,1 0-1 0 0,0 0 1 0 0,-1 0 0 0 0,2-1-1 0 0,-1 0 1 0 0,1 0 0 0 0,0-1 0 0 0,0 0-1 0 0,9 4 1 0 0,-8-4 14 0 0,1-1 1 0 0,0-1-1 0 0,0 0 1 0 0,0 0-1 0 0,0 0 1 0 0,0-1-1 0 0,1-1 1 0 0,-1 1-1 0 0,0-2 1 0 0,1 1-1 0 0,-1-1 1 0 0,0-1-1 0 0,0 1 1 0 0,0-2-1 0 0,12-3 1 0 0,-2-1 120 0 0,-1 2-10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46.407"/>
    </inkml:context>
    <inkml:brush xml:id="br0">
      <inkml:brushProperty name="width" value="0.035" units="cm"/>
      <inkml:brushProperty name="height" value="0.035" units="cm"/>
      <inkml:brushProperty name="color" value="#FFFFFF"/>
    </inkml:brush>
  </inkml:definitions>
  <inkml:trace contextRef="#ctx0" brushRef="#br0">4 0 7370 0 0,'-1'5'503'0'0,"0"0"0"0"0,0 0 1 0 0,1-1-1 0 0,0 1 0 0 0,0 0 1 0 0,0 0-1 0 0,0 0 0 0 0,1 0 1 0 0,-1 0-1 0 0,3 6 1 0 0,-1 3 224 0 0,19 189 4222 0 0,-17-102-4496 0 0,-10 104-1 0 0,5 55 483 0 0,4-120-584 0 0,-5-84-352 0 0,0-33 0 0 0,2-1 0 0 0,0 1 0 0 0,2-1 0 0 0,6 36 0 0 0,-7-54-30 0 0,0 0 0 0 0,0 0 0 0 0,-1 0 0 0 0,1 0-1 0 0,-1 0 1 0 0,0 0 0 0 0,0 1 0 0 0,-1-1-1 0 0,1 0 1 0 0,-1 0 0 0 0,0 0 0 0 0,0 0-1 0 0,0 0 1 0 0,-1-1 0 0 0,1 1 0 0 0,-1 0 0 0 0,-2 3-1 0 0,4-6 33 0 0,0-1-1 0 0,-1 1 0 0 0,1 0 1 0 0,0-1-1 0 0,0 1 1 0 0,-1 0-1 0 0,1-1 0 0 0,0 1 1 0 0,0 0-1 0 0,0-1 0 0 0,0 1 1 0 0,0 0-1 0 0,0-1 0 0 0,0 1 1 0 0,0 0-1 0 0,0-1 1 0 0,0 1-1 0 0,1 0 0 0 0,-1-1 1 0 0,0 1-1 0 0,0 0 0 0 0,1-1 1 0 0,-1 1-1 0 0,0-1 1 0 0,1 1-1 0 0,-1 0 0 0 0,1-1 1 0 0,-1 1-1 0 0,0-1 0 0 0,1 1 1 0 0,-1-1-1 0 0,1 1 1 0 0,0 0-1 0 0,0-1-1 0 0,0 1 0 0 0,0 0 0 0 0,0-1 0 0 0,-1 1 0 0 0,1 0 0 0 0,0 0 0 0 0,-1 0 0 0 0,1 0 0 0 0,-1-1 0 0 0,1 1 0 0 0,-1 0 1 0 0,0 0-1 0 0,1 0 0 0 0,-1 0 0 0 0,0 0 0 0 0,1 0 0 0 0,-1 0 0 0 0,0 0 0 0 0,0 0 0 0 0,0 0 0 0 0,0 0 0 0 0,0 0 0 0 0,0 0 0 0 0,0 0 0 0 0,-1 0 0 0 0,1 0 0 0 0,0 2 0 0 0,-7 10-199 0 0,5-10 190 0 0,1 0 0 0 0,-1 0-1 0 0,1 0 1 0 0,-1 1 0 0 0,1-1 0 0 0,-1 7-1 0 0,3-10 21 0 0,10-5 914 0 0,7 0-714 0 0,1 1-1 0 0,-1 1 0 0 0,1 1 0 0 0,26 0 0 0 0,83 6 267 0 0,-49 0-243 0 0,163-8 84 0 0,-61 1-141 0 0,-146 0-198 0 0,-33 3 17 0 0,1-1 1 0 0,-1 1-1 0 0,1-1 1 0 0,-1 0-1 0 0,1 0 1 0 0,-1 0-1 0 0,0 0 1 0 0,1 0-1 0 0,-1 0 0 0 0,4-3 1 0 0,-5 3-29 0 0,-1 0 1 0 0,0 1-1 0 0,0-1 0 0 0,1 0 1 0 0,-1 1-1 0 0,0-1 1 0 0,0 0-1 0 0,0 1 0 0 0,1-1 1 0 0,-1 0-1 0 0,0 0 1 0 0,0 1-1 0 0,0-1 0 0 0,0 0 1 0 0,-1 1-1 0 0,1-1 0 0 0,0 0 1 0 0,0 0-1 0 0,0 1 1 0 0,-1-2-1 0 0,-3-9-3265 0 0,3 7 167 0 0,-3-6-3778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46.946"/>
    </inkml:context>
    <inkml:brush xml:id="br0">
      <inkml:brushProperty name="width" value="0.035" units="cm"/>
      <inkml:brushProperty name="height" value="0.035" units="cm"/>
      <inkml:brushProperty name="color" value="#FFFFFF"/>
    </inkml:brush>
  </inkml:definitions>
  <inkml:trace contextRef="#ctx0" brushRef="#br0">5 1 456 0 0,'-1'1'154'0'0,"1"-1"-1"0"0,-1 1 1 0 0,1 0-1 0 0,-1 0 1 0 0,1 0-1 0 0,0 0 1 0 0,-1 0-1 0 0,1 0 1 0 0,0 1 0 0 0,0-1-1 0 0,0 0 1 0 0,0 0-1 0 0,0 0 1 0 0,0 0-1 0 0,0 2 1 0 0,4 22 4105 0 0,-2-12-2702 0 0,25 225 4829 0 0,11 372-1737 0 0,-36-556-4535 0 0,2 0 1 0 0,20 93-1 0 0,-16-123-3715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47.365"/>
    </inkml:context>
    <inkml:brush xml:id="br0">
      <inkml:brushProperty name="width" value="0.035" units="cm"/>
      <inkml:brushProperty name="height" value="0.035" units="cm"/>
      <inkml:brushProperty name="color" value="#FFFFFF"/>
    </inkml:brush>
  </inkml:definitions>
  <inkml:trace contextRef="#ctx0" brushRef="#br0">1 6 11522 0 0,'52'10'3619'0'0,"108"6"0"0"0,-137-14-3127 0 0,36 2 212 0 0,-1-3-1 0 0,1-3 1 0 0,-1-2 0 0 0,67-13-1 0 0,-102 11-1049 0 0,27-3-445 0 0,-46 9 291 0 0,0-1-1 0 0,0 1 1 0 0,0 0-1 0 0,0 1 1 0 0,0-1 0 0 0,0 1-1 0 0,0-1 1 0 0,0 1-1 0 0,7 3 1 0 0,-1 1-5711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48.198"/>
    </inkml:context>
    <inkml:brush xml:id="br0">
      <inkml:brushProperty name="width" value="0.035" units="cm"/>
      <inkml:brushProperty name="height" value="0.035" units="cm"/>
      <inkml:brushProperty name="color" value="#FFFFFF"/>
    </inkml:brush>
  </inkml:definitions>
  <inkml:trace contextRef="#ctx0" brushRef="#br0">0 1 3681 0 0,'223'127'9013'0'0,"-126"-78"-8187"0"0,-93-47-823 0 0,1 1-89 0 0,0-1 0 0 0,0 1 0 0 0,0-1 0 0 0,1 0 0 0 0,-1 0 0 0 0,1-1 0 0 0,0 1 0 0 0,-1-1 0 0 0,11 0 0 0 0,-8-3-1275 0 0,-4-4-2803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48.400"/>
    </inkml:context>
    <inkml:brush xml:id="br0">
      <inkml:brushProperty name="width" value="0.035" units="cm"/>
      <inkml:brushProperty name="height" value="0.035" units="cm"/>
      <inkml:brushProperty name="color" value="#FFFFFF"/>
    </inkml:brush>
  </inkml:definitions>
  <inkml:trace contextRef="#ctx0" brushRef="#br0">0 0 8290 0 0,'349'152'7028'0'0,"-339"-148"-7064"0"0,30 11-15 0 0,-37-14-102 0 0,0 0 0 0 0,0-1 0 0 0,0 1 1 0 0,-1-1-1 0 0,1 1 0 0 0,0-1 0 0 0,0 0 0 0 0,0 0 0 0 0,0 0 0 0 0,0-1 0 0 0,3 0 0 0 0,-5 1 53 0 0,0-1-1 0 0,-1 1 0 0 0,1 0 1 0 0,-1-1-1 0 0,1 1 1 0 0,-1-1-1 0 0,1 1 0 0 0,-1-1 1 0 0,0 1-1 0 0,1-1 1 0 0,-1 1-1 0 0,1-1 1 0 0,-1 1-1 0 0,0-1 0 0 0,0 0 1 0 0,1 1-1 0 0,-1-1 1 0 0,0 1-1 0 0,0-1 0 0 0,0 0 1 0 0,0 1-1 0 0,1-1 1 0 0,-1 0-1 0 0,0 1 0 0 0,0-1 1 0 0,0 0-1 0 0,0 1 1 0 0,-1-1-1 0 0,1 0 1 0 0,0 1-1 0 0,0-1 0 0 0,0 1 1 0 0,0-1-1 0 0,-1 0 1 0 0,1 1-1 0 0,0-1 0 0 0,-1 1 1 0 0,1-1-1 0 0,-1 0 1 0 0,-8-14-399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48.586"/>
    </inkml:context>
    <inkml:brush xml:id="br0">
      <inkml:brushProperty name="width" value="0.035" units="cm"/>
      <inkml:brushProperty name="height" value="0.035" units="cm"/>
      <inkml:brushProperty name="color" value="#FFFFFF"/>
    </inkml:brush>
  </inkml:definitions>
  <inkml:trace contextRef="#ctx0" brushRef="#br0">1 1 13395 0 0,'45'22'1005'0'0,"0"-2"1"0"0,52 16 0 0 0,97 19 2306 0 0,-161-46-2988 0 0,-5-1-132 0 0,-10-3-534 0 0,0 0 0 0 0,1-1 0 0 0,-1 0 0 0 0,38 1 1 0 0,-39-8-6355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5:48.770"/>
    </inkml:context>
    <inkml:brush xml:id="br0">
      <inkml:brushProperty name="width" value="0.035" units="cm"/>
      <inkml:brushProperty name="height" value="0.035" units="cm"/>
      <inkml:brushProperty name="color" value="#FFFFFF"/>
    </inkml:brush>
  </inkml:definitions>
  <inkml:trace contextRef="#ctx0" brushRef="#br0">1 1 11979 0 0,'21'13'528'0'0,"-9"-6"112"0"0,0 1-512 0 0,-1-1-128 0 0,-2-2 0 0 0,-2-2 0 0 0,1 2 728 0 0,7 4 112 0 0,8 4 24 0 0,9 6 9 0 0,3 1-425 0 0,2-2-96 0 0,-4-1-8 0 0,-4-4-8 0 0,-2-3-1488 0 0,-6-5-289 0 0,-1-3-63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04.671"/>
    </inkml:context>
    <inkml:brush xml:id="br0">
      <inkml:brushProperty name="width" value="0.1" units="cm"/>
      <inkml:brushProperty name="height" value="0.1" units="cm"/>
      <inkml:brushProperty name="color" value="#E71224"/>
    </inkml:brush>
  </inkml:definitions>
  <inkml:trace contextRef="#ctx0" brushRef="#br0">14 10 1376 0 0,'0'0'45'0'0,"0"-1"0"0"0,0 1 0 0 0,0-1 0 0 0,0 1 0 0 0,1-1 0 0 0,-1 1 0 0 0,0-1 0 0 0,0 1-1 0 0,1 0 1 0 0,-1-1 0 0 0,0 1 0 0 0,1-1 0 0 0,-1 1 0 0 0,0 0 0 0 0,1-1 0 0 0,-1 1 0 0 0,1 0 0 0 0,-1 0-1 0 0,0-1 1 0 0,1 1 0 0 0,-1 0 0 0 0,1 0 0 0 0,-1-1 0 0 0,1 1 0 0 0,-1 0 0 0 0,1 0 0 0 0,-1 0 0 0 0,1 0-1 0 0,-1 0 1 0 0,1 0 0 0 0,-1 0 0 0 0,1 0 0 0 0,-1 0 0 0 0,1 0 0 0 0,-1 0 0 0 0,1 0 0 0 0,-1 0 0 0 0,1 1-1 0 0,-1-1 1 0 0,1 0 0 0 0,0 1 50 0 0,0-1-1 0 0,1 1 1 0 0,-1-1 0 0 0,0 1-1 0 0,0 0 1 0 0,0-1-1 0 0,0 1 1 0 0,-1 0-1 0 0,1 0 1 0 0,0 0 0 0 0,0 0-1 0 0,0 0 1 0 0,-1 0-1 0 0,1 0 1 0 0,0 1-1 0 0,1 5 427 0 0,0-1 0 0 0,0 1 0 0 0,-1 1 0 0 0,0-1 0 0 0,0 0 0 0 0,-1 11 0 0 0,-4 47 1912 0 0,2-48-1818 0 0,-26 262 4394 0 0,10-103-9448 0 0,16-160-723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04.137"/>
    </inkml:context>
    <inkml:brush xml:id="br0">
      <inkml:brushProperty name="width" value="0.1" units="cm"/>
      <inkml:brushProperty name="height" value="0.1" units="cm"/>
      <inkml:brushProperty name="color" value="#E71224"/>
    </inkml:brush>
  </inkml:definitions>
  <inkml:trace contextRef="#ctx0" brushRef="#br0">1 0 6913 0 0,'0'12'6969'0'0,"2"-8"-6803"0"0,5 7 41 0 0,-1 2-1 0 0,0-1 0 0 0,-1 1 1 0 0,0 0-1 0 0,-1 0 1 0 0,-1 0-1 0 0,4 26 0 0 0,43 272 1867 0 0,-49-305-2107 0 0,0 2-47 0 0,0 0 0 0 0,0 0 1 0 0,1 0-1 0 0,0 0 1 0 0,0 0-1 0 0,1 0 0 0 0,0-1 1 0 0,0 1-1 0 0,8 11 1 0 0,-6-14-1426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05.142"/>
    </inkml:context>
    <inkml:brush xml:id="br0">
      <inkml:brushProperty name="width" value="0.1" units="cm"/>
      <inkml:brushProperty name="height" value="0.1" units="cm"/>
      <inkml:brushProperty name="color" value="#E71224"/>
    </inkml:brush>
  </inkml:definitions>
  <inkml:trace contextRef="#ctx0" brushRef="#br0">15 0 1840 0 0,'-15'6'8640'0'0,"20"69"-6555"0"0,15 81 1 0 0,-15-135-3721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0.879"/>
    </inkml:context>
    <inkml:brush xml:id="br0">
      <inkml:brushProperty name="width" value="0.1" units="cm"/>
      <inkml:brushProperty name="height" value="0.1" units="cm"/>
      <inkml:brushProperty name="color" value="#E71224"/>
    </inkml:brush>
  </inkml:definitions>
  <inkml:trace contextRef="#ctx0" brushRef="#br0">62 779 2761 0 0,'-2'2'343'0'0,"0"0"0"0"0,-1 0 1 0 0,1 0-1 0 0,0 0 0 0 0,-1-1 1 0 0,1 1-1 0 0,-1-1 0 0 0,0 1 1 0 0,1-1-1 0 0,-6 2 0 0 0,7-4-138 0 0,1 1 1 0 0,-1 0-1 0 0,0-1 0 0 0,0 1 0 0 0,0-1 0 0 0,0 1 0 0 0,1-1 0 0 0,-1 0 0 0 0,0 1 0 0 0,0-1 0 0 0,1 0 0 0 0,-1 1 1 0 0,1-1-1 0 0,-1 0 0 0 0,0 0 0 0 0,1 0 0 0 0,-1 1 0 0 0,0-3 0 0 0,-6-14 1726 0 0,5 11-2215 0 0,0 0 452 0 0,1 0 0 0 0,-1 0 0 0 0,2 0 0 0 0,-1 0 0 0 0,1 0 0 0 0,-1 0 0 0 0,2 0-1 0 0,-1 0 1 0 0,3-11 0 0 0,-2 3-92 0 0,4-58 527 0 0,-4 42-204 0 0,1-1 1 0 0,2 1-1 0 0,1 0 1 0 0,1 0-1 0 0,13-38 1 0 0,2 20-794 0 0,33-54 0 0 0,-31 60-243 0 0,-17 34 627 0 0,-1 1-1 0 0,1 0 1 0 0,0 0-1 0 0,0 0 0 0 0,1 1 1 0 0,0 0-1 0 0,0 0 1 0 0,0 1-1 0 0,1 0 1 0 0,0 0-1 0 0,0 0 1 0 0,10-3-1 0 0,-7 3 208 0 0,22-8 988 0 0,-30 12-1127 0 0,-1 0 0 0 0,0 0 0 0 0,1 1 0 0 0,-1 0 0 0 0,0-1 0 0 0,1 1 0 0 0,-1 0 0 0 0,1 0 0 0 0,-1 0 0 0 0,0 1 0 0 0,5 0 0 0 0,-5 0-28 0 0,0 0 1 0 0,0 0-1 0 0,0 0 1 0 0,0 0 0 0 0,0 1-1 0 0,-1-1 1 0 0,1 1-1 0 0,0-1 1 0 0,-1 1-1 0 0,1 0 1 0 0,-1-1-1 0 0,1 1 1 0 0,-1 0 0 0 0,0 0-1 0 0,2 4 1 0 0,13 36 152 0 0,-10-22-171 0 0,0-1-169 0 0,-1 1-1 0 0,5 38 1 0 0,-9-51 114 0 0,0 8-185 0 0,0-8 144 0 0,0 0 0 0 0,0 0-1 0 0,0 0 1 0 0,1 0 0 0 0,5 11 0 0 0,-3-40-830 0 0,0 3 619 0 0,0 0-1 0 0,2 0 1 0 0,0 0 0 0 0,1 1 0 0 0,0 0-1 0 0,18-29 1 0 0,-15 31 283 0 0,0 0-1 0 0,2 0 1 0 0,0 1-1 0 0,20-21 1 0 0,-24 28 134 0 0,1 1 0 0 0,0 0 1 0 0,1 0-1 0 0,-1 1 0 0 0,1 0 0 0 0,1 0 0 0 0,-1 1 0 0 0,20-6 1 0 0,-15 8 64 0 0,0 0 0 0 0,1 1 0 0 0,0 1 0 0 0,-1 0 1 0 0,1 1-1 0 0,-1 0 0 0 0,1 2 0 0 0,0 0 0 0 0,-1 0 1 0 0,0 2-1 0 0,0 0 0 0 0,16 6 0 0 0,-12-3 341 0 0,1 1 0 0 0,-1 1 0 0 0,31 20-1 0 0,-45-25-533 0 0,0 1-1 0 0,0 0 0 0 0,-1-1 0 0 0,1 2 0 0 0,-1-1 1 0 0,0 0-1 0 0,-1 1 0 0 0,0 0 0 0 0,0-1 1 0 0,0 1-1 0 0,0 1 0 0 0,-1-1 0 0 0,2 8 0 0 0,1 10 72 0 0,0 0 0 0 0,0 31 0 0 0,-2-26 130 0 0,-2-5-162 0 0,0 0-1 0 0,-1 0 1 0 0,-1 0-1 0 0,-2 0 0 0 0,0 0 1 0 0,-2 0-1 0 0,0 0 1 0 0,-2-1-1 0 0,0 0 1 0 0,-2-1-1 0 0,-15 30 1 0 0,-25 40-2755 0 0,46-88 1581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2.348"/>
    </inkml:context>
    <inkml:brush xml:id="br0">
      <inkml:brushProperty name="width" value="0.1" units="cm"/>
      <inkml:brushProperty name="height" value="0.1" units="cm"/>
      <inkml:brushProperty name="color" value="#E71224"/>
    </inkml:brush>
  </inkml:definitions>
  <inkml:trace contextRef="#ctx0" brushRef="#br0">1 1 7834 0 0,'3'2'202'0'0,"-1"-1"1"0"0,1 1-1 0 0,0 0 0 0 0,0-1 1 0 0,1 0-1 0 0,-1 0 1 0 0,0 0-1 0 0,0 0 1 0 0,0 0-1 0 0,1-1 0 0 0,3 1 1 0 0,7 2 418 0 0,40 7 915 0 0,1-2 0 0 0,0-2 0 0 0,70-3 0 0 0,-65-5-1237 0 0,74-12 0 0 0,-128 13-545 0 0,-2 1-11 0 0,-1 0 0 0 0,1-1 1 0 0,0 1-1 0 0,-1-1 0 0 0,1 0 0 0 0,-1 0 0 0 0,0 0 1 0 0,1-1-1 0 0,-1 1 0 0 0,4-3 0 0 0,-7 3 162 0 0,0 1-1 0 0,0 0 1 0 0,0-1 0 0 0,0 1-1 0 0,0-1 1 0 0,0 1-1 0 0,0 0 1 0 0,0-1 0 0 0,0 1-1 0 0,0-1 1 0 0,0 1-1 0 0,0 0 1 0 0,0-1 0 0 0,0 1-1 0 0,0-1 1 0 0,-1 1 0 0 0,1 0-1 0 0,0-1 1 0 0,0 1-1 0 0,0-1 1 0 0,-1 1 0 0 0,1 0-1 0 0,0-1 1 0 0,0 1-1 0 0,-1 0 1 0 0,1 0 0 0 0,0-1-1 0 0,-1 1 1 0 0,1 0-1 0 0,0 0 1 0 0,-1-1 0 0 0,1 1-1 0 0,-1 0 1 0 0,1 0 0 0 0,0 0-1 0 0,-1 0 1 0 0,1 0-1 0 0,-1-1 1 0 0,-1 0-614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2.613"/>
    </inkml:context>
    <inkml:brush xml:id="br0">
      <inkml:brushProperty name="width" value="0.1" units="cm"/>
      <inkml:brushProperty name="height" value="0.1" units="cm"/>
      <inkml:brushProperty name="color" value="#E71224"/>
    </inkml:brush>
  </inkml:definitions>
  <inkml:trace contextRef="#ctx0" brushRef="#br0">1 1 456 0 0,'3'12'921'0'0,"0"0"1"0"0,1 1-1 0 0,1-2 0 0 0,0 1 1 0 0,1 0-1 0 0,9 13 1 0 0,4 10 38 0 0,14 34 843 0 0,26 49 468 0 0,-55-112-2261 0 0,-4-6-32 0 0,0 0-1 0 0,0 0 1 0 0,0 0-1 0 0,0 0 1 0 0,0 0 0 0 0,0 0-1 0 0,0 0 1 0 0,0 0 0 0 0,0 0-1 0 0,0 1 1 0 0,0-1-1 0 0,0 0 1 0 0,0 0 0 0 0,0 0-1 0 0,0 0 1 0 0,1 0 0 0 0,-1 0-1 0 0,0 0 1 0 0,0 0-1 0 0,0 0 1 0 0,0 0 0 0 0,0 0-1 0 0,0 0 1 0 0,0 0 0 0 0,0 0-1 0 0,0 1 1 0 0,0-1-1 0 0,1 0 1 0 0,-1 0 0 0 0,0 0-1 0 0,0 0 1 0 0,0 0 0 0 0,0 0-1 0 0,0 0 1 0 0,0 0-1 0 0,0 0 1 0 0,0 0 0 0 0,0 0-1 0 0,1 0 1 0 0,-1 0 0 0 0,0 0-1 0 0,0 0 1 0 0,0-1-1 0 0,0 1 1 0 0,0 0 0 0 0,0 0-1 0 0,0 0 1 0 0,0 0 0 0 0,0 0-1 0 0,1 0 1 0 0,-1 0-1 0 0,0 0 1 0 0,0 0 0 0 0,0 0-1 0 0,0 0 1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2.812"/>
    </inkml:context>
    <inkml:brush xml:id="br0">
      <inkml:brushProperty name="width" value="0.1" units="cm"/>
      <inkml:brushProperty name="height" value="0.1" units="cm"/>
      <inkml:brushProperty name="color" value="#E71224"/>
    </inkml:brush>
  </inkml:definitions>
  <inkml:trace contextRef="#ctx0" brushRef="#br0">4 1 5529 0 0,'-1'4'372'0'0,"0"0"0"0"0,0 1 0 0 0,1-1-1 0 0,-1 1 1 0 0,1-1 0 0 0,0 1 0 0 0,1-1 0 0 0,-1 1 0 0 0,1-1-1 0 0,1 7 1 0 0,0 4 51 0 0,2 14 534 0 0,1 0-1 0 0,15 47 1 0 0,-14-58-1731 0 0,1-1 0 0 0,16 31 0 0 0,-15-35-3119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3.045"/>
    </inkml:context>
    <inkml:brush xml:id="br0">
      <inkml:brushProperty name="width" value="0.1" units="cm"/>
      <inkml:brushProperty name="height" value="0.1" units="cm"/>
      <inkml:brushProperty name="color" value="#E71224"/>
    </inkml:brush>
  </inkml:definitions>
  <inkml:trace contextRef="#ctx0" brushRef="#br0">36 1 11522 0 0,'-5'8'381'0'0,"0"1"-1"0"0,1 0 0 0 0,0 0 0 0 0,0 1 0 0 0,1-1 1 0 0,1 1-1 0 0,-1-1 0 0 0,-1 21 0 0 0,2 4 300 0 0,3 43 0 0 0,-1-68-602 0 0,1 39-802 0 0,3 0-1 0 0,9 47 0 0 0,-6-77-3804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3.278"/>
    </inkml:context>
    <inkml:brush xml:id="br0">
      <inkml:brushProperty name="width" value="0.1" units="cm"/>
      <inkml:brushProperty name="height" value="0.1" units="cm"/>
      <inkml:brushProperty name="color" value="#E71224"/>
    </inkml:brush>
  </inkml:definitions>
  <inkml:trace contextRef="#ctx0" brushRef="#br0">24 0 6913 0 0,'-1'5'341'0'0,"-1"0"-1"0"0,1 0 1 0 0,0 0-1 0 0,0 0 0 0 0,0 1 1 0 0,1-1-1 0 0,0 7 0 0 0,-1 9 337 0 0,-6 146-712 0 0,2-8-281 0 0,2-132 316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6.289"/>
    </inkml:context>
    <inkml:brush xml:id="br0">
      <inkml:brushProperty name="width" value="0.1" units="cm"/>
      <inkml:brushProperty name="height" value="0.1" units="cm"/>
      <inkml:brushProperty name="color" value="#66CC00"/>
    </inkml:brush>
  </inkml:definitions>
  <inkml:trace contextRef="#ctx0" brushRef="#br0">5 1 2761 0 0,'-4'4'4217'0'0,"4"-4"-4123"0"0,4 12 2259 0 0,-2-7-960 0 0,2 6-881 0 0,-1 0 0 0 0,0 1 0 0 0,0 0 0 0 0,-1-1 0 0 0,-1 1 1 0 0,1 17-1 0 0,-9 74 2091 0 0,1-6-3415 0 0,8-82-2020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6.552"/>
    </inkml:context>
    <inkml:brush xml:id="br0">
      <inkml:brushProperty name="width" value="0.1" units="cm"/>
      <inkml:brushProperty name="height" value="0.1" units="cm"/>
      <inkml:brushProperty name="color" value="#66CC00"/>
    </inkml:brush>
  </inkml:definitions>
  <inkml:trace contextRef="#ctx0" brushRef="#br0">79 0 11979 0 0,'-5'10'545'0'0,"1"0"0"0"0,-1 0 0 0 0,2 0 0 0 0,-1 0 0 0 0,-2 19 0 0 0,-4 54 1817 0 0,9-58-2849 0 0,-2 0 0 0 0,-8 34 0 0 0,11-58 423 0 0,0-1 0 0 0,0 1 1 0 0,0 0-1 0 0,-1 0 0 0 0,1 0 0 0 0,0 0 0 0 0,0-1 0 0 0,-1 1 0 0 0,1 0 1 0 0,-1 0-1 0 0,1-1 0 0 0,0 1 0 0 0,-1 0 0 0 0,0 0 0 0 0,1-1 0 0 0,-1 1 1 0 0,1-1-1 0 0,-1 1 0 0 0,0-1 0 0 0,1 1 0 0 0,-1-1 0 0 0,0 1 1 0 0,0-1-1 0 0,1 1 0 0 0,-1-1 0 0 0,0 0 0 0 0,0 1 0 0 0,0-1 0 0 0,1 0 1 0 0,-1 0-1 0 0,0 0 0 0 0,-2 0 0 0 0,-3 0 64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7.390"/>
    </inkml:context>
    <inkml:brush xml:id="br0">
      <inkml:brushProperty name="width" value="0.1" units="cm"/>
      <inkml:brushProperty name="height" value="0.1" units="cm"/>
      <inkml:brushProperty name="color" value="#66CC00"/>
    </inkml:brush>
  </inkml:definitions>
  <inkml:trace contextRef="#ctx0" brushRef="#br0">135 786 3225 0 0,'-2'0'122'0'0,"1"1"0"0"0,-1-1 0 0 0,1 0 0 0 0,0 0 0 0 0,-1 0 0 0 0,1 0 0 0 0,-1 0 0 0 0,1 0 1 0 0,0-1-1 0 0,-1 1 0 0 0,1 0 0 0 0,-1-1 0 0 0,1 1 0 0 0,0-1 0 0 0,-1 1 0 0 0,1-1 0 0 0,0 0 0 0 0,0 1 0 0 0,0-1 1 0 0,-1 0-1 0 0,1 0 0 0 0,-1-1 0 0 0,-23-22 1375 0 0,16 12-1170 0 0,0 0-1 0 0,1 0 1 0 0,1-1 0 0 0,0 0 0 0 0,1 0 0 0 0,0-1 0 0 0,1 1 0 0 0,1-1 0 0 0,0 0 0 0 0,0-1 0 0 0,2 1 0 0 0,-2-17 0 0 0,3 6 158 0 0,0 1 1 0 0,1-1 0 0 0,2 1-1 0 0,0 0 1 0 0,2-1 0 0 0,10-35-1 0 0,-8 40-368 0 0,2 1 0 0 0,0-1 0 0 0,1 1 0 0 0,1 1 0 0 0,1-1 0 0 0,0 2 0 0 0,2 0 0 0 0,0 0 0 0 0,0 1 0 0 0,28-24 0 0 0,-22 24-237 0 0,1 0 0 0 0,0 2 1 0 0,1 0-1 0 0,0 1 0 0 0,1 2 1 0 0,0 0-1 0 0,1 1 0 0 0,43-12 1 0 0,-59 20 309 0 0,-1 1 0 0 0,1 0 1 0 0,0 0-1 0 0,0 0 0 0 0,9 1 0 0 0,-14 0-103 0 0,0 0-1 0 0,-1 0 0 0 0,1 0 1 0 0,0 0-1 0 0,-1 1 0 0 0,1-1 0 0 0,0 1 1 0 0,-1-1-1 0 0,1 1 0 0 0,-1 0 1 0 0,1 0-1 0 0,-1-1 0 0 0,1 1 0 0 0,-1 0 1 0 0,0 0-1 0 0,1 0 0 0 0,-1 1 1 0 0,0-1-1 0 0,0 0 0 0 0,0 0 0 0 0,0 1 1 0 0,0-1-1 0 0,0 0 0 0 0,0 1 0 0 0,0-1 1 0 0,1 4-1 0 0,-1-2 67 0 0,0 1 0 0 0,0 0 0 0 0,0 0 0 0 0,-1-1-1 0 0,1 1 1 0 0,-1 0 0 0 0,0 0 0 0 0,0 0 0 0 0,0 0 0 0 0,-2 7 0 0 0,0-3-67 0 0,-1 1 1 0 0,-1-1 0 0 0,-6 13-1 0 0,10-21-92 0 0,0 0-1 0 0,0 0 0 0 0,0 0 0 0 0,0 1 1 0 0,0-1-1 0 0,0 0 0 0 0,0 0 0 0 0,0 0 0 0 0,0 0 1 0 0,0 0-1 0 0,-1 0 0 0 0,1 0 0 0 0,0 0 0 0 0,0 0 1 0 0,0 1-1 0 0,0-1 0 0 0,0 0 0 0 0,0 0 1 0 0,0 0-1 0 0,0 0 0 0 0,0 0 0 0 0,0 0 0 0 0,0 0 1 0 0,0 1-1 0 0,0-1 0 0 0,0 0 0 0 0,0 0 0 0 0,0 0 1 0 0,0 0-1 0 0,0 0 0 0 0,0 0 0 0 0,0 0 0 0 0,0 0 1 0 0,1 1-1 0 0,-1-1 0 0 0,0 0 0 0 0,0 0 1 0 0,0 0-1 0 0,0 0 0 0 0,0 0 0 0 0,0 0 0 0 0,0 0 1 0 0,0 0-1 0 0,0 0 0 0 0,0 0 0 0 0,0 0 0 0 0,1 0 1 0 0,-1 1-1 0 0,0-1 0 0 0,0 0 0 0 0,0 0 1 0 0,0 0-1 0 0,0 0 0 0 0,0 0 0 0 0,0 0 0 0 0,0 0 1 0 0,1 0-1 0 0,-1 0 0 0 0,10-3-214 0 0,16-10-89 0 0,-23 11 205 0 0,14-6-80 0 0,0 0 0 0 0,0 1 0 0 0,1 1 0 0 0,0 0 0 0 0,1 2 0 0 0,-1 0 0 0 0,1 1 0 0 0,-1 1 0 0 0,28 0 0 0 0,-34 2 208 0 0,-1 1-1 0 0,0 0 1 0 0,0 1 0 0 0,0 1 0 0 0,0-1 0 0 0,-1 2 0 0 0,17 6 0 0 0,-20-7 78 0 0,0 1 1 0 0,-1 0-1 0 0,1 1 1 0 0,-1-1-1 0 0,0 1 1 0 0,0 0-1 0 0,0 1 1 0 0,-1 0-1 0 0,0 0 1 0 0,0 0-1 0 0,7 11 1 0 0,-9-11-46 0 0,0 1 1 0 0,0 0-1 0 0,-1 0 1 0 0,1 1 0 0 0,-1-1-1 0 0,-1 0 1 0 0,0 1-1 0 0,0-1 1 0 0,0 1-1 0 0,-1-1 1 0 0,0 1-1 0 0,-1-1 1 0 0,1 1 0 0 0,-1-1-1 0 0,-1 1 1 0 0,-2 6-1 0 0,-3 11 66 0 0,-1-1 0 0 0,-2-1 0 0 0,-16 32 0 0 0,12-28-43 0 0,-2-1 0 0 0,0-1 0 0 0,-2 0 0 0 0,-29 32 0 0 0,34-44-882 0 0,-1 0 0 0 0,-21 15-1 0 0,25-23-3445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8.784"/>
    </inkml:context>
    <inkml:brush xml:id="br0">
      <inkml:brushProperty name="width" value="0.1" units="cm"/>
      <inkml:brushProperty name="height" value="0.1" units="cm"/>
      <inkml:brushProperty name="color" value="#66CC00"/>
    </inkml:brush>
  </inkml:definitions>
  <inkml:trace contextRef="#ctx0" brushRef="#br0">1 5 5529 0 0,'0'0'423'0'0,"16"-2"2759"0"0,-2 0-2245 0 0,1 2 1 0 0,0-1-1 0 0,-1 2 0 0 0,1 0 1 0 0,15 3-1 0 0,-21-2-737 0 0,0 0 0 0 0,-1 1 0 0 0,1-1 0 0 0,-1 1-1 0 0,1 1 1 0 0,-1 0 0 0 0,0 0 0 0 0,0 1 0 0 0,11 8 0 0 0,-19-13-210 0 0,22 23 1128 0 0,-15-9-1690 0 0,-7-13 266 0 0,0 0 0 0 0,0 0 0 0 0,0 0-1 0 0,0 0 1 0 0,0 0 0 0 0,0 0-1 0 0,0 0 1 0 0,0 0 0 0 0,-1 0 0 0 0,1 0-1 0 0,0 0 1 0 0,-1 0 0 0 0,0 1-1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9.247"/>
    </inkml:context>
    <inkml:brush xml:id="br0">
      <inkml:brushProperty name="width" value="0.1" units="cm"/>
      <inkml:brushProperty name="height" value="0.1" units="cm"/>
      <inkml:brushProperty name="color" value="#66CC00"/>
    </inkml:brush>
  </inkml:definitions>
  <inkml:trace contextRef="#ctx0" brushRef="#br0">17 1 5065 0 0,'-1'1'238'0'0,"0"0"0"0"0,0 0 0 0 0,0 0 0 0 0,0 0-1 0 0,0 0 1 0 0,0 1 0 0 0,0-1 0 0 0,0 0 0 0 0,1 1 0 0 0,-1-1 0 0 0,0 1 0 0 0,1-1-1 0 0,-1 1 1 0 0,1-1 0 0 0,-1 1 0 0 0,1-1 0 0 0,0 1 0 0 0,0 1 0 0 0,-3 35 2467 0 0,3-29-2243 0 0,7 139 2335 0 0,-1-64-2353 0 0,-1 76-1105 0 0,-10-55-2584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9.481"/>
    </inkml:context>
    <inkml:brush xml:id="br0">
      <inkml:brushProperty name="width" value="0.1" units="cm"/>
      <inkml:brushProperty name="height" value="0.1" units="cm"/>
      <inkml:brushProperty name="color" value="#66CC00"/>
    </inkml:brush>
  </inkml:definitions>
  <inkml:trace contextRef="#ctx0" brushRef="#br0">42 1 7370 0 0,'-5'11'693'0'0,"0"0"1"0"0,1 0 0 0 0,1 1 0 0 0,-1-1 0 0 0,2 1 0 0 0,0 0-1 0 0,-2 18 1 0 0,2-10-11 0 0,-5 37-707 0 0,3-1 1 0 0,6 111-1 0 0,3-130-2127 0 0,-1-24-2060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9.683"/>
    </inkml:context>
    <inkml:brush xml:id="br0">
      <inkml:brushProperty name="width" value="0.1" units="cm"/>
      <inkml:brushProperty name="height" value="0.1" units="cm"/>
      <inkml:brushProperty name="color" value="#66CC00"/>
    </inkml:brush>
  </inkml:definitions>
  <inkml:trace contextRef="#ctx0" brushRef="#br0">234 1 11058 0 0,'-45'98'1819'0'0,"-15"26"-2190"0"0,46-98-1285 0 0,-1-1-1 0 0,-31 39 0 0 0,38-55 1107 0 0,1-1 0 0 0,-13 10 1 0 0,1-4 503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19.914"/>
    </inkml:context>
    <inkml:brush xml:id="br0">
      <inkml:brushProperty name="width" value="0.1" units="cm"/>
      <inkml:brushProperty name="height" value="0.1" units="cm"/>
      <inkml:brushProperty name="color" value="#66CC00"/>
    </inkml:brush>
  </inkml:definitions>
  <inkml:trace contextRef="#ctx0" brushRef="#br0">0 96 8290 0 0,'2'1'85'0'0,"1"0"0"0"0,-1 0 1 0 0,0 0-1 0 0,1 0 0 0 0,-1-1 1 0 0,1 1-1 0 0,-1-1 0 0 0,0 1 1 0 0,1-1-1 0 0,-1 0 0 0 0,1 0 1 0 0,-1 0-1 0 0,1 0 0 0 0,-1 0 1 0 0,1-1-1 0 0,3 0 0 0 0,10-1 676 0 0,52-2 1513 0 0,126-23 0 0 0,-22-21-5090 0 0,-136 31 1525 0 0,-30 14 1279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20.240"/>
    </inkml:context>
    <inkml:brush xml:id="br0">
      <inkml:brushProperty name="width" value="0.1" units="cm"/>
      <inkml:brushProperty name="height" value="0.1" units="cm"/>
      <inkml:brushProperty name="color" value="#66CC00"/>
    </inkml:brush>
  </inkml:definitions>
  <inkml:trace contextRef="#ctx0" brushRef="#br0">1 43 10138 0 0,'336'-11'6696'0'0,"-111"-5"-8219"0"0,-223 16 1379 0 0,4 0-552 0 0,0-1-1 0 0,0 1 0 0 0,0-1 0 0 0,0-1 0 0 0,0 1 0 0 0,0-1 1 0 0,6-3-1 0 0,-7 2 642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34.990"/>
    </inkml:context>
    <inkml:brush xml:id="br0">
      <inkml:brushProperty name="width" value="0.1" units="cm"/>
      <inkml:brushProperty name="height" value="0.1" units="cm"/>
      <inkml:brushProperty name="color" value="#33CCFF"/>
    </inkml:brush>
  </inkml:definitions>
  <inkml:trace contextRef="#ctx0" brushRef="#br0">61 1 6553 0 0,'-2'0'0'0'0,"1"0"57"0"0,0 4 170 0 0,-1 5-115 0 0,2 0 1 0 0,-1-1 0 0 0,1 1 0 0 0,1-1 0 0 0,1 13-1 0 0,6 69 1090 0 0,-6-75-923 0 0,0 0 0 0 0,-2 0 1 0 0,-1 19-1 0 0,0-2 206 0 0,-7 81 975 0 0,4-72-901 0 0,-11 57 900 0 0,4-32-573 0 0,8-47-510 0 0,1 1 1 0 0,1 0-1 0 0,1 0 1 0 0,4 36-1 0 0,-4-48-206 0 0,1 1 0 0 0,-2 0 0 0 0,1-1 0 0 0,-2 1 0 0 0,1-1 0 0 0,-4 12-1 0 0,3-9 25 0 0,-1 0-1 0 0,2 0 0 0 0,-1 12 1 0 0,4 24 484 0 0,0-31-427 0 0,-2 0 0 0 0,1-1 0 0 0,-3 18 0 0 0,-4-7 96 0 0,4-19-232 0 0,0 0 0 0 0,1-1-1 0 0,0 1 1 0 0,0 9 0 0 0,1-15-115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54.949"/>
    </inkml:context>
    <inkml:brush xml:id="br0">
      <inkml:brushProperty name="width" value="0.05" units="cm"/>
      <inkml:brushProperty name="height" value="0.3" units="cm"/>
      <inkml:brushProperty name="color" value="#33CCFF"/>
      <inkml:brushProperty name="inkEffects" value="pencil"/>
    </inkml:brush>
  </inkml:definitions>
  <inkml:trace contextRef="#ctx0" brushRef="#br0">110 405 10594 170834 65302,'-1'0'944'0'0,"1"1"-751"0"0,-1 0-193 0 0,0 0 792 0 0,1 1 1056 0 0,-1 0-904 0 0,1 1 72 0 0,1 2 1041 0 0,3 3-433 0 0,5 1-640 0 0,7 1-239 0 0,5-1-521 0 0,1-1-16 0 0,5 0 112 0 0,1-2-224 0 0,0-1-8 0 0,3 0 0 0 0,0 0-8 0 0,-1 0-80 0 0,-4-1 80 0 0,-1 1-80 0 0,-1-1 64 0 0,0 0 0 0 0,-3-1-64 0 0,-5-2 64 0 0,-4-2-64 0 0,-6-1 0 0 0,-5-2 0 0 0,-4-1 0 0 0,-3-2 0 0 0,-3-1-96 0 0,-2-1 32 0 0,-6-3-64 0 0,-7-4-64 0 0,-3-2 104 0 0,-1 0-8 0 0,-1 1 0 0 0,0 0 0 0 0,0 2 0 0 0,-1 0-16 0 0,-6-1-128 0 0,-1 1 120 0 0,2-1-40 0 0,4 3 0 0 0,3 1-8 0 0,5 2-1 0 0,4 3 169 0 0,3 0 0 0 0,3 2 0 0 0,2 1 0 0 0,4 0 161 0 0,1-1 239 0 0,3 1-192 0 0,2 0-48 0 0,2 0 0 0 0,2 1-8 0 0,5 0 96 0 0,5 1-64 0 0,4 1-96 0 0,3 1-88 0 0,0 1 96 0 0,1 2-96 0 0,1 0 96 0 0,-1 2-96 0 0,1 0 80 0 0,-2 0-80 0 0,3 2 80 0 0,2 1-8 0 0,1 1-72 0 0,-4 0 0 0 0,-3-1 0 0 0,-5-1 0 0 0,-5-2 0 0 0,-3 0 64 0 0,-3-2-64 0 0,-3-1 0 0 0,-3-2 0 0 0,-1 1 0 0 0,-3-2 0 0 0,-3 1 64 0 0,-1-1-64 0 0,-3-1 0 0 0,-2 0 0 0 0,-2 0-64 0 0,-2-2-8 0 0,-6-2-72 0 0,-7-3-56 0 0,-1-1 72 0 0,3-2-8 0 0,3 1 0 0 0,5 0 24 0 0,5 1 8 0 0,5 2 0 0 0,7 1 0 0 0,8 1 336 0 0,11 3-8 0 0,8 2-88 0 0,6 2 0 0 0,3 2 0 0 0,3 1-48 0 0,6 2 56 0 0,5 2-72 0 0,4 0 8 0 0,-3-1 0 0 0,-6 0-80 0 0,-8-2 0 0 0,-6-1 0 0 0,-7-1 64 0 0,-6-2-64 0 0,-7-2 0 0 0,-11-4 64 0 0,-9-3-64 0 0,-6-2 0 0 0,-4 0-112 0 0,-5-2-48 0 0,-6-2-16 0 0,-1 0 88 0 0,4 0 88 0 0,4 1 0 0 0,6 2 0 0 0,5 2-64 0 0,6 2 64 0 0,4 2 0 0 0,5 1 0 0 0,3 2 0 0 0,3 0 64 0 0,4 2 24 0 0,2 1 8 0 0,3 0 0 0 0,1 1-8 0 0,3 0 88 0 0,0 1-88 0 0,1-1-88 0 0,-2 0 64 0 0,-1-2 0 0 0,-4 0-64 0 0,-3-2 0 0 0,-4 0 0 0 0,-5-2 64 0 0,-6-4-64 0 0,-5-2 0 0 0,-3 0-96 0 0,-1-1-16 0 0,-1 1 0 0 0,0 1 0 0 0,1 0 24 0 0,1 1 8 0 0,0 0 0 0 0,1-1 0 0 0,1 1 80 0 0,2 0 0 0 0,5 2 0 0 0,5 2 0 0 0,5 2 0 0 0,4 2 0 0 0,5 1 136 0 0,3 2 24 0 0,4 1 0 0 0,2 1 0 0 0,2 0-16 0 0,5 0 144 0 0,1 0-144 509 0,0-2-80-509 0,-3 0-64 0 0,-3-1 72 0 0,-1-2-72 0 0,-3 0 0 0 0,-4-1 0 0 0,-3-2-288 0 0,-6-2-416 0 0,-4-1-8682 0 0,-3 1-4593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56.037"/>
    </inkml:context>
    <inkml:brush xml:id="br0">
      <inkml:brushProperty name="width" value="0.05" units="cm"/>
      <inkml:brushProperty name="height" value="0.3" units="cm"/>
      <inkml:brushProperty name="color" value="#33CCFF"/>
      <inkml:brushProperty name="inkEffects" value="pencil"/>
    </inkml:brush>
  </inkml:definitions>
  <inkml:trace contextRef="#ctx0" brushRef="#br0">2 36 12899 181384 60273,'-1'0'1152'0'0,"1"0"-928"0"0,0 0-224 0 0,1 1 0 0 0,0-1 920 0 0,1 0 136 0 0,2 0 25 0 0,8 1 943 0 0,12-2-207 0 0,14 0-617 0 0,12-1-872 0 0,6-1-184 0 0,-3-2-144 0 0,-6 0 0 0 0,-7-1 0 0 0,-4-1-1320 0 0,-9-1-20205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56.255"/>
    </inkml:context>
    <inkml:brush xml:id="br0">
      <inkml:brushProperty name="width" value="0.05" units="cm"/>
      <inkml:brushProperty name="height" value="0.3" units="cm"/>
      <inkml:brushProperty name="color" value="#33CCFF"/>
      <inkml:brushProperty name="inkEffects" value="pencil"/>
    </inkml:brush>
  </inkml:definitions>
  <inkml:trace contextRef="#ctx0" brushRef="#br0">0 1 9218 182418 60808,'1'1'408'0'0,"1"1"176"0"0,2 1-584 0 0,-1 1 0 0 0,1-1 0 0 0,0 1 1104 0 0,3 1 1545 0 0,6 3-257 0 0,4 3-1407 0 0,1 2-17 0 0,1 1 0 0 0,-2 1-424 0 0,-1-1-96 0 0,-4 0-8 0 0,-3-1-7 0 0,-3 0-57 0 0,-4-1-16 0 0,-2 0 0 0 0,-5 0 160 0 0,-5 2-304 0 0,-5 2-112 0 0,-4-1-104 0 0,-2-1 0 0 0,2-4-392 0 0,0-3-560 0 0,3-3-7794 0 0,3-3-4241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56.938"/>
    </inkml:context>
    <inkml:brush xml:id="br0">
      <inkml:brushProperty name="width" value="0.05" units="cm"/>
      <inkml:brushProperty name="height" value="0.3" units="cm"/>
      <inkml:brushProperty name="color" value="#33CCFF"/>
      <inkml:brushProperty name="inkEffects" value="pencil"/>
    </inkml:brush>
  </inkml:definitions>
  <inkml:trace contextRef="#ctx0" brushRef="#br0">194 1 8290 193119 58560,'0'1'736'0'0,"-2"3"-584"0"0,0 1-152 0 0,1 0 1112 0 0,0 1 1537 0 0,0 4 79 0 0,-1 9 57 0 0,0 8-1393 0 0,0 3-768 0 0,-1 4-152 0 0,-1 1-31 0 0,-2 7 239 0 0,-1 2-472 0 0,-1 0-8 0 0,-3 2 64 0 0,-1-2-264 0 0,0-5 64 0 0,0-5-64 0 0,0-6 0 0 0,-2-3-96 0 0,0-6 96 0 0,0-5-512 0 0,0-5-616 0 0,0-5 559 0 0,1-6-2351 0 0,2-3-14652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57.328"/>
    </inkml:context>
    <inkml:brush xml:id="br0">
      <inkml:brushProperty name="width" value="0.05" units="cm"/>
      <inkml:brushProperty name="height" value="0.3" units="cm"/>
      <inkml:brushProperty name="color" value="#33CCFF"/>
      <inkml:brushProperty name="inkEffects" value="pencil"/>
    </inkml:brush>
  </inkml:definitions>
  <inkml:trace contextRef="#ctx0" brushRef="#br0">25 107 1376 190987 58661,'1'-1'128'0'0,"1"0"-128"0"0,0-1 0 0 0,1-1 1809 0 0,2-1 335 0 0,3-2 73 0 0,8-5 2480 0 0,6-4-2193 0 0,4-2 17 0 0,3 1 1023 0 0,1 2-2823 0 0,-4 3-57 0 0,-1 6 264 0 0,-3 4-536 0 0,-5 4-208 0 0,-4 3-96 0 0,-4 3 40 0 0,-4 3-64 0 0,-3 2-64 0 0,-3 0 0 0 0,-3-1 0 0 0,-2 1 0 0 0,-4 2 0 0 0,-4 6-232 0 0,-4 0 72 0 0,0 0 0 0 0,1-2 0 0 0,1-2 0 0 0,-1-2-176 0 0,2-2 48 0 0,3-1 184 0 0,3-4 0 0 0,4-1 0 0 0,3-2 104 0 0,4-1 80 0 0,3-1-16 0 0,2-2 0 0 0,3 1 96 0 0,5-1 208 0 0,6 0 8 0 0,4 0 24 0 0,0-1-200 0 0,-2 1-40 0 0,-4 0 0 0 0,-3 1-8 0 0,-4 1 0 0 0,-4 0-24 0 0,-2 4 112 0 0,-4 3-56 0 0,-4 3-120 0 0,-3 0-64 0 0,-5 3 96 0 0,-3 1-96 0 0,-1 0 0 0 0,-3-2 0 0 0,1-1 0 0 0,-4 0 0 0 0,-1-2-80 0 0,-1-2-168 0 0,-2-2-320 0 0,-5-4-96 0 0,0-2 272 0 0,2-3-8 0 0,1-4-1360 0 0,4-5-1385 0 0,8-3-448 0 0,7-2 1513 0 0,5 2-10339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57.666"/>
    </inkml:context>
    <inkml:brush xml:id="br0">
      <inkml:brushProperty name="width" value="0.05" units="cm"/>
      <inkml:brushProperty name="height" value="0.3" units="cm"/>
      <inkml:brushProperty name="color" value="#33CCFF"/>
      <inkml:brushProperty name="inkEffects" value="pencil"/>
    </inkml:brush>
  </inkml:definitions>
  <inkml:trace contextRef="#ctx0" brushRef="#br0">6 1 14747 190416 59082,'0'3'648'0'0,"-1"3"304"0"0,-1 4-952 0 0,0 2 945 0 0,2 0 159 0 0,1 1 32 0 0,4 5 625 0 0,5 7-753 0 0,2 1-520 0 0,2-1-336 0 0,3-3-8 0 0,2-5-80 0 0,-2-5-64 0 0,1-8 0 0 0,1-7-152 0 0,-2-11-136 0 0,-1-7-208 0 0,-2-8-312 0 0,0-3 95 0 0,-3 2 425 0 0,-2 5 8 0 0,-1 5 0 0 0,-1 6 352 0 0,-2 4 72 0 0,0 6 16 0 0,0 3 0 0 0,-1 4 328 0 0,1 5 649 0 0,-1 7-225 0 0,0 7-336 0 0,0 6-104 0 0,-1 2-304 0 0,-1-1 0 0 0,0 0 0 0 0,0-1-96 0 0,-1-1-160 0 0,-1-5-240 0 0,-2-7-376 0 0,-1-7-504 0 0,-2-8-7746 0 0,1-3-4305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57.915"/>
    </inkml:context>
    <inkml:brush xml:id="br0">
      <inkml:brushProperty name="width" value="0.05" units="cm"/>
      <inkml:brushProperty name="height" value="0.3" units="cm"/>
      <inkml:brushProperty name="color" value="#33CCFF"/>
      <inkml:brushProperty name="inkEffects" value="pencil"/>
    </inkml:brush>
  </inkml:definitions>
  <inkml:trace contextRef="#ctx0" brushRef="#br0">106 3 9674 187784 60061,'1'2'424'0'0,"0"2"96"0"0,0 2-416 0 0,1 1-104 0 0,-1 1 1105 0 0,0 1 199 0 0,0 1 40 0 0,-1 2 0 0 0,-1 4-607 0 0,-1 5 471 0 0,-4 5-512 0 0,-3 0-696 0 0,-4-4-200 0 0,-3-7-304 0 0,-1-7 248 0 0,2-8 256 0 0,1-6 0 0 0,3-5 80 0 0,4-3 464 0 0,4-2 736 0 0,6-2-128 0 0,7-2-231 0 0,7-1-337 0 0,6 0-496 0 0,7 2-392 0 0,4 2-545 0 0,4 3-1431 0 0,0 4 160 0 0,-8 2-14476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6:58.251"/>
    </inkml:context>
    <inkml:brush xml:id="br0">
      <inkml:brushProperty name="width" value="0.05" units="cm"/>
      <inkml:brushProperty name="height" value="0.3" units="cm"/>
      <inkml:brushProperty name="color" value="#33CCFF"/>
      <inkml:brushProperty name="inkEffects" value="pencil"/>
    </inkml:brush>
  </inkml:definitions>
  <inkml:trace contextRef="#ctx0" brushRef="#br0">73 60 14747 187411 60997,'-1'3'648'0'0,"-2"2"144"0"0,-1 3-632 0 0,0 1-160 0 0,0 0 0 0 0,0 0 0 0 0,1-2 985 0 0,1 0 167 0 0,-1 1 32 0 0,-2 7 609 0 0,0 4-1297 0 0,-1 1-24 0 0,0 0-8 0 0,1-2-320 0 0,0-3-64 0 0,2-3-16 0 0,0-4 0 0 0,0-2-64 0 0,1-5 0 0 0,1-4 0 0 0,0-5-184 0 0,1-4 120 0 0,1-2 64 0 0,2-4-96 0 0,4-4 0 0 0,4-3 96 0 0,4-2 0 0 0,5 0 0 0 0,2 2 0 0 0,1 3 0 0 0,2 3 0 0 0,3 3 144 0 0,1 4 32 0 0,-3 5-88 0 0,-4 6 72 0 0,-4 3 24 0 0,-6 3 0 0 0,-2 5 192 0 0,-4 4 24 0 0,-3 5-120 0 0,-3 0-280 0 0,-2-1 96 0 0,-4 1-192 0 0,-4-1-248 0 0,-2-1-288 0 0,-2-2 120 0 0,1-3 0 0 0,1-3-8666 0 0,2-4-4441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14.991"/>
    </inkml:context>
    <inkml:brush xml:id="br0">
      <inkml:brushProperty name="width" value="0.035" units="cm"/>
      <inkml:brushProperty name="height" value="0.035" units="cm"/>
      <inkml:brushProperty name="color" value="#FFFFFF"/>
    </inkml:brush>
  </inkml:definitions>
  <inkml:trace contextRef="#ctx0" brushRef="#br0">253 11 10594 0 0,'25'-8'5579'0'0,"-20"7"-5225"0"0,-1 0 0 0 0,1 1 0 0 0,-1 0 1 0 0,1 0-1 0 0,-1 0 0 0 0,1 0 0 0 0,-1 1 0 0 0,1 0 1 0 0,-1 0-1 0 0,0 0 0 0 0,1 0 0 0 0,-1 1 0 0 0,4 1 1 0 0,-1 1-126 0 0,-1 0 0 0 0,0 0 0 0 0,1 0 0 0 0,-2 1 0 0 0,1 0 0 0 0,0 0 0 0 0,5 8 0 0 0,-1-1-126 0 0,-1 0 1 0 0,-1 0-1 0 0,0 1 0 0 0,-1 1 0 0 0,0-1 0 0 0,-1 1 0 0 0,6 20 0 0 0,-5-4-39 0 0,0 1 1 0 0,-3 0-1 0 0,0 0 0 0 0,-2 0 0 0 0,-1 0 1 0 0,-2 0-1 0 0,-1 1 0 0 0,-12 58 0 0 0,4-45 21 0 0,-2-1 0 0 0,-2 0 0 0 0,-1-1 0 0 0,-3-1 0 0 0,-34 60 0 0 0,38-80-188 0 0,0 0 0 0 0,-2-1 0 0 0,0 0 0 0 0,-33 31 0 0 0,38-42 38 0 0,0-1 1 0 0,0 0-1 0 0,-1 0 0 0 0,0-1 0 0 0,-1-1 1 0 0,1 0-1 0 0,-1-1 0 0 0,-1 0 1 0 0,1-1-1 0 0,-17 4 0 0 0,23-7-183 0 0,0-1 1 0 0,0 0-1 0 0,0-1 0 0 0,0 1 0 0 0,0-2 0 0 0,-1 1 0 0 0,1-1 0 0 0,-9-1 0 0 0,-2-5-1319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15.222"/>
    </inkml:context>
    <inkml:brush xml:id="br0">
      <inkml:brushProperty name="width" value="0.035" units="cm"/>
      <inkml:brushProperty name="height" value="0.035" units="cm"/>
      <inkml:brushProperty name="color" value="#FFFFFF"/>
    </inkml:brush>
  </inkml:definitions>
  <inkml:trace contextRef="#ctx0" brushRef="#br0">60 0 7370 0 0,'-7'13'1266'0'0,"0"1"1"0"0,2-1-1 0 0,-1 1 1 0 0,2 0-1 0 0,-4 17 1 0 0,3-14-529 0 0,0 6 198 0 0,0 0-1 0 0,2 0 1 0 0,0 0-1 0 0,1 28 0 0 0,2-35-670 0 0,1-1-1 0 0,1 0 1 0 0,0 1 0 0 0,1-1-1 0 0,0 0 1 0 0,1-1-1 0 0,9 21 1 0 0,-11-31-254 0 0,0 1 0 0 0,1-1 0 0 0,-1 0 0 0 0,1 0 0 0 0,0 0 1 0 0,0 0-1 0 0,0 0 0 0 0,1 0 0 0 0,-1-1 0 0 0,1 0 0 0 0,0 1 0 0 0,0-1 0 0 0,0-1 1 0 0,0 1-1 0 0,9 3 0 0 0,-6-3 0 0 0,0-1 1 0 0,0-1-1 0 0,0 1 1 0 0,0-1-1 0 0,0 0 1 0 0,0-1-1 0 0,1 0 0 0 0,-1 0 1 0 0,0 0-1 0 0,10-3 1 0 0,21-4-1214 0 0,63-21 1 0 0,-55 12-6158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16.165"/>
    </inkml:context>
    <inkml:brush xml:id="br0">
      <inkml:brushProperty name="width" value="0.035" units="cm"/>
      <inkml:brushProperty name="height" value="0.035" units="cm"/>
      <inkml:brushProperty name="color" value="#FFFFFF"/>
    </inkml:brush>
  </inkml:definitions>
  <inkml:trace contextRef="#ctx0" brushRef="#br0">788 163 5529 0 0,'-3'-9'985'0'0,"2"0"1"0"0,-1-1-1 0 0,1 1 0 0 0,0-19 0 0 0,1 18-143 0 0,0 0-1 0 0,-1 0 1 0 0,0 0 0 0 0,-4-12-1 0 0,4 20-604 0 0,0-1 0 0 0,0 1 0 0 0,-1 0 0 0 0,1 0-1 0 0,-1 0 1 0 0,1 0 0 0 0,-1 1 0 0 0,0-1 0 0 0,1 0 0 0 0,-1 1-1 0 0,0-1 1 0 0,0 1 0 0 0,0 0 0 0 0,-1-1 0 0 0,1 1 0 0 0,0 0 0 0 0,0 0-1 0 0,-1 1 1 0 0,1-1 0 0 0,0 0 0 0 0,-1 1 0 0 0,1-1 0 0 0,-1 1-1 0 0,-2 0 1 0 0,-7-1 80 0 0,0 0 0 0 0,-1 1 0 0 0,-18 2-1 0 0,-7 4-209 0 0,0 1 0 0 0,0 2 0 0 0,1 2 0 0 0,0 1 0 0 0,-68 33 0 0 0,89-36-82 0 0,0 1 1 0 0,1 1-1 0 0,0 0 0 0 0,0 1 1 0 0,1 1-1 0 0,1 0 1 0 0,0 1-1 0 0,1 0 1 0 0,-21 32-1 0 0,0 9-15 0 0,-40 91 0 0 0,59-114-12 0 0,-58 143-1903 0 0,65-155 1025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16.446"/>
    </inkml:context>
    <inkml:brush xml:id="br0">
      <inkml:brushProperty name="width" value="0.035" units="cm"/>
      <inkml:brushProperty name="height" value="0.035" units="cm"/>
      <inkml:brushProperty name="color" value="#FFFFFF"/>
    </inkml:brush>
  </inkml:definitions>
  <inkml:trace contextRef="#ctx0" brushRef="#br0">14 0 920 0 0,'-3'7'825'0'0,"1"-1"-1"0"0,0 0 1 0 0,0 1-1 0 0,1-1 1 0 0,-1 1-1 0 0,1 11 1 0 0,1 41 3756 0 0,0-58-4474 0 0,0 11 644 0 0,1 1-1 0 0,1-1 1 0 0,0 0 0 0 0,1 0 0 0 0,0 0 0 0 0,1 0-1 0 0,0-1 1 0 0,1 0 0 0 0,0 1 0 0 0,7 9 0 0 0,-9-16-629 0 0,0-1 0 0 0,0 1 0 0 0,1-1 0 0 0,-1 0 0 0 0,1 0 1 0 0,0 0-1 0 0,0 0 0 0 0,1-1 0 0 0,-1 0 0 0 0,1 0 0 0 0,-1 0 1 0 0,1 0-1 0 0,0-1 0 0 0,0 0 0 0 0,0 0 0 0 0,0 0 0 0 0,0 0 1 0 0,1-1-1 0 0,-1 0 0 0 0,1 0 0 0 0,-1-1 0 0 0,0 1 0 0 0,1-1 1 0 0,9-1-1 0 0,-6-1-110 0 0,-1 1 0 0 0,1-2 0 0 0,0 1 0 0 0,-1-1 0 0 0,0-1 0 0 0,1 0 0 0 0,-1 0 0 0 0,-1 0 0 0 0,10-7 0 0 0,2-4-689 0 0,0 0-1 0 0,18-20 0 0 0,-2-2-6787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13.415"/>
    </inkml:context>
    <inkml:brush xml:id="br0">
      <inkml:brushProperty name="width" value="0.1" units="cm"/>
      <inkml:brushProperty name="height" value="0.1" units="cm"/>
      <inkml:brushProperty name="color" value="#66CC00"/>
    </inkml:brush>
  </inkml:definitions>
  <inkml:trace contextRef="#ctx0" brushRef="#br0">0 16 2304 0 0,'9'-15'10832'0'0,"-3"17"-10157"0"0,-1 0-466 0 0,0 0-1 0 0,-1 0 1 0 0,0 1-1 0 0,0-1 1 0 0,0 1 0 0 0,0-1-1 0 0,0 1 1 0 0,-1 0-1 0 0,1 0 1 0 0,-1 0 0 0 0,0 1-1 0 0,0-1 1 0 0,3 5 0 0 0,12 26 753 0 0,-1 0 1 0 0,11 38-1 0 0,15 75-338 0 0,-16-47-604 0 0,-22-83-574 0 0,-3-6 647 0 0,2 1 1 0 0,6 14-1 0 0,6-5-2083 0 0,-15-20 1487 0 0,1 0 0 0 0,-1 1 0 0 0,1-1-1 0 0,0 0 1 0 0,-1 0 0 0 0,1 0 0 0 0,0 0 0 0 0,0 0-1 0 0,0-1 1 0 0,4 2 0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13.696"/>
    </inkml:context>
    <inkml:brush xml:id="br0">
      <inkml:brushProperty name="width" value="0.1" units="cm"/>
      <inkml:brushProperty name="height" value="0.1" units="cm"/>
      <inkml:brushProperty name="color" value="#66CC00"/>
    </inkml:brush>
  </inkml:definitions>
  <inkml:trace contextRef="#ctx0" brushRef="#br0">113 0 3681 0 0,'-6'12'1615'0'0,"1"0"0"0"0,0 0 1 0 0,1 0-1 0 0,-3 21 0 0 0,-1 3 399 0 0,-1-4-924 0 0,2-6-598 0 0,0-1 0 0 0,-3 0 0 0 0,-24 45 0 0 0,24-55-1078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14.328"/>
    </inkml:context>
    <inkml:brush xml:id="br0">
      <inkml:brushProperty name="width" value="0.1" units="cm"/>
      <inkml:brushProperty name="height" value="0.1" units="cm"/>
      <inkml:brushProperty name="color" value="#66CC00"/>
    </inkml:brush>
  </inkml:definitions>
  <inkml:trace contextRef="#ctx0" brushRef="#br0">102 656 920 0 0,'-5'-1'178'0'0,"1"0"0"0"0,0 0 0 0 0,0 0 0 0 0,-1-1 0 0 0,1 1 0 0 0,0-1 0 0 0,1 0 0 0 0,-1 0 0 0 0,0 0 0 0 0,1-1 0 0 0,0 1 0 0 0,-1-1 0 0 0,-3-3 0 0 0,2 0 202 0 0,1 1 1 0 0,0-1-1 0 0,0 0 0 0 0,0 0 0 0 0,1-1 0 0 0,-2-7 0 0 0,0 1-144 0 0,2-2 0 0 0,0 1 0 0 0,1 0-1 0 0,0 0 1 0 0,2-1 0 0 0,0 1 0 0 0,2 0-1 0 0,0-1 1 0 0,1 1 0 0 0,0 0 0 0 0,2 0-1 0 0,0 0 1 0 0,1 1 0 0 0,10-15 0 0 0,-5 8 92 0 0,2 2 0 0 0,1 0 0 0 0,1 0 0 0 0,1 1 0 0 0,1 0 0 0 0,1 1 0 0 0,1 1 1 0 0,1 0-1 0 0,22-13 0 0 0,-3 5 406 0 0,2 1 1 0 0,1 2 0 0 0,78-28 0 0 0,-86 37-431 0 0,1 2 0 0 0,0 0 1 0 0,0 1-1 0 0,1 2 0 0 0,62-5 1 0 0,-35 8 300 0 0,111 6 1 0 0,-138-1-546 0 0,0 2 0 0 0,-1 1 0 0 0,0 1 0 0 0,53 15 0 0 0,-71-15 6 0 0,-1 0 0 0 0,-1 1 1 0 0,0 0-1 0 0,0 0 1 0 0,0 2-1 0 0,-2-1 0 0 0,1 1 1 0 0,-1 1-1 0 0,-1 0 0 0 0,0 0 1 0 0,-1 1-1 0 0,-1 0 0 0 0,0 0 1 0 0,-1 1-1 0 0,9 15 1 0 0,-10-14 78 0 0,-1 1 1 0 0,0-1 0 0 0,-2 1 0 0 0,0 0 0 0 0,-1 0 0 0 0,-1 0 0 0 0,-1 0 0 0 0,0 1-1 0 0,-2-1 1 0 0,0 0 0 0 0,-1 1 0 0 0,0-1 0 0 0,-2 0 0 0 0,-7 20 0 0 0,2-19-308 0 0,0 0 1 0 0,-2 0-1 0 0,-1 0 1 0 0,0-1 0 0 0,-1-1-1 0 0,-1 1 1 0 0,-19 14-1 0 0,20-17-597 0 0,10-9 504 0 0,1-1 1 0 0,-1 1-1 0 0,1-1 0 0 0,-1 1 1 0 0,1 0-1 0 0,0-1 1 0 0,0 1-1 0 0,0 0 1 0 0,0 0-1 0 0,0 0 0 0 0,0 0 1 0 0,1-1-1 0 0,-1 1 1 0 0,1 0-1 0 0,0 0 1 0 0,0 4-1 0 0,0 1 212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14.852"/>
    </inkml:context>
    <inkml:brush xml:id="br0">
      <inkml:brushProperty name="width" value="0.1" units="cm"/>
      <inkml:brushProperty name="height" value="0.1" units="cm"/>
      <inkml:brushProperty name="color" value="#66CC00"/>
    </inkml:brush>
  </inkml:definitions>
  <inkml:trace contextRef="#ctx0" brushRef="#br0">130 1 2304 0 0,'-2'3'288'0'0,"0"0"-1"0"0,1 1 0 0 0,0-1 1 0 0,-1 0-1 0 0,1 1 0 0 0,1-1 1 0 0,-1 1-1 0 0,1 0 0 0 0,0 4 1 0 0,-1 3 239 0 0,-42 168 5133 0 0,23-106-4133 0 0,-19 99-534 0 0,23-95-3133 0 0,15-74 932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16.044"/>
    </inkml:context>
    <inkml:brush xml:id="br0">
      <inkml:brushProperty name="width" value="0.1" units="cm"/>
      <inkml:brushProperty name="height" value="0.1" units="cm"/>
      <inkml:brushProperty name="color" value="#66CC00"/>
    </inkml:brush>
  </inkml:definitions>
  <inkml:trace contextRef="#ctx0" brushRef="#br0">19 144 920 0 0,'-2'-1'242'0'0,"1"-1"1"0"0,-1 1-1 0 0,1 0 0 0 0,-1-1 1 0 0,1 1-1 0 0,-1-1 0 0 0,1 0 0 0 0,0 1 1 0 0,0-1-1 0 0,0 0 0 0 0,0 0 0 0 0,1 1 1 0 0,-1-1-1 0 0,0 0 0 0 0,1 0 0 0 0,0 0 1 0 0,-1 0-1 0 0,1 1 0 0 0,0-1 0 0 0,1 0 1 0 0,-1 0-1 0 0,1-2 0 0 0,-1 2-6 0 0,2 0-1 0 0,-1-1 0 0 0,0 1 0 0 0,0 0 1 0 0,1 0-1 0 0,0 0 0 0 0,-1 0 1 0 0,1 0-1 0 0,0 0 0 0 0,0 0 1 0 0,1 1-1 0 0,-1-1 0 0 0,0 1 0 0 0,1-1 1 0 0,-1 1-1 0 0,1-1 0 0 0,3 0 1 0 0,26-10 151 0 0,0 2 0 0 0,1 0 0 0 0,1 2 0 0 0,-1 0 0 0 0,2 2 1 0 0,-1 1-1 0 0,1 1 0 0 0,43 0 0 0 0,33 3-91 0 0,138 12-1 0 0,-198-7 4 0 0,1 1 1 0 0,-2 3-1 0 0,1 1 0 0 0,78 22 0 0 0,-96-18 218 0 0,-32-13-471 0 0,0 0 0 0 0,0 1 0 0 0,0-1 0 0 0,0 1 0 0 0,0-1 0 0 0,0 1 0 0 0,0 0 0 0 0,0-1 0 0 0,0 1 0 0 0,0 0 0 0 0,0-1 0 0 0,-1 1 0 0 0,1 0 0 0 0,0 0 0 0 0,-1-1 0 0 0,1 1 0 0 0,0 0 0 0 0,-1 0 0 0 0,0 0 0 0 0,1 0 0 0 0,-1 0 0 0 0,0 0 0 0 0,1 0 0 0 0,-1 0 0 0 0,0 1 0 0 0,-1-1-227 0 0,0 0 0 0 0,0 1 0 0 0,-1-1 0 0 0,1 0 0 0 0,0 0 0 0 0,-1 0 1 0 0,1 0-1 0 0,-1 0 0 0 0,0 0 0 0 0,1-1 0 0 0,-3 2 0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16.620"/>
    </inkml:context>
    <inkml:brush xml:id="br0">
      <inkml:brushProperty name="width" value="0.1" units="cm"/>
      <inkml:brushProperty name="height" value="0.1" units="cm"/>
      <inkml:brushProperty name="color" value="#66CC00"/>
    </inkml:brush>
  </inkml:definitions>
  <inkml:trace contextRef="#ctx0" brushRef="#br0">0 29 2761 0 0,'4'-2'281'0'0,"0"1"1"0"0,0 0 0 0 0,0 0-1 0 0,0 0 1 0 0,0 0 0 0 0,0 1-1 0 0,0-1 1 0 0,1 1 0 0 0,-1 0-1 0 0,7 0 1 0 0,3-1 39 0 0,90-5 1589 0 0,43-4 898 0 0,238 6 1 0 0,-344 6-1936 0 0,71 11 1 0 0,-98-10-695 0 0,-1-1 1 0 0,0 2 0 0 0,-1 0-1 0 0,1 0 1 0 0,-1 0 0 0 0,0 2-1 0 0,0-1 1 0 0,0 1 0 0 0,12 8-1 0 0,-11-5-142 0 0,0 0-1 0 0,-1 0 1 0 0,0 1-1 0 0,-1 0 1 0 0,0 0-1 0 0,-1 1 1 0 0,8 13-1 0 0,-16-19-1551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16.914"/>
    </inkml:context>
    <inkml:brush xml:id="br0">
      <inkml:brushProperty name="width" value="0.1" units="cm"/>
      <inkml:brushProperty name="height" value="0.1" units="cm"/>
      <inkml:brushProperty name="color" value="#66CC00"/>
    </inkml:brush>
  </inkml:definitions>
  <inkml:trace contextRef="#ctx0" brushRef="#br0">9 1 3225 0 0,'-3'7'219'0'0,"1"0"1"0"0,1 0-1 0 0,-1 1 1 0 0,1-1-1 0 0,1 0 1 0 0,0 1-1 0 0,2 12 1 0 0,16 51 1361 0 0,-14-58-1702 0 0,-1-2-155 0 0,1-1 0 0 0,1 1 0 0 0,0-1-1 0 0,1 0 1 0 0,0 0 0 0 0,1-1 0 0 0,16 18 0 0 0,-14-19 253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17.258"/>
    </inkml:context>
    <inkml:brush xml:id="br0">
      <inkml:brushProperty name="width" value="0.1" units="cm"/>
      <inkml:brushProperty name="height" value="0.1" units="cm"/>
      <inkml:brushProperty name="color" value="#66CC00"/>
    </inkml:brush>
  </inkml:definitions>
  <inkml:trace contextRef="#ctx0" brushRef="#br0">67 0 3025 0 0,'-1'1'213'0'0,"0"0"1"0"0,1 0-1 0 0,-1 0 1 0 0,0 0-1 0 0,1 0 1 0 0,-1 0-1 0 0,1 0 1 0 0,-1 0-1 0 0,0 9 4015 0 0,1-6-2928 0 0,-11 77 5646 0 0,5-30-4434 0 0,-25 92 1 0 0,20-116-3177 0 0,11-21-65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39.145"/>
    </inkml:context>
    <inkml:brush xml:id="br0">
      <inkml:brushProperty name="width" value="0.1" units="cm"/>
      <inkml:brushProperty name="height" value="0.1" units="cm"/>
      <inkml:brushProperty name="color" value="#E71224"/>
    </inkml:brush>
  </inkml:definitions>
  <inkml:trace contextRef="#ctx0" brushRef="#br0">3 20 1376 0 0,'-3'-20'9997'0'0,"7"24"-9298"0"0,2 1-260 0 0,0 1 0 0 0,-1 0 0 0 0,0 0 0 0 0,0 1 1 0 0,-1-1-1 0 0,8 15 0 0 0,60 143 3243 0 0,25 88-2658 0 0,-64-164-594 0 0,3 12-218 0 0,-17-42-58 0 0,3-1 0 0 0,46 86 0 0 0,-41-100-43 0 0,13 23-607 0 0,-39-89-4958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39.855"/>
    </inkml:context>
    <inkml:brush xml:id="br0">
      <inkml:brushProperty name="width" value="0.1" units="cm"/>
      <inkml:brushProperty name="height" value="0.1" units="cm"/>
      <inkml:brushProperty name="color" value="#E71224"/>
    </inkml:brush>
  </inkml:definitions>
  <inkml:trace contextRef="#ctx0" brushRef="#br0">110 0 5529 0 0,'-4'80'4645'0'0,"-23"132"1"0"0,5-62-1470 0 0,-27 177-373 0 0,41-290-5122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41.759"/>
    </inkml:context>
    <inkml:brush xml:id="br0">
      <inkml:brushProperty name="width" value="0.1" units="cm"/>
      <inkml:brushProperty name="height" value="0.1" units="cm"/>
      <inkml:brushProperty name="color" value="#E71224"/>
    </inkml:brush>
  </inkml:definitions>
  <inkml:trace contextRef="#ctx0" brushRef="#br0">188 806 2737 0 0,'-2'-1'140'0'0,"0"0"0"0"0,-1-1 0 0 0,1 1 0 0 0,0-1 0 0 0,0 1 0 0 0,0-1 0 0 0,-1-2 0 0 0,0 1 133 0 0,-7-4 841 0 0,1 0-1 0 0,-1 0 0 0 0,0 1 0 0 0,-12-5 1 0 0,17 8-955 0 0,0 1 1 0 0,0-1 0 0 0,0 0-1 0 0,0-1 1 0 0,1 1 0 0 0,-1-1-1 0 0,1 0 1 0 0,0 0 0 0 0,0 0-1 0 0,0-1 1 0 0,1 1 0 0 0,-1-1-1 0 0,1 0 1 0 0,0 0 0 0 0,1 0-1 0 0,-1-1 1 0 0,-1-6 0 0 0,-7-14 751 0 0,7 16-473 0 0,0 0-1 0 0,0 0 1 0 0,1 0-1 0 0,-3-19 1 0 0,5 19-262 0 0,1 1 0 0 0,0-1-1 0 0,0 0 1 0 0,1 0 0 0 0,0 0 0 0 0,5-17-1 0 0,1 6 65 0 0,18-39 0 0 0,-18 45 7 0 0,41-81 583 0 0,-40 83-757 0 0,0 0-1 0 0,1 0 0 0 0,1 1 0 0 0,0 1 1 0 0,12-12-1 0 0,-6 11 133 0 0,1 0 0 0 0,1 1 0 0 0,0 1-1 0 0,0 1 1 0 0,0 0 0 0 0,25-7 0 0 0,-13 4 155 0 0,41-22-1 0 0,-54 24-278 0 0,1 0-1 0 0,0 2 0 0 0,0 0 1 0 0,0 1-1 0 0,1 0 0 0 0,0 2 0 0 0,0 0 1 0 0,1 2-1 0 0,23-3 0 0 0,54-2 72 0 0,45-1 83 0 0,-115 8-115 0 0,-1 2-1 0 0,1 2 0 0 0,36 7 1 0 0,-4 3-75 0 0,0-2 0 0 0,1-3 1 0 0,60 1-1 0 0,-103-8-38 0 0,-1 0 1 0 0,0 0-1 0 0,0 2 1 0 0,0 0 0 0 0,0 1-1 0 0,0 0 1 0 0,-1 2-1 0 0,1 0 1 0 0,-2 0-1 0 0,1 1 1 0 0,-1 1-1 0 0,0 0 1 0 0,0 2-1 0 0,-1-1 1 0 0,0 1-1 0 0,12 14 1 0 0,19 18-8 0 0,-25-26 0 0 0,0 2 0 0 0,-2 0 0 0 0,0 1 0 0 0,-1 1 0 0 0,16 27 0 0 0,-19-25 0 0 0,-2 0 0 0 0,0 0 0 0 0,-1 1 0 0 0,9 35 0 0 0,-17-50 3 0 0,3 15-11 0 0,4 24 0 0 0,-8-40-6 0 0,-1-1-1 0 0,1 1 1 0 0,-1-1 0 0 0,-1 1 0 0 0,1-1-1 0 0,-1 1 1 0 0,0-1 0 0 0,-4 12 0 0 0,-11 28 3 0 0,9-23 11 0 0,-1-1 0 0 0,-1 0 0 0 0,-13 22 0 0 0,6-14 73 0 0,1 1 0 0 0,-20 64 1 0 0,17-44-9 0 0,6-11-30 0 0,9-25-22 0 0,-2-1 1 0 0,-8 19-1 0 0,13-33-35 0 0,0 1-1 0 0,0-1 1 0 0,-1 1 0 0 0,1-1 0 0 0,0 0-1 0 0,0 1 1 0 0,0-1 0 0 0,-1 0 0 0 0,1 1-1 0 0,0-1 1 0 0,-1 0 0 0 0,1 1 0 0 0,0-1-1 0 0,0 0 1 0 0,-1 0 0 0 0,1 1-1 0 0,-1-1 1 0 0,1 0 0 0 0,0 0 0 0 0,-1 0-1 0 0,0 1 1 0 0,1-1-10 0 0,0-1 1 0 0,0 1-1 0 0,-1 0 0 0 0,1 0 0 0 0,0 0 1 0 0,0 0-1 0 0,-1-1 0 0 0,1 1 1 0 0,0 0-1 0 0,0 0 0 0 0,0 0 0 0 0,0-1 1 0 0,0 1-1 0 0,-1 0 0 0 0,1 0 0 0 0,0-1 1 0 0,0 1-1 0 0,0 0 0 0 0,0 0 0 0 0,0-1 1 0 0,0 1-1 0 0,0 0 0 0 0,0 0 0 0 0,0-1 1 0 0,0 1-1 0 0,0 0 0 0 0,0-1 0 0 0,0 1 1 0 0,0 0-1 0 0,0-1 0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42.700"/>
    </inkml:context>
    <inkml:brush xml:id="br0">
      <inkml:brushProperty name="width" value="0.1" units="cm"/>
      <inkml:brushProperty name="height" value="0.1" units="cm"/>
      <inkml:brushProperty name="color" value="#E71224"/>
    </inkml:brush>
  </inkml:definitions>
  <inkml:trace contextRef="#ctx0" brushRef="#br0">1 1 1840 0 0,'8'4'9234'0'0,"2"11"-8474"0"0,0 2-1 0 0,-1-1 1 0 0,-1 1-1 0 0,9 27 1 0 0,18 81 508 0 0,-8-29-140 0 0,6 12-697 0 0,-5 1 0 0 0,14 117 0 0 0,-41-220-395 0 0,0-1-1 0 0,-1 0 1 0 0,2 0-1 0 0,-1 1 1 0 0,1-1-1 0 0,-1 0 1 0 0,2 0-1 0 0,-1 0 1 0 0,0-1-1 0 0,1 1 1 0 0,0 0-1 0 0,0-1 1 0 0,0 0-1 0 0,1 0 1 0 0,-1 0-1 0 0,1 0 1 0 0,5 4-1 0 0,-3-3-284 0 0,-1 1-1 0 0,0 0 1 0 0,0 0 0 0 0,-1 0-1 0 0,0 0 1 0 0,0 1 0 0 0,0-1-1 0 0,-1 1 1 0 0,0 0 0 0 0,3 11-1 0 0,1 7-549 0 0,6 45 0 0 0,-5-25 911 0 0,-6-39-294 0 0,0-12-1372 0 0,-1 0 530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43.235"/>
    </inkml:context>
    <inkml:brush xml:id="br0">
      <inkml:brushProperty name="width" value="0.1" units="cm"/>
      <inkml:brushProperty name="height" value="0.1" units="cm"/>
      <inkml:brushProperty name="color" value="#E71224"/>
    </inkml:brush>
  </inkml:definitions>
  <inkml:trace contextRef="#ctx0" brushRef="#br0">16 1 3225 0 0,'-16'16'9008'0'0,"17"-14"-8694"0"0,5 27-686 0 0,-1 1 0 0 0,-1 0-1 0 0,0 44 1 0 0,-11 114-314 0 0,2 67 1555 0 0,7-237-3560 0 0,-1-1-978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43.607"/>
    </inkml:context>
    <inkml:brush xml:id="br0">
      <inkml:brushProperty name="width" value="0.1" units="cm"/>
      <inkml:brushProperty name="height" value="0.1" units="cm"/>
      <inkml:brushProperty name="color" value="#E71224"/>
    </inkml:brush>
  </inkml:definitions>
  <inkml:trace contextRef="#ctx0" brushRef="#br0">76 0 5065 0 0,'-8'142'6541'0'0,"-10"-3"-3321"0"0,-6 75-228 0 0,20-120-2382 0 0,-3 43-1731 0 0,-4-46-3885 0 0,8-72 347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43.951"/>
    </inkml:context>
    <inkml:brush xml:id="br0">
      <inkml:brushProperty name="width" value="0.1" units="cm"/>
      <inkml:brushProperty name="height" value="0.1" units="cm"/>
      <inkml:brushProperty name="color" value="#E71224"/>
    </inkml:brush>
  </inkml:definitions>
  <inkml:trace contextRef="#ctx0" brushRef="#br0">17 1 7834 0 0,'-2'3'206'0'0,"0"0"0"0"0,1 0 1 0 0,-1 1-1 0 0,1-1 0 0 0,-1 1 1 0 0,1-1-1 0 0,0 1 0 0 0,1-1 1 0 0,-1 1-1 0 0,0 3 0 0 0,0 41 2262 0 0,2-30-2020 0 0,-3 116 2745 0 0,1 1-5107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44.698"/>
    </inkml:context>
    <inkml:brush xml:id="br0">
      <inkml:brushProperty name="width" value="0.1" units="cm"/>
      <inkml:brushProperty name="height" value="0.1" units="cm"/>
      <inkml:brushProperty name="color" value="#E71224"/>
    </inkml:brush>
  </inkml:definitions>
  <inkml:trace contextRef="#ctx0" brushRef="#br0">18 245 1376 0 0,'-1'-1'154'0'0,"0"1"0"0"0,0 0-1 0 0,1 0 1 0 0,-1 0 0 0 0,0 0-1 0 0,0 0 1 0 0,1-1 0 0 0,-1 1-1 0 0,0 0 1 0 0,1-1-1 0 0,-1 1 1 0 0,0 0 0 0 0,1-1-1 0 0,-1 1 1 0 0,1-1 0 0 0,-1 1-1 0 0,1-1 1 0 0,-1 1 0 0 0,1-1-1 0 0,-1 0 1 0 0,1 1 0 0 0,-1-1-1 0 0,1 1 1 0 0,0-1 0 0 0,-1 0-1 0 0,1 1 1 0 0,0-1 0 0 0,0 0-1 0 0,-1 0 1 0 0,1 1 0 0 0,0-1-1 0 0,0 0 1 0 0,0 0-1 0 0,0 1 1 0 0,0-1 0 0 0,0 0-1 0 0,0 0 1 0 0,0 1 0 0 0,0-1-1 0 0,0 0 1 0 0,1 0 0 0 0,-1-3 185 0 0,1 1 0 0 0,-1 0 1 0 0,1 0-1 0 0,0-1 0 0 0,0 1 1 0 0,1 0-1 0 0,-1 0 0 0 0,3-4 1 0 0,5-4 207 0 0,1-1 1 0 0,0 2 0 0 0,1-1 0 0 0,0 1 0 0 0,0 1-1 0 0,1 0 1 0 0,1 1 0 0 0,-1 0 0 0 0,16-7-1 0 0,0 2 14 0 0,1 2 0 0 0,0 0 0 0 0,42-9 0 0 0,-13 9-22 0 0,1 2-1 0 0,1 2 1 0 0,-1 3-1 0 0,67 5 1 0 0,-43 5-152 0 0,88 18 1 0 0,81 28 226 0 0,-173-34-376 0 0,-76-17-231 0 0,34 6 227 0 0,-1 2 0 0 0,56 22 0 0 0,-92-31-279 0 0,1 1 0 0 0,0-1-1 0 0,0 0 1 0 0,0 1-1 0 0,-1-1 1 0 0,1 1 0 0 0,0-1-1 0 0,0 1 1 0 0,-1-1-1 0 0,1 1 1 0 0,0-1 0 0 0,-1 1-1 0 0,1-1 1 0 0,-1 1 0 0 0,1 0-1 0 0,-1 0 1 0 0,1-1-1 0 0,-1 1 1 0 0,1 0 0 0 0,-1 0-1 0 0,0-1 1 0 0,1 1-1 0 0,-1 0 1 0 0,0 0 0 0 0,0 0-1 0 0,1 0 1 0 0,-1 1-1 0 0,-2 3-920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8:45.353"/>
    </inkml:context>
    <inkml:brush xml:id="br0">
      <inkml:brushProperty name="width" value="0.1" units="cm"/>
      <inkml:brushProperty name="height" value="0.1" units="cm"/>
      <inkml:brushProperty name="color" value="#E71224"/>
    </inkml:brush>
  </inkml:definitions>
  <inkml:trace contextRef="#ctx0" brushRef="#br0">21 165 1376 0 0,'-2'-2'593'0'0,"-1"0"0"0"0,1 0 1 0 0,1-1-1 0 0,-1 1 0 0 0,0 0 0 0 0,0-1 0 0 0,1 1 0 0 0,-1-1 0 0 0,1 1 0 0 0,-1-4 0 0 0,2 5-378 0 0,0 1 1 0 0,0-1-1 0 0,0 1 0 0 0,0-1 0 0 0,0 0 0 0 0,0 1 0 0 0,0-1 0 0 0,0 0 0 0 0,0 1 0 0 0,0-1 0 0 0,0 1 0 0 0,0-1 0 0 0,1 0 0 0 0,-1 1 0 0 0,0-1 0 0 0,0 1 0 0 0,1-1 0 0 0,-1 1 0 0 0,1-2 0 0 0,0 1-37 0 0,1 0 0 0 0,-1 0-1 0 0,0 0 1 0 0,1 0-1 0 0,-1 0 1 0 0,1 0-1 0 0,-1 1 1 0 0,1-1 0 0 0,-1 0-1 0 0,1 1 1 0 0,1-1-1 0 0,40-9 2129 0 0,62-7-1 0 0,-23 5-1258 0 0,251-47 1386 0 0,-286 52-2313 0 0,-1 3-1 0 0,1 1 1 0 0,0 3-1 0 0,-1 1 0 0 0,1 3 1 0 0,0 1-1 0 0,74 20 0 0 0,-104-20-25 0 0,-1 0 0 0 0,1 1 0 0 0,-1 1 0 0 0,-1 0 0 0 0,1 2 0 0 0,-1-1 0 0 0,27 22 0 0 0,-41-29-93 0 0,0 0 0 0 0,-1-1-1 0 0,1 1 1 0 0,0 0 0 0 0,0 0-1 0 0,0 0 1 0 0,-1 0 0 0 0,1 0-1 0 0,0 0 1 0 0,-1 0 0 0 0,1 0-1 0 0,-1 0 1 0 0,1 0 0 0 0,-1 2-1 0 0,0-3-5 0 0,0 1-1 0 0,0-1 1 0 0,0 1-1 0 0,0-1 1 0 0,0 1-1 0 0,0-1 1 0 0,0 1-1 0 0,0-1 1 0 0,0 1-1 0 0,-1-1 0 0 0,1 1 1 0 0,0-1-1 0 0,0 1 1 0 0,0-1-1 0 0,-1 1 1 0 0,1-1-1 0 0,0 0 1 0 0,-1 1-1 0 0,1-1 1 0 0,0 1-1 0 0,-1-1 1 0 0,0 1-1 0 0,-2 0-473 0 0,0 1-1 0 0,0-1 1 0 0,0 0 0 0 0,0 0-1 0 0,0 0 1 0 0,0 0 0 0 0,-1 0-1 0 0,-5 0 1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47.150"/>
    </inkml:context>
    <inkml:brush xml:id="br0">
      <inkml:brushProperty name="width" value="0.035" units="cm"/>
      <inkml:brushProperty name="height" value="0.035" units="cm"/>
      <inkml:brushProperty name="color" value="#FFFFFF"/>
    </inkml:brush>
  </inkml:definitions>
  <inkml:trace contextRef="#ctx0" brushRef="#br0">84 92 5529 0 0,'0'-6'781'0'0,"-2"-1"-1"0"0,1 1 0 0 0,-1-1 1 0 0,-4-8-1 0 0,4 8 28 0 0,-1 1 0 0 0,1-1-1 0 0,1 0 1 0 0,-2-10 0 0 0,4 10 1416 0 0,1 7-649 0 0,4 13 130 0 0,5 21-571 0 0,-1 78-28 0 0,-13 168-1 0 0,-1-169-819 0 0,4 120-242 0 0,1-94-24 0 0,0-106-20 0 0,-3 0 0 0 0,-1 0 0 0 0,-2 0 0 0 0,-2 0 0 0 0,-1-1 0 0 0,-16 34 0 0 0,10-42 77 0 0,14-22-75 0 0,0 0 0 0 0,0 1 1 0 0,-1-1-1 0 0,1 1 0 0 0,0-1 0 0 0,-1 1 0 0 0,1-1 0 0 0,0 0 0 0 0,-1 1 0 0 0,1-1 1 0 0,0 0-1 0 0,-1 1 0 0 0,1-1 0 0 0,-1 0 0 0 0,1 1 0 0 0,-1-1 0 0 0,1 0 0 0 0,-1 1 0 0 0,0-1 1 0 0,1 0-1 0 0,-1 0 0 0 0,1 0 0 0 0,-1 0 0 0 0,1 1 0 0 0,-1-1 0 0 0,0 0 0 0 0,1 0 1 0 0,-1 0-1 0 0,0 0 0 0 0,1 0 0 0 0,-1 0 0 0 0,1 0 0 0 0,-1 0 0 0 0,0 0 0 0 0,1 0 1 0 0,-1-1-1 0 0,0 1 0 0 0,1 0 0 0 0,-1 0 0 0 0,1 0 0 0 0,-1-1 0 0 0,1 1 0 0 0,-2-1 1 0 0,6 4 53 0 0,0 0 0 0 0,0 0 0 0 0,0 0 0 0 0,1-1 0 0 0,0 0 1 0 0,-1 0-1 0 0,1 0 0 0 0,0 0 0 0 0,0 0 0 0 0,0-1 1 0 0,0 1-1 0 0,1-1 0 0 0,-1 0 0 0 0,10 0 0 0 0,178 16 209 0 0,155 17 201 0 0,-161-13 54 0 0,322 4 0 0 0,-461-27-520 0 0,-45 2 0 0 0,-1 0 0 0 0,1-1 0 0 0,-1 1 0 0 0,1 0 0 0 0,-1-1 0 0 0,0 0 0 0 0,1 1 0 0 0,-1-1 0 0 0,0 0 0 0 0,1 0 0 0 0,-1 0 0 0 0,0 0 0 0 0,0 0 0 0 0,0 0 0 0 0,0 0 0 0 0,2-3 0 0 0,-3 3-16 0 0,-1 0 0 0 0,1-1 0 0 0,-1 1 0 0 0,0 0 0 0 0,1-1 0 0 0,-1 1 0 0 0,0 0 0 0 0,0-1 0 0 0,-1 1 0 0 0,1 0 0 0 0,0-1 0 0 0,0 1 0 0 0,-1 0 0 0 0,1 0 0 0 0,-1-1 0 0 0,0 1 0 0 0,-1-2 0 0 0,-18-25-607 0 0,13 20 268 0 0,-4-7-1645 0 0,-2 0-6024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47.586"/>
    </inkml:context>
    <inkml:brush xml:id="br0">
      <inkml:brushProperty name="width" value="0.035" units="cm"/>
      <inkml:brushProperty name="height" value="0.035" units="cm"/>
      <inkml:brushProperty name="color" value="#FFFFFF"/>
    </inkml:brush>
  </inkml:definitions>
  <inkml:trace contextRef="#ctx0" brushRef="#br0">82 1 7370 0 0,'-2'7'617'0'0,"1"0"1"0"0,0 0 0 0 0,0 0 0 0 0,1 0 0 0 0,0 1-1 0 0,1 6 1 0 0,0 13 195 0 0,-5 306 3901 0 0,2-80-3043 0 0,0-68-809 0 0,-20 300-986 0 0,21-477 35 0 0,1 1-152 0 0,-2 0 0 0 0,1 0 0 0 0,-1 0 0 0 0,-1-1 0 0 0,0 1 0 0 0,-9 16 0 0 0,12-25 193 0 0,0 0 0 0 0,0-1-1 0 0,0 1 1 0 0,0 0-1 0 0,-1-1 1 0 0,1 1 0 0 0,0 0-1 0 0,0-1 1 0 0,0 1-1 0 0,0 0 1 0 0,0 0-1 0 0,-1-1 1 0 0,1 1 0 0 0,0 0-1 0 0,0-1 1 0 0,0 1-1 0 0,-1 0 1 0 0,1 0 0 0 0,0 0-1 0 0,-1-1 1 0 0,1 1-1 0 0,0 0 1 0 0,-1 0-1 0 0,1 0 1 0 0,0-1 0 0 0,-1 1-1 0 0,1 0 1 0 0,-1 0-1 0 0,1 0 1 0 0,0 0 0 0 0,-1 0-1 0 0,1 0 1 0 0,-1 0-1 0 0,1 0 1 0 0,0-1-1 0 0,-1 1 1 0 0,1 0 0 0 0,-1 0-1 0 0,1 1 1 0 0,-1-1-1 0 0,1 0 1 0 0,0 0 0 0 0,-1 0-1 0 0,1 0 1 0 0,-1 0-1 0 0,1 0 1 0 0,0 0-1 0 0,-1 0 1 0 0,1 1 0 0 0,-1-1-1 0 0,1 0 1 0 0,0 0-1 0 0,-1 0 1 0 0,1 1 0 0 0,0-1-1 0 0,0 0 1 0 0,-1 0-1 0 0,1 1 1 0 0,0-1-1 0 0,0 0 1 0 0,-1 0 0 0 0,1 1-1 0 0,0-1 1 0 0,0 0-1 0 0,0 1 1 0 0,0-1 0 0 0,-1 0-1 0 0,1 1 1 0 0,-4-14-5304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48.032"/>
    </inkml:context>
    <inkml:brush xml:id="br0">
      <inkml:brushProperty name="width" value="0.035" units="cm"/>
      <inkml:brushProperty name="height" value="0.035" units="cm"/>
      <inkml:brushProperty name="color" value="#FFFFFF"/>
    </inkml:brush>
  </inkml:definitions>
  <inkml:trace contextRef="#ctx0" brushRef="#br0">1 31 5529 0 0,'34'-10'4236'0'0,"29"1"-1832"0"0,0 3 0 0 0,1 2 0 0 0,86 3 0 0 0,192 24 832 0 0,-78 14-2724 0 0,-153-15-3039 0 0,-97-19-2568 0 0,-1 2-1578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48.450"/>
    </inkml:context>
    <inkml:brush xml:id="br0">
      <inkml:brushProperty name="width" value="0.035" units="cm"/>
      <inkml:brushProperty name="height" value="0.035" units="cm"/>
      <inkml:brushProperty name="color" value="#FFFFFF"/>
    </inkml:brush>
  </inkml:definitions>
  <inkml:trace contextRef="#ctx0" brushRef="#br0">6 0 6449 0 0,'0'1'52'0'0,"-1"-1"-1"0"0,1 0 0 0 0,-1 1 1 0 0,1 0-1 0 0,-1-1 0 0 0,1 1 0 0 0,-1-1 1 0 0,1 1-1 0 0,0-1 0 0 0,-1 1 1 0 0,1 0-1 0 0,0-1 0 0 0,0 1 1 0 0,0-1-1 0 0,-1 1 0 0 0,1 0 0 0 0,0-1 1 0 0,0 1-1 0 0,0 0 0 0 0,1-1 1 0 0,-1 1-1 0 0,0-1 0 0 0,0 1 0 0 0,0 0 1 0 0,0-1-1 0 0,1 1 0 0 0,-1 0 1 0 0,0-1-1 0 0,1 1 0 0 0,-1-1 1 0 0,1 1-1 0 0,-1-1 0 0 0,1 1 0 0 0,-1-1 1 0 0,1 1-1 0 0,-1-1 0 0 0,2 1 1 0 0,30 18 2414 0 0,-20-13-2038 0 0,214 109 5919 0 0,-146-81-5653 0 0,2-3-1 0 0,126 34 0 0 0,-206-64-739 0 0,7 1-67 0 0,0 0 1 0 0,0 0-1 0 0,14 1 1 0 0,-22-2-27 0 0,1-1 0 0 0,0 0 0 0 0,-1 0 0 0 0,1 0 0 0 0,0 0 0 0 0,-1 0 0 0 0,1 0 0 0 0,0 0 0 0 0,-1 0 0 0 0,1-1 0 0 0,0 1 0 0 0,-1 0 0 0 0,1-1 0 0 0,-1 1 0 0 0,1-1 0 0 0,-1 1 0 0 0,1-1 0 0 0,-1 0 0 0 0,0 1 0 0 0,1-1 0 0 0,-1 0 0 0 0,0 0 0 0 0,0 0 0 0 0,1 0 1 0 0,-1 0-1 0 0,0 0 0 0 0,1-2 0 0 0,1-7-5544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48.633"/>
    </inkml:context>
    <inkml:brush xml:id="br0">
      <inkml:brushProperty name="width" value="0.035" units="cm"/>
      <inkml:brushProperty name="height" value="0.035" units="cm"/>
      <inkml:brushProperty name="color" value="#FFFFFF"/>
    </inkml:brush>
  </inkml:definitions>
  <inkml:trace contextRef="#ctx0" brushRef="#br0">0 0 6913 0 0,'56'23'3417'0'0,"89"25"0"0"0,-78-27-2385 0 0,1 2 241 0 0,-9-3 33 0 0,105 25 0 0 0,-161-44-1322 0 0,0 0 1 0 0,0-1-1 0 0,0 1 1 0 0,0-1-1 0 0,0 0 1 0 0,1 0-1 0 0,-1 0 0 0 0,0 0 1 0 0,0 0-1 0 0,0 0 1 0 0,6-2-1 0 0,-8 2-17 0 0,0 0 0 0 0,-1 0 0 0 0,1-1 0 0 0,-1 1 0 0 0,1 0 0 0 0,-1-1-1 0 0,1 1 1 0 0,0 0 0 0 0,-1-1 0 0 0,0 1 0 0 0,1 0 0 0 0,-1-1 0 0 0,1 1 0 0 0,-1-1-1 0 0,0 1 1 0 0,1-1 0 0 0,-1 1 0 0 0,0-1 0 0 0,1 1 0 0 0,-1-1 0 0 0,0 0 0 0 0,0 0-82 0 0,0-1 1 0 0,0 1-1 0 0,0-1 0 0 0,0 1 1 0 0,0-1-1 0 0,-1 1 1 0 0,1 0-1 0 0,0-1 1 0 0,-1 1-1 0 0,0-1 1 0 0,0 0-1 0 0,-9-14-1825 0 0,-6-1-3436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48.819"/>
    </inkml:context>
    <inkml:brush xml:id="br0">
      <inkml:brushProperty name="width" value="0.035" units="cm"/>
      <inkml:brushProperty name="height" value="0.035" units="cm"/>
      <inkml:brushProperty name="color" value="#FFFFFF"/>
    </inkml:brush>
  </inkml:definitions>
  <inkml:trace contextRef="#ctx0" brushRef="#br0">1 0 11522 0 0,'313'148'7459'0'0,"-175"-80"-5796"0"0,-69-34-798 0 0,-11-5-350 0 0,65 25 0 0 0,-118-52-501 0 0,1 0 0 0 0,0 0 0 0 0,0-1 0 0 0,0 0 0 0 0,8 2-1 0 0,-13-3-37 0 0,0 0 1 0 0,0 0-1 0 0,0 0 0 0 0,-1 0 0 0 0,1 0 0 0 0,0 0 0 0 0,0 0 0 0 0,0 0 0 0 0,0 0 0 0 0,0 0 0 0 0,-1 0 0 0 0,1 0 0 0 0,0 0 0 0 0,0-1 0 0 0,0 1 0 0 0,0 0 0 0 0,-1-1 0 0 0,1 1 0 0 0,0 0 0 0 0,0-1 0 0 0,-1 1 0 0 0,1 0 0 0 0,0-1 0 0 0,-1 1 1 0 0,1-1-1 0 0,-1 1 0 0 0,1-1 0 0 0,-1 1 0 0 0,1-1 0 0 0,-1 0 0 0 0,1 1 0 0 0,-1-1 0 0 0,0 1 0 0 0,1-1 0 0 0,-1 0 0 0 0,0 1 0 0 0,0-1 0 0 0,1 0 0 0 0,-1 1 0 0 0,0-1 0 0 0,0 0 0 0 0,0 1 0 0 0,0-1 0 0 0,0 0 0 0 0,0 1 0 0 0,-1-1 0 0 0,1 0 1 0 0,-1 0-1 0 0,0-4-445 0 0,0 1-1 0 0,-1-1 1 0 0,0 1 0 0 0,0 0 0 0 0,-1 0 0 0 0,-3-5 0 0 0,-12-14-6238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7:49.005"/>
    </inkml:context>
    <inkml:brush xml:id="br0">
      <inkml:brushProperty name="width" value="0.035" units="cm"/>
      <inkml:brushProperty name="height" value="0.035" units="cm"/>
      <inkml:brushProperty name="color" value="#FFFFFF"/>
    </inkml:brush>
  </inkml:definitions>
  <inkml:trace contextRef="#ctx0" brushRef="#br0">1 0 15667 0 0,'195'88'3332'0'0,"61"23"-932"0"0,-209-98-3136 0 0,-46-12 660 0 0,1-1 0 0 0,0 1-1 0 0,0-1 1 0 0,0 0 0 0 0,0 1 0 0 0,0-1 0 0 0,0 0 0 0 0,0 0 0 0 0,0 0 0 0 0,0 0 0 0 0,0 0 0 0 0,0-1 0 0 0,0 1 0 0 0,0 0 0 0 0,0-1 0 0 0,0 1 0 0 0,0-1 0 0 0,0 1 0 0 0,0-1 0 0 0,-1 0-1 0 0,3-1 1 0 0,4-8-197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14.165"/>
    </inkml:context>
    <inkml:brush xml:id="br0">
      <inkml:brushProperty name="width" value="0.035" units="cm"/>
      <inkml:brushProperty name="height" value="0.035" units="cm"/>
      <inkml:brushProperty name="color" value="#FFFFFF"/>
    </inkml:brush>
  </inkml:definitions>
  <inkml:trace contextRef="#ctx0" brushRef="#br0">1 157 7370 0 0,'1'-1'193'0'0,"0"-1"1"0"0,0 0 0 0 0,0 0 0 0 0,0 1-1 0 0,0-1 1 0 0,0 1 0 0 0,1-1 0 0 0,-1 1 0 0 0,1-1-1 0 0,-1 1 1 0 0,1 0 0 0 0,0 0 0 0 0,-1 0 0 0 0,4-2-1 0 0,3-3 252 0 0,11-7 258 0 0,0 0 1 0 0,1 0 0 0 0,0 2-1 0 0,1 1 1 0 0,0 0-1 0 0,0 2 1 0 0,1 0-1 0 0,32-6 1 0 0,-6 4 342 0 0,2 2 1 0 0,92-1-1 0 0,-114 9-722 0 0,0 2-1 0 0,0 1 0 0 0,1 1 1 0 0,-2 1-1 0 0,1 2 0 0 0,-1 0 1 0 0,48 22-1 0 0,-46-16-230 0 0,1 2 0 0 0,-2 2 0 0 0,0 0-1 0 0,-1 2 1 0 0,-1 1 0 0 0,34 34 0 0 0,-48-41-77 0 0,-1 1 237 0 0,-14-20-7307 0 0,-3-2-108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14.350"/>
    </inkml:context>
    <inkml:brush xml:id="br0">
      <inkml:brushProperty name="width" value="0.035" units="cm"/>
      <inkml:brushProperty name="height" value="0.035" units="cm"/>
      <inkml:brushProperty name="color" value="#FFFFFF"/>
    </inkml:brush>
  </inkml:definitions>
  <inkml:trace contextRef="#ctx0" brushRef="#br0">31 1 5985 0 0,'10'12'1343'0'0,"22"19"0"0"0,-22-23-315 0 0,-1 1 1 0 0,0 0-1 0 0,0 0 0 0 0,7 12 0 0 0,-12-15-596 0 0,0 1 0 0 0,-1-1 0 0 0,0 1 1 0 0,0 0-1 0 0,0 0 0 0 0,-1 1 0 0 0,0-1 0 0 0,0 0 0 0 0,-1 1 0 0 0,0-1 0 0 0,0 1 0 0 0,-1-1 0 0 0,-1 14 0 0 0,1-15-344 0 0,-2 0-1 0 0,1-1 1 0 0,0 1-1 0 0,-1 0 1 0 0,0-1 0 0 0,0 1-1 0 0,-1-1 1 0 0,0 1-1 0 0,0-1 1 0 0,0 0-1 0 0,0 0 1 0 0,-1-1-1 0 0,0 1 1 0 0,0-1-1 0 0,0 1 1 0 0,0-1 0 0 0,-1-1-1 0 0,-5 5 1 0 0,4-4-386 0 0,-1 0 1 0 0,1-1-1 0 0,-1 1 1 0 0,0-1 0 0 0,0 0-1 0 0,-1-1 1 0 0,1 0-1 0 0,0 0 1 0 0,-9 1 0 0 0,1-3-6451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15.096"/>
    </inkml:context>
    <inkml:brush xml:id="br0">
      <inkml:brushProperty name="width" value="0.035" units="cm"/>
      <inkml:brushProperty name="height" value="0.035" units="cm"/>
      <inkml:brushProperty name="color" value="#FFFFFF"/>
    </inkml:brush>
  </inkml:definitions>
  <inkml:trace contextRef="#ctx0" brushRef="#br0">14 1 3681 0 0,'-2'2'258'0'0,"1"0"0"0"0,-1 0 1 0 0,1 0-1 0 0,0 1 0 0 0,0-1 0 0 0,0 0 1 0 0,0 1-1 0 0,0-1 0 0 0,0 1 0 0 0,1-1 1 0 0,-1 1-1 0 0,1 0 0 0 0,0-1 1 0 0,-1 1-1 0 0,1-1 0 0 0,1 1 0 0 0,0 4 1 0 0,1 7 888 0 0,0 0-1 0 0,6 15 1 0 0,-5-15-664 0 0,80 246 3748 0 0,-81-256-4326 0 0,7 18 278 0 0,-9-21-253 0 0,1-1 1 0 0,-1 1 0 0 0,0 0 0 0 0,1 0 0 0 0,-1-1 0 0 0,1 1 0 0 0,-1 0 0 0 0,1-1 0 0 0,-1 1 0 0 0,1-1-1 0 0,-1 1 1 0 0,1 0 0 0 0,0-1 0 0 0,-1 1 0 0 0,1-1 0 0 0,0 0 0 0 0,0 1 0 0 0,-1-1 0 0 0,1 0 0 0 0,1 1 0 0 0,1-3-1513 0 0,1-4-3395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15.637"/>
    </inkml:context>
    <inkml:brush xml:id="br0">
      <inkml:brushProperty name="width" value="0.035" units="cm"/>
      <inkml:brushProperty name="height" value="0.035" units="cm"/>
      <inkml:brushProperty name="color" value="#FFFFFF"/>
    </inkml:brush>
  </inkml:definitions>
  <inkml:trace contextRef="#ctx0" brushRef="#br0">0 21 5529 0 0,'16'-5'4539'0'0,"23"-1"-2649"0"0,-32 5-1349 0 0,75-6 1452 0 0,118 6 0 0 0,-28 1-716 0 0,-141 1-982 0 0,-1 1-1 0 0,50 9 0 0 0,-44-5 181 0 0,42 1 1 0 0,-59-6-419 0 0,165 10 494 0 0,-150-9-551 0 0,0 0 0 0 0,-1-2 0 0 0,1-2 0 0 0,48-7 0 0 0,-72 7 0 0 0,0 0 0 0 0,1 0 0 0 0,-1 1 0 0 0,1 0 0 0 0,19 2 0 0 0,-26-1-22 0 0,1-1 0 0 0,-1 1 0 0 0,1-1 0 0 0,-1 0 0 0 0,8-2 0 0 0,-1 1-62 0 0,-14 6 121 0 0,0 1 0 0 0,0 0-1 0 0,0 0 1 0 0,1-1 0 0 0,0 2 0 0 0,0-1-1 0 0,0 0 1 0 0,0 0 0 0 0,0 6-1 0 0,-1 3 109 0 0,-16 114 165 0 0,10-46-418 0 0,4-55-8 0 0,-7 64-4013 0 0,12-80 2731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16.141"/>
    </inkml:context>
    <inkml:brush xml:id="br0">
      <inkml:brushProperty name="width" value="0.035" units="cm"/>
      <inkml:brushProperty name="height" value="0.035" units="cm"/>
      <inkml:brushProperty name="color" value="#FFFFFF"/>
    </inkml:brush>
  </inkml:definitions>
  <inkml:trace contextRef="#ctx0" brushRef="#br0">2 132 4145 0 0,'0'0'22'0'0,"0"1"0"0"0,0-1-1 0 0,-1 0 1 0 0,1 0 0 0 0,0 0 0 0 0,0 0 0 0 0,0 0-1 0 0,0 1 1 0 0,0-1 0 0 0,0 0 0 0 0,0 0 0 0 0,0 0 0 0 0,0 0-1 0 0,0 1 1 0 0,0-1 0 0 0,0 0 0 0 0,0 0 0 0 0,0 0 0 0 0,0 0-1 0 0,0 0 1 0 0,0 1 0 0 0,0-1 0 0 0,0 0 0 0 0,0 0-1 0 0,0 0 1 0 0,0 0 0 0 0,0 1 0 0 0,0-1 0 0 0,0 0 0 0 0,0 0-1 0 0,0 0 1 0 0,0 0 0 0 0,0 0 0 0 0,1 1 0 0 0,-1-1 0 0 0,0 0-1 0 0,0 0 1 0 0,0 0 0 0 0,0 0 0 0 0,0 0 0 0 0,0 0-1 0 0,1 0 1 0 0,-1 0 0 0 0,0 1 0 0 0,0-1 0 0 0,0 0 0 0 0,1 0-1 0 0,12 2 927 0 0,25-6 539 0 0,-27 3-1088 0 0,277-18 3630 0 0,-118 10-2170 0 0,461 11 4702 0 0,-626-2-6528 0 0,36 1 343 0 0,1-2-1 0 0,-1-1 0 0 0,0-2 1 0 0,66-16-1 0 0,-105 19-369 0 0,-1 1 0 0 0,0 0 0 0 0,0-1-1 0 0,0 1 1 0 0,0-1 0 0 0,0 1 0 0 0,0-1 0 0 0,0 1 0 0 0,0-1 0 0 0,0 0 0 0 0,2-1 0 0 0,-3 2-5 0 0,0 0 0 0 0,0-1 0 0 0,0 1 0 0 0,0 0 0 0 0,0 0 0 0 0,0-1 0 0 0,0 1 0 0 0,0 0 1 0 0,0-1-1 0 0,0 1 0 0 0,0 0 0 0 0,0 0 0 0 0,0-1 0 0 0,0 1 0 0 0,0 0 0 0 0,0-1 0 0 0,0 1 0 0 0,0 0 0 0 0,0 0 0 0 0,0-1 1 0 0,-1 1-1 0 0,1 0 0 0 0,0 0 0 0 0,0-1 0 0 0,0 1 0 0 0,0 0 0 0 0,-1 0 0 0 0,1 0 0 0 0,0-1 0 0 0,0 1 0 0 0,0 0 0 0 0,-1 0 1 0 0,1 0-1 0 0,0 0 0 0 0,0-1 0 0 0,-1 1 0 0 0,1 0 0 0 0,0 0 0 0 0,0 0 0 0 0,-1 0 0 0 0,1 0 0 0 0,0 0 0 0 0,-1 0 0 0 0,1 0 0 0 0,0 0 1 0 0,0 0-1 0 0,-1 0 0 0 0,0 0 0 0 0,-50-14-1521 0 0,37 11 548 0 0,0 0 0 0 0,1-1-1 0 0,0-1 1 0 0,-1 0 0 0 0,-21-13-1 0 0,26 11-1374 0 0,4-1-19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18.433"/>
    </inkml:context>
    <inkml:brush xml:id="br0">
      <inkml:brushProperty name="width" value="0.035" units="cm"/>
      <inkml:brushProperty name="height" value="0.035" units="cm"/>
      <inkml:brushProperty name="color" value="#FFFFFF"/>
    </inkml:brush>
  </inkml:definitions>
  <inkml:trace contextRef="#ctx0" brushRef="#br0">1 1 14283 0 0,'13'9'634'0'0,"1"-1"0"0"0,0 0 1 0 0,1-1-1 0 0,23 9 0 0 0,-5-3-272 0 0,303 133 1682 0 0,-325-142-2047 0 0,56 22-465 0 0,-60-24 183 0 0,0-1 0 0 0,0 1 1 0 0,0-1-1 0 0,0 0 0 0 0,0-1 1 0 0,0 0-1 0 0,14-1 1 0 0,-7-3-5946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18.620"/>
    </inkml:context>
    <inkml:brush xml:id="br0">
      <inkml:brushProperty name="width" value="0.035" units="cm"/>
      <inkml:brushProperty name="height" value="0.035" units="cm"/>
      <inkml:brushProperty name="color" value="#FFFFFF"/>
    </inkml:brush>
  </inkml:definitions>
  <inkml:trace contextRef="#ctx0" brushRef="#br0">0 1 6449 0 0,'46'44'4327'0'0,"87"64"-1"0"0,-1-25-2482 0 0,-127-80-1999 0 0,0-1-1 0 0,0 0 1 0 0,0 0-1 0 0,1 0 1 0 0,-1-1-1 0 0,10 2 1 0 0,-14-3 91 0 0,0 0 0 0 0,0 0 0 0 0,0 0 1 0 0,0 0-1 0 0,0 0 0 0 0,0 0 0 0 0,0-1 0 0 0,0 1 0 0 0,-1 0 0 0 0,1 0 0 0 0,0 0 1 0 0,0-1-1 0 0,0 1 0 0 0,0-1 0 0 0,-1 1 0 0 0,1-1 0 0 0,0 1 0 0 0,0-1 1 0 0,1 0-1 0 0,-2 0 50 0 0,1 0 1 0 0,-1 0 0 0 0,0-1-1 0 0,1 1 1 0 0,-1 0-1 0 0,0 0 1 0 0,0 0-1 0 0,0 0 1 0 0,1 0 0 0 0,-1 0-1 0 0,0-1 1 0 0,-1 1-1 0 0,1 0 1 0 0,0 0 0 0 0,0 0-1 0 0,0 0 1 0 0,-1 0-1 0 0,1 0 1 0 0,0 0-1 0 0,-2-2 1 0 0,-6-14 13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18.790"/>
    </inkml:context>
    <inkml:brush xml:id="br0">
      <inkml:brushProperty name="width" value="0.035" units="cm"/>
      <inkml:brushProperty name="height" value="0.035" units="cm"/>
      <inkml:brushProperty name="color" value="#FFFFFF"/>
    </inkml:brush>
  </inkml:definitions>
  <inkml:trace contextRef="#ctx0" brushRef="#br0">0 0 3225 0 0,'25'17'288'0'0,"-11"-9"-288"0"0,2 1 0 0 0,0-1 0 0 0,-5-1 2128 0 0,-1-2 369 0 0,2 0 79 0 0,10 5 17 0 0,9 3-1281 0 0,10 5-256 0 0,0-1-55 0 0,0-2-9 0 0,-8-3-1336 0 0,-6-4-264 0 0,-7-4-65 0 0,-5-8 1 0 0,-3-4 512 0 0,-9-5 160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19.161"/>
    </inkml:context>
    <inkml:brush xml:id="br0">
      <inkml:brushProperty name="width" value="0.035" units="cm"/>
      <inkml:brushProperty name="height" value="0.035" units="cm"/>
      <inkml:brushProperty name="color" value="#FFFFFF"/>
    </inkml:brush>
  </inkml:definitions>
  <inkml:trace contextRef="#ctx0" brushRef="#br0">0 1 6449 0 0,'4'12'577'0'0,"-3"-6"-465"0"0,3 1-112 0 0,-1-2 0 0 0,-1-3 496 0 0,-1-1 80 0 0,3 1 8 0 0,3-2-2857 0 0,1 3-567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46.078"/>
    </inkml:context>
    <inkml:brush xml:id="br0">
      <inkml:brushProperty name="width" value="0.1" units="cm"/>
      <inkml:brushProperty name="height" value="0.1" units="cm"/>
      <inkml:brushProperty name="color" value="#FFC114"/>
    </inkml:brush>
  </inkml:definitions>
  <inkml:trace contextRef="#ctx0" brushRef="#br0">195 662 3681 0 0,'0'0'284'0'0,"0"1"-184"0"0,0-1 1 0 0,-1 0-1 0 0,1 1 1 0 0,0-1 0 0 0,0 0-1 0 0,0 0 1 0 0,0 1-1 0 0,-1-1 1 0 0,1 0-1 0 0,0 0 1 0 0,0 1-1 0 0,-1-1 1 0 0,1 0 0 0 0,0 0-1 0 0,0 1 1 0 0,-1-1-1 0 0,1 0 1 0 0,0 0-1 0 0,-1 0 1 0 0,1 0-1 0 0,-7 0 2825 0 0,4-2-2588 0 0,-13-8 571 0 0,1 0 1 0 0,0 0-1 0 0,1-1 0 0 0,-23-24 0 0 0,29 26-417 0 0,0-1 0 0 0,0 0 0 0 0,1 0 0 0 0,0 0 0 0 0,1-1 0 0 0,0 0 1 0 0,1 0-1 0 0,-5-15 0 0 0,5 7-348 0 0,1 1 0 0 0,0-1 0 0 0,2 0 1 0 0,0-1-1 0 0,2 1 0 0 0,0 0 0 0 0,0 0 1 0 0,2 0-1 0 0,4-20 0 0 0,-1 17-51 0 0,0 0 1 0 0,1 1-1 0 0,2-1 0 0 0,0 1 0 0 0,1 1 0 0 0,1 0 0 0 0,18-28 0 0 0,-23 41-38 0 0,1 1 0 0 0,-1 0 0 0 0,1 1 0 0 0,0-1 0 0 0,0 1 0 0 0,0 0 0 0 0,1 1 0 0 0,0-1 0 0 0,0 1 0 0 0,0 1 0 0 0,0-1 0 0 0,1 1-1 0 0,0 1 1 0 0,-1-1 0 0 0,1 1 0 0 0,0 1 0 0 0,0-1 0 0 0,0 1 0 0 0,0 1 0 0 0,16 0 0 0 0,-11 0-25 0 0,0 1-1 0 0,0 1 1 0 0,0 0 0 0 0,0 1 0 0 0,0 0 0 0 0,0 1 0 0 0,-1 1-1 0 0,0 0 1 0 0,0 0 0 0 0,0 1 0 0 0,0 1 0 0 0,11 9-1 0 0,73 51 405 0 0,-20-15-300 0 0,-71-48-128 0 0,0 0 1 0 0,0 0-1 0 0,0 1 1 0 0,-1 0-1 0 0,0 0 0 0 0,0 0 1 0 0,0 1-1 0 0,-1-1 1 0 0,1 1-1 0 0,-1 0 1 0 0,-1 0-1 0 0,1 0 0 0 0,2 10 1 0 0,1 0 48 0 0,1-1 0 0 0,1 1 0 0 0,1-1 0 0 0,18 26 0 0 0,-25-39-56 0 0,3 6 5 0 0,-1-1 0 0 0,0 0 0 0 0,-1 1 0 0 0,0 0 0 0 0,0 0 0 0 0,0 0 0 0 0,-1 0 0 0 0,2 17 0 0 0,-2 4 14 0 0,-1 35 1 0 0,-1-43-16 0 0,0-16-11 0 0,-1 25-140 0 0,1-29 141 0 0,0 1 0 0 0,0-1 0 0 0,0 0 0 0 0,0 0 0 0 0,0 0 0 0 0,-1 0 0 0 0,1 0-1 0 0,0 0 1 0 0,-1 0 0 0 0,1 0 0 0 0,-1 0 0 0 0,1 0 0 0 0,-1 0 0 0 0,1-1 0 0 0,-1 1 0 0 0,0 0-1 0 0,1 0 1 0 0,-1 0 0 0 0,0-1 0 0 0,0 1 0 0 0,-1 1 0 0 0,-6-4-1158 0 0,5-1 27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47.159"/>
    </inkml:context>
    <inkml:brush xml:id="br0">
      <inkml:brushProperty name="width" value="0.1" units="cm"/>
      <inkml:brushProperty name="height" value="0.1" units="cm"/>
      <inkml:brushProperty name="color" value="#FFC114"/>
    </inkml:brush>
  </inkml:definitions>
  <inkml:trace contextRef="#ctx0" brushRef="#br0">91 436 3225 0 0,'5'3'333'0'0,"1"-1"0"0"0,-1 0 1 0 0,1 0-1 0 0,0 0 1 0 0,0 0-1 0 0,0-1 1 0 0,0 0-1 0 0,11 0 0 0 0,-17-1-291 0 0,1 1 0 0 0,0-1 0 0 0,0 0 0 0 0,0 0 0 0 0,-1 0 0 0 0,1 0-1 0 0,0 0 1 0 0,0 0 0 0 0,0 0 0 0 0,-1 0 0 0 0,1 0 0 0 0,0 0 0 0 0,0-1 0 0 0,0 1 0 0 0,-1 0-1 0 0,1 0 1 0 0,0-1 0 0 0,0 0 0 0 0,-1 1-32 0 0,0 0 1 0 0,0-1-1 0 0,0 1 0 0 0,0-1 0 0 0,0 1 1 0 0,0 0-1 0 0,0-1 0 0 0,0 1 0 0 0,0-1 1 0 0,-1 1-1 0 0,1 0 0 0 0,0-1 0 0 0,0 1 1 0 0,0 0-1 0 0,-1-1 0 0 0,1 1 0 0 0,0 0 1 0 0,0-1-1 0 0,-1 1 0 0 0,1 0 1 0 0,0 0-1 0 0,-1-1 0 0 0,1 1 0 0 0,-1 0 1 0 0,-30-21-85 0 0,27 19 120 0 0,-2-2 184 0 0,1 1 1 0 0,-1-1-1 0 0,1 0 1 0 0,-1-1 0 0 0,2 1-1 0 0,-1-1 1 0 0,0 0 0 0 0,1 0-1 0 0,0-1 1 0 0,0 1 0 0 0,0-1-1 0 0,1 0 1 0 0,0 0-1 0 0,0 0 1 0 0,0 0 0 0 0,-2-12-1 0 0,0 0 6 0 0,-1 1 0 0 0,-8-19 0 0 0,9 25-15 0 0,0 1 1 0 0,1-1 0 0 0,0-1-1 0 0,1 1 1 0 0,1 0 0 0 0,-1-1-1 0 0,0-15 1 0 0,3 22-113 0 0,1 1 0 0 0,-1-1-1 0 0,1 0 1 0 0,0 1 0 0 0,0-1 0 0 0,0 1 0 0 0,1-1 0 0 0,0 1-1 0 0,0-1 1 0 0,0 1 0 0 0,0 0 0 0 0,0 0 0 0 0,1 0 0 0 0,4-5-1 0 0,-2 4-24 0 0,0-1 0 0 0,1 1 0 0 0,0 0 0 0 0,0 1 0 0 0,0-1 0 0 0,0 1 0 0 0,1 0 0 0 0,8-3 0 0 0,-7 3 21 0 0,1-1-1 0 0,-1 2 0 0 0,1-1 1 0 0,0 1-1 0 0,0 1 1 0 0,1-1-1 0 0,-1 2 0 0 0,1-1 1 0 0,-1 1-1 0 0,1 1 0 0 0,12 0 1 0 0,15 3 1015 0 0,-20-3-721 0 0,0 2-1 0 0,0 0 1 0 0,-1 0-1 0 0,32 11 0 0 0,-40-10-297 0 0,0 1-1 0 0,-1 1 0 0 0,0-1 1 0 0,0 1-1 0 0,0 0 0 0 0,7 7 1 0 0,36 41 455 0 0,-17-19-206 0 0,-25-25-298 0 0,0 0 0 0 0,-1 0 0 0 0,0 1 0 0 0,0 0 0 0 0,-1 0 0 0 0,0 0 0 0 0,-1 1 0 0 0,0 0 0 0 0,-1 0 0 0 0,0 1 0 0 0,2 14 0 0 0,-1-5 1 0 0,-1 0 1 0 0,0 0-1 0 0,-2 1 0 0 0,-1-1 1 0 0,-1 1-1 0 0,-2 23 0 0 0,1-40-48 0 0,1-1 0 0 0,0 1 0 0 0,0-1 0 0 0,0 0 0 0 0,1 1 0 0 0,0-1 0 0 0,0 1 0 0 0,0-1 0 0 0,0 0 0 0 0,0 1 0 0 0,1-1 0 0 0,0 0 0 0 0,0 0 0 0 0,3 5 0 0 0,-5-9-6 0 0,0 0 0 0 0,0 0 0 0 0,1 0-1 0 0,-1 0 1 0 0,0 0 0 0 0,0 0 0 0 0,0 0 0 0 0,0 0 0 0 0,0 0 0 0 0,0 0 0 0 0,0 0 0 0 0,1 0-1 0 0,-1 0 1 0 0,0 0 0 0 0,0 0 0 0 0,0 0 0 0 0,0 0 0 0 0,0 0 0 0 0,0 0 0 0 0,1 0 0 0 0,-1 0-1 0 0,0 0 1 0 0,0 0 0 0 0,0 0 0 0 0,0 0 0 0 0,0 0 0 0 0,0 0 0 0 0,0 0 0 0 0,1 0-1 0 0,-1 0 1 0 0,0 0 0 0 0,0 0 0 0 0,0 0 0 0 0,0 0 0 0 0,0-1 0 0 0,0 1 0 0 0,0 0 0 0 0,0 0-1 0 0,0 0 1 0 0,0 0 0 0 0,0 0 0 0 0,0 0 0 0 0,0 0 0 0 0,1 0 0 0 0,-1-1 0 0 0,0 1 0 0 0,0 0-1 0 0,0 0 1 0 0,0 0 0 0 0,0 0 0 0 0,0 0 0 0 0,0 0 0 0 0,0-1 0 0 0,0 1 0 0 0,0 0-1 0 0,0 0 1 0 0,0 0 0 0 0,0 0 0 0 0,-1 0 0 0 0,1-1 0 0 0,1-12-115 0 0,-1 12 20 0 0,-1-4-160 0 0,-6-23 16 0 0,6 25 8 0 0,1 1 0 0 0,-1-1 0 0 0,1 1 0 0 0,0-1 0 0 0,-1 0 1 0 0,1 1-1 0 0,1-5 0 0 0,-1 4-658 0 0,0 0 0 0 0,0 1 0 0 0,0-1 0 0 0,0 0 0 0 0,-1 0 1 0 0,1 0-1 0 0,-2-4 0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47.545"/>
    </inkml:context>
    <inkml:brush xml:id="br0">
      <inkml:brushProperty name="width" value="0.1" units="cm"/>
      <inkml:brushProperty name="height" value="0.1" units="cm"/>
      <inkml:brushProperty name="color" value="#FFC114"/>
    </inkml:brush>
  </inkml:definitions>
  <inkml:trace contextRef="#ctx0" brushRef="#br0">190 106 2304 0 0,'-117'-97'4032'0'0,"116"96"-3967"0"0,0 1-1 0 0,0-1 1 0 0,-1 0 0 0 0,1 0-1 0 0,0 0 1 0 0,0 1-1 0 0,0-1 1 0 0,-1 1 0 0 0,1-1-1 0 0,0 1 1 0 0,-1-1 0 0 0,1 1-1 0 0,0 0 1 0 0,-1-1-1 0 0,1 1 1 0 0,0 0 0 0 0,-1 0-1 0 0,1 0 1 0 0,-1 0 0 0 0,1 0-1 0 0,0 1 1 0 0,-1-1-1 0 0,-1 1 1 0 0,2 0 69 0 0,0 0 0 0 0,0-1 1 0 0,0 1-1 0 0,0 0 0 0 0,0 1 0 0 0,0-1 0 0 0,0 0 0 0 0,1 0 1 0 0,-1 0-1 0 0,0 0 0 0 0,1 1 0 0 0,-1-1 0 0 0,1 0 0 0 0,-1 1 1 0 0,1-1-1 0 0,0 0 0 0 0,-1 1 0 0 0,1-1 0 0 0,0 0 1 0 0,0 1-1 0 0,0-1 0 0 0,0 3 0 0 0,0 6 155 0 0,-1 0 0 0 0,-1 0 1 0 0,0-1-1 0 0,0 1 0 0 0,-1 0 0 0 0,-5 13 0 0 0,0-1-2516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47.748"/>
    </inkml:context>
    <inkml:brush xml:id="br0">
      <inkml:brushProperty name="width" value="0.1" units="cm"/>
      <inkml:brushProperty name="height" value="0.1" units="cm"/>
      <inkml:brushProperty name="color" value="#FFC114"/>
    </inkml:brush>
  </inkml:definitions>
  <inkml:trace contextRef="#ctx0" brushRef="#br0">0 0 456 0 0,'0'2'0'0'0,"0"0"0"0"0,0-1 0 0 0,2-1 392 0 0,-2 2 40 0 0,2 0 8 0 0,-1 1 0 0 0,3 0-360 0 0,1 1-80 0 0,0 1 0 0 0,0-2 0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47.947"/>
    </inkml:context>
    <inkml:brush xml:id="br0">
      <inkml:brushProperty name="width" value="0.1" units="cm"/>
      <inkml:brushProperty name="height" value="0.1" units="cm"/>
      <inkml:brushProperty name="color" value="#FFC114"/>
    </inkml:brush>
  </inkml:definitions>
  <inkml:trace contextRef="#ctx0" brushRef="#br0">9 0 4145 0 0,'-3'1'167'0'0,"-2"0"-32"0"0,5 2 711 0 0,15 8-1211 0 0,-15-10 359 0 0,0-1 0 0 0,1 1 1 0 0,-1 0-1 0 0,0-1 0 0 0,0 1 0 0 0,1-1 1 0 0,-1 1-1 0 0,0 0 0 0 0,0-1 0 0 0,0 1 1 0 0,0-1-1 0 0,0 1 0 0 0,0 0 0 0 0,0-1 1 0 0,0 1-1 0 0,0 0 0 0 0,0-1 1 0 0,-1 1-1 0 0,1-1 0 0 0,0 1 0 0 0,0 0 1 0 0,-1-1-1 0 0,1 1 0 0 0,0-1 0 0 0,0 1 1 0 0,-1-1-1 0 0,1 1 0 0 0,-1-1 1 0 0,1 1-1 0 0,-1-1 0 0 0,1 1 0 0 0,0-1 1 0 0,-1 1-1 0 0,1-1 0 0 0,-1 0 0 0 0,0 1 1 0 0,-1 1-6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50.237"/>
    </inkml:context>
    <inkml:brush xml:id="br0">
      <inkml:brushProperty name="width" value="0.1" units="cm"/>
      <inkml:brushProperty name="height" value="0.1" units="cm"/>
      <inkml:brushProperty name="color" value="#FFC114"/>
    </inkml:brush>
  </inkml:definitions>
  <inkml:trace contextRef="#ctx0" brushRef="#br0">0 71 456 0 0,'1'-2'175'0'0,"-1"0"0"0"0,1 0 0 0 0,0 0 0 0 0,0 0 0 0 0,-1 0 0 0 0,2 0 0 0 0,-1 0 0 0 0,0 0 0 0 0,0 1 0 0 0,0-1 0 0 0,1 0 0 0 0,-1 1-1 0 0,1-1 1 0 0,0 1 0 0 0,-1-1 0 0 0,4-1 0 0 0,32-20 1653 0 0,-29 20-1130 0 0,0 0 0 0 0,0 0-1 0 0,1 1 1 0 0,-1 0 0 0 0,0 1 0 0 0,1 0-1 0 0,-1 0 1 0 0,16 1 0 0 0,-6 1 290 0 0,0 1 1 0 0,36 8-1 0 0,-41-5-636 0 0,-13-5-342 0 0,0 0 1 0 0,0 1-1 0 0,0-1 0 0 0,0 0 0 0 0,0 0 0 0 0,0 0 0 0 0,0 0 0 0 0,0 0 0 0 0,0 1 0 0 0,0-1 1 0 0,0 0-1 0 0,0 0 0 0 0,0 0 0 0 0,0 0 0 0 0,-1 0 0 0 0,1 0 0 0 0,0 1 0 0 0,0-1 1 0 0,0 0-1 0 0,0 0 0 0 0,0 0 0 0 0,0 0 0 0 0,0 0 0 0 0,0 0 0 0 0,-1 0 0 0 0,1 0 1 0 0,0 1-1 0 0,0-1 0 0 0,0 0 0 0 0,0 0 0 0 0,0 0 0 0 0,0 0 0 0 0,-1 0 0 0 0,1 0 0 0 0,0 0 1 0 0,0 0-1 0 0,0 0 0 0 0,0 0 0 0 0,-1 0 0 0 0,1 0 0 0 0,0 0 0 0 0,0 0 0 0 0,-2 0-33 0 0,0 0 0 0 0,1 0 0 0 0,-1 0 0 0 0,0 0 0 0 0,1 0 0 0 0,-1 0 0 0 0,0 0 0 0 0,1 0 1 0 0,-1-1-1 0 0,0 1 0 0 0,1-1 0 0 0,-1 1 0 0 0,-2-2 0 0 0,2 0-519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51.336"/>
    </inkml:context>
    <inkml:brush xml:id="br0">
      <inkml:brushProperty name="width" value="0.1" units="cm"/>
      <inkml:brushProperty name="height" value="0.1" units="cm"/>
      <inkml:brushProperty name="color" value="#FFC114"/>
    </inkml:brush>
  </inkml:definitions>
  <inkml:trace contextRef="#ctx0" brushRef="#br0">170 716 3681 0 0,'-8'0'1324'0'0,"0"-1"0"0"0,0 0 0 0 0,-1-1 0 0 0,1 0 0 0 0,0 0 0 0 0,-9-5 0 0 0,10 4-997 0 0,1-1 0 0 0,0 0 0 0 0,0 0 0 0 0,0 0 0 0 0,0-1 0 0 0,1 0-1 0 0,0 0 1 0 0,0 0 0 0 0,0-1 0 0 0,1 0 0 0 0,-4-6 0 0 0,3 3 31 0 0,0 0 1 0 0,1 0 0 0 0,0-1 0 0 0,1 0-1 0 0,0 0 1 0 0,-3-19 0 0 0,3-3 34 0 0,2 0 1 0 0,0 1-1 0 0,9-62 0 0 0,-2 37-318 0 0,-3 14-73 0 0,2 1 0 0 0,13-49-1 0 0,-15 81-1 0 0,0 0 0 0 0,1 0 0 0 0,-1 0 0 0 0,2 1 1 0 0,-1-1-1 0 0,2 1 0 0 0,-1 0 0 0 0,9-9 0 0 0,-10 13 0 0 0,0-1 0 0 0,0 1 0 0 0,1 0 0 0 0,0 0 0 0 0,0 1 0 0 0,0-1 0 0 0,0 1 0 0 0,1 0 0 0 0,-1 1 0 0 0,1-1 0 0 0,0 1 0 0 0,-1 0 0 0 0,12-2-1 0 0,-5 3 7 0 0,0 0 0 0 0,0 1 0 0 0,0 0 0 0 0,-1 1 0 0 0,16 3 0 0 0,59 16 595 0 0,-76-17-473 0 0,28 9 260 0 0,57 27-1 0 0,-40-15-345 0 0,130 66 116 0 0,-174-84-155 0 0,-1 1 1 0 0,0 0-1 0 0,0 1 1 0 0,0 0-1 0 0,-1 1 1 0 0,-1 0-1 0 0,1 0 1 0 0,-1 1 0 0 0,-1 0-1 0 0,0 0 1 0 0,0 1-1 0 0,-1-1 1 0 0,0 2-1 0 0,-1-1 1 0 0,-1 1-1 0 0,1-1 1 0 0,2 15 0 0 0,0 7 57 0 0,-1 1 0 0 0,-1 1 1 0 0,0 42-1 0 0,-5-62-53 0 0,0 0 0 0 0,-2 0 1 0 0,1 0-1 0 0,-2 0 0 0 0,0 0 1 0 0,-1 0-1 0 0,0-1 0 0 0,-1 0 0 0 0,-13 26 1 0 0,11-30 11 0 0,0 0 0 0 0,-1-1 0 0 0,0 0 0 0 0,-1 0 0 0 0,0 0 1 0 0,0-1-1 0 0,-1-1 0 0 0,-18 12 0 0 0,23-16-35 0 0,1-1 0 0 0,0 0-1 0 0,-1 0 1 0 0,1 0 0 0 0,-1-1 0 0 0,0 0 0 0 0,1 0-1 0 0,-1 0 1 0 0,0 0 0 0 0,0-1 0 0 0,0 0 0 0 0,0 0-1 0 0,1 0 1 0 0,-1 0 0 0 0,0-1 0 0 0,0 0 0 0 0,0 0-1 0 0,1 0 1 0 0,-9-4 0 0 0,13 5-79 0 0,-1-1 1 0 0,1 1 0 0 0,0 0-1 0 0,-1-1 1 0 0,1 1-1 0 0,0-1 1 0 0,0 1-1 0 0,-1 0 1 0 0,1-1-1 0 0,0 1 1 0 0,0-1-1 0 0,0 1 1 0 0,0-1-1 0 0,-1 1 1 0 0,1-1 0 0 0,0 1-1 0 0,0-1 1 0 0,0 1-1 0 0,0-1 1 0 0,0 1-1 0 0,0 0 1 0 0,0-1-1 0 0,0 1 1 0 0,1-1-1 0 0,-1 1 1 0 0,0-1-1 0 0,0 1 1 0 0,0-1 0 0 0,0 1-1 0 0,1-1 1 0 0,-1 1-1 0 0,0 0 1 0 0,0-1-1 0 0,1 1 1 0 0,-1-1-1 0 0,1 1 1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54.083"/>
    </inkml:context>
    <inkml:brush xml:id="br0">
      <inkml:brushProperty name="width" value="0.1" units="cm"/>
      <inkml:brushProperty name="height" value="0.1" units="cm"/>
      <inkml:brushProperty name="color" value="#FFC114"/>
    </inkml:brush>
  </inkml:definitions>
  <inkml:trace contextRef="#ctx0" brushRef="#br0">468 658 5065 0 0,'0'1'40'0'0,"0"-1"0"0"0,0 0 1 0 0,-1 1-1 0 0,1-1 0 0 0,0 1 0 0 0,0-1 0 0 0,0 1 0 0 0,0-1 0 0 0,0 1 1 0 0,0-1-1 0 0,0 0 0 0 0,0 1 0 0 0,0-1 0 0 0,0 1 0 0 0,0-1 0 0 0,0 1 1 0 0,0-1-1 0 0,0 1 0 0 0,0-1 0 0 0,0 1 0 0 0,1-1 0 0 0,-1 0 0 0 0,0 1 1 0 0,0-1-1 0 0,0 1 0 0 0,1-1 0 0 0,-1 0 0 0 0,0 1 0 0 0,1-1 0 0 0,13 4 2182 0 0,-6-2-1636 0 0,6 1 223 0 0,-7-1-305 0 0,1 0 1 0 0,0 0 0 0 0,0-1-1 0 0,0 0 1 0 0,0-1 0 0 0,0 0-1 0 0,16-1 1 0 0,-24 1-493 0 0,0 0 1 0 0,0 0-1 0 0,0 0 0 0 0,0 0 0 0 0,0 0 1 0 0,0 0-1 0 0,1 0 0 0 0,-1 0 1 0 0,0 0-1 0 0,0 0 0 0 0,0 0 0 0 0,0 0 1 0 0,0 0-1 0 0,0 0 0 0 0,0 0 1 0 0,1 0-1 0 0,-1-1 0 0 0,0 1 0 0 0,0 0 1 0 0,0 0-1 0 0,0 0 0 0 0,0 0 1 0 0,0 0-1 0 0,0 0 0 0 0,0 0 0 0 0,0 0 1 0 0,0 0-1 0 0,0 0 0 0 0,0-1 1 0 0,0 1-1 0 0,0 0 0 0 0,1 0 0 0 0,-1 0 1 0 0,0 0-1 0 0,0 0 0 0 0,0 0 1 0 0,0 0-1 0 0,0-1 0 0 0,0 1 0 0 0,0 0 1 0 0,0 0-1 0 0,0 0 0 0 0,0 0 1 0 0,0 0-1 0 0,0 0 0 0 0,-1 0 0 0 0,1-1 1 0 0,-5-4 301 0 0,-10-3-27 0 0,15 8-267 0 0,-119-57 705 0 0,189 114 4075 0 0,-66-54-4573 0 0,4 1 443 0 0,-28-28-525 0 0,-52-57-609 0 0,94 89 398 0 0,-9-5 78 0 0,10 7 82 0 0,-5-2 258 0 0,1 0 0 0 0,31 7 0 0 0,-50-14-349 0 0,1-1 1 0 0,-1 0-1 0 0,0 0 1 0 0,0 0-1 0 0,0 0 1 0 0,0 0-1 0 0,0 0 1 0 0,0 0-1 0 0,0 0 1 0 0,0 0-1 0 0,1 0 1 0 0,-1 0-1 0 0,0 0 1 0 0,0 0-1 0 0,0 0 1 0 0,0 0-1 0 0,0 0 1 0 0,0 0-1 0 0,1 0 1 0 0,-1 0-1 0 0,0 0 1 0 0,0 0-1 0 0,0 0 1 0 0,0 0-1 0 0,0 0 0 0 0,0 0 1 0 0,0 0-1 0 0,1 0 1 0 0,-1 0-1 0 0,0 0 1 0 0,0 0-1 0 0,0 0 1 0 0,0 0-1 0 0,0-1 1 0 0,0 1-1 0 0,0 0 1 0 0,0 0-1 0 0,0 0 1 0 0,1 0-1 0 0,-1 0 1 0 0,0 0-1 0 0,0 0 1 0 0,0 0-1 0 0,0-1 1 0 0,0 1-1 0 0,0 0 1 0 0,0 0-1 0 0,0 0 1 0 0,0 0-1 0 0,0 0 1 0 0,0 0-1 0 0,0-1 1 0 0,0 1-1 0 0,-5-8 40 0 0,-12-10-69 0 0,16 17 37 0 0,38 4-11 0 0,-35-3 0 0 0,1 0 0 0 0,-1 0 0 0 0,1 0 0 0 0,-1 0 0 0 0,1-1 0 0 0,-1 1 0 0 0,1-1 0 0 0,-1 1 0 0 0,1-1 0 0 0,-1 0 0 0 0,0 0 0 0 0,0 0 0 0 0,1 0 0 0 0,-1-1 0 0 0,0 1 0 0 0,0 0 0 0 0,0-1 0 0 0,0 0 0 0 0,2-2 0 0 0,-2 1 0 0 0,0 0 0 0 0,0 0 0 0 0,-1-1 0 0 0,1 1 0 0 0,-1 0 0 0 0,0-1 0 0 0,0 1 0 0 0,0-1 0 0 0,-1 1 0 0 0,1-1 0 0 0,-1 1 0 0 0,0-1 0 0 0,0-3 0 0 0,0 2 0 0 0,1 1 0 0 0,0 0 0 0 0,0 0 0 0 0,0 0 0 0 0,0 0 0 0 0,1 0 0 0 0,-1 0 0 0 0,1 0 0 0 0,0 1 0 0 0,3-5 0 0 0,-2 4 0 0 0,0-1 0 0 0,-1 1 0 0 0,0 0 0 0 0,0-1 0 0 0,0 0 0 0 0,-1 1 0 0 0,2-9 0 0 0,-2 0 0 0 0,-1 0 0 0 0,0 0 0 0 0,-1 0 0 0 0,-1 0 0 0 0,0 0 0 0 0,-5-18 0 0 0,4 25 0 0 0,1-1 0 0 0,0 1 0 0 0,-1 0 0 0 0,-1 0 0 0 0,1 0 0 0 0,-1 1 0 0 0,1-1 0 0 0,-2 1 0 0 0,1 0 0 0 0,-10-9 0 0 0,-6-3 0 0 0,-33-22 0 0 0,33 25 0 0 0,7 6 0 0 0,0 0 0 0 0,0 2 0 0 0,-28-11 0 0 0,6 4 0 0 0,14 4 0 0 0,-1 0 0 0 0,-43-10 0 0 0,59 18 0 0 0,1-1 0 0 0,0 0 0 0 0,0 0 0 0 0,0-1 0 0 0,0 1 0 0 0,1-1 0 0 0,-1 0 0 0 0,1 0 0 0 0,-1-1 0 0 0,-5-5 0 0 0,-8-6 0 0 0,12 11 0 0 0,1 1 0 0 0,-1 1 0 0 0,0-1 0 0 0,0 1 0 0 0,1 0 0 0 0,-1 0 0 0 0,-1 1 0 0 0,-10-2 0 0 0,8 2 0 0 0,-1-1 0 0 0,-14-6 0 0 0,23 8 0 0 0,0-1 0 0 0,0 1 0 0 0,-1 0 0 0 0,1-1 0 0 0,0 1 0 0 0,0 0 0 0 0,0-1 0 0 0,0 1 0 0 0,-1 0 0 0 0,1 0 0 0 0,0 0 0 0 0,0 0 0 0 0,0 0 0 0 0,0 0 0 0 0,-1 1 0 0 0,1-1 0 0 0,0 0 0 0 0,0 1 0 0 0,0-1 0 0 0,0 0 0 0 0,0 1 0 0 0,0 0 0 0 0,0-1 0 0 0,0 1 0 0 0,0-1 0 0 0,0 1 0 0 0,0 0 0 0 0,0 0 0 0 0,0 0 0 0 0,0 0 0 0 0,0-1 0 0 0,1 1 0 0 0,-1 0 0 0 0,0 0 0 0 0,1 0 0 0 0,-1 0 0 0 0,1 1 0 0 0,-1 1 0 0 0,-2 5 0 0 0,0 0 0 0 0,1 0 0 0 0,1 1 0 0 0,-2 13 0 0 0,0-2 0 0 0,-1 1 48 0 0,1 0 0 0 0,-1 38 0 0 0,4-48-11 0 0,1-1 0 0 0,0 1-1 0 0,1-1 1 0 0,0 1-1 0 0,0-1 1 0 0,1 0 0 0 0,7 15-1 0 0,-6-16-34 0 0,0 0 1 0 0,-1 0-1 0 0,0 0 0 0 0,3 14 0 0 0,-6-21-2 0 0,1 0 1 0 0,-1 1-1 0 0,0-1 1 0 0,0 0-1 0 0,0 0 0 0 0,0 1 1 0 0,-1-1-1 0 0,1 0 1 0 0,0 0-1 0 0,-1 0 1 0 0,0 1-1 0 0,1-1 0 0 0,-1 0 1 0 0,0 0-1 0 0,0 0 1 0 0,0 0-1 0 0,0 0 1 0 0,-1 0-1 0 0,1 0 0 0 0,-1-1 1 0 0,1 1-1 0 0,-1 0 1 0 0,1-1-1 0 0,-3 2 1 0 0,3-2 16 0 0,-1 0 0 0 0,1-1 0 0 0,0 1 0 0 0,0 0 0 0 0,0 0 0 0 0,-1 0 0 0 0,1 0 0 0 0,0 1 0 0 0,0-1 0 0 0,0 0 0 0 0,1 0 1 0 0,-1 1-1 0 0,0-1 0 0 0,0 0 0 0 0,1 1 0 0 0,-1-1 0 0 0,1 0 0 0 0,-1 1 0 0 0,1-1 0 0 0,-1 1 0 0 0,1-1 0 0 0,0 1 0 0 0,0 0 1 0 0,0-1-1 0 0,0 1 0 0 0,0-1 0 0 0,0 1 0 0 0,0-1 0 0 0,1 1 0 0 0,-1-1 0 0 0,0 1 0 0 0,1-1 0 0 0,-1 1 0 0 0,1-1 0 0 0,0 0 1 0 0,-1 1-1 0 0,1-1 0 0 0,0 0 0 0 0,0 1 0 0 0,0-1 0 0 0,1 2 0 0 0,6 9-17 0 0,-8-11 0 0 0,0-1 0 0 0,0 0 0 0 0,0 0 0 0 0,0 0 0 0 0,0 0 0 0 0,0 0 0 0 0,0 0 0 0 0,0 0 0 0 0,0 0 0 0 0,0 1 0 0 0,0-1 0 0 0,0 0 0 0 0,0 0 0 0 0,0 0 0 0 0,0 0 0 0 0,0 0 0 0 0,0 0 0 0 0,0 0 0 0 0,0 1 0 0 0,0-1 0 0 0,0 0 0 0 0,0 0 0 0 0,0 0 0 0 0,0 0 0 0 0,0 0 0 0 0,0 0 0 0 0,-1 0 0 0 0,1 0 0 0 0,0 0 0 0 0,0 0 0 0 0,0 0 0 0 0,0 1 0 0 0,0-1 0 0 0,0 0 0 0 0,0 0 0 0 0,0 0 0 0 0,0 0 0 0 0,0 0 0 0 0,-1 0 0 0 0,1 0 0 0 0,0 0 0 0 0,0 0 0 0 0,0 0 0 0 0,0 0 0 0 0,0 0 0 0 0,0 0 0 0 0,0 0 0 0 0,-1 0 0 0 0,1 0 0 0 0,0 0 0 0 0,-20-8 0 0 0,13 5 0 0 0,1 0 0 0 0,0 1 0 0 0,0-1 0 0 0,0 1 0 0 0,0 1 0 0 0,0-1 0 0 0,0 1 0 0 0,0 0 0 0 0,-8 1 0 0 0,14 0 0 0 0,-1 0 0 0 0,1 0 0 0 0,0 0 0 0 0,0 0 0 0 0,0 0 0 0 0,0 0 0 0 0,0 0 0 0 0,-1 0 0 0 0,1 0 0 0 0,0 0 0 0 0,0 0 0 0 0,0 0 0 0 0,0 0 0 0 0,0 0 0 0 0,0 0 0 0 0,0 0 0 0 0,-1 1 0 0 0,1-1 0 0 0,0 0 0 0 0,0 0 0 0 0,0 0 0 0 0,0 0 0 0 0,0 0 0 0 0,0 0 0 0 0,0 0 0 0 0,0 1 0 0 0,0-1 0 0 0,0 0 0 0 0,0 0 0 0 0,0 0 0 0 0,-1 0 0 0 0,1 0 0 0 0,0 1 0 0 0,0-1 0 0 0,0 0 0 0 0,0 0 0 0 0,0 0 0 0 0,0 0 0 0 0,0 0 0 0 0,1 1 0 0 0,-1-1 0 0 0,0 0 0 0 0,0 0 0 0 0,0 0 0 0 0,0 0 0 0 0,0 0 0 0 0,0 0 0 0 0,0 1 0 0 0,0-1 0 0 0,0 0 0 0 0,0 0 0 0 0,0 0 0 0 0,0 0 0 0 0,0 0 0 0 0,1 0 0 0 0,12 15 0 0 0,-4-7 0 0 0,-2-3 0 0 0,-1 0 0 0 0,0 0 0 0 0,0 1 0 0 0,0 0 0 0 0,-1 0 0 0 0,7 10 0 0 0,-15-23-20 0 0,1 1 1 0 0,0-1-1 0 0,0 1 0 0 0,0-1 0 0 0,1 0 1 0 0,0 0-1 0 0,0 1 0 0 0,1-8 0 0 0,5-64-1115 0 0,-1 12-793 0 0,-4 18 1126 0 0,-9-59-1 0 0,4 94 1126 0 0,4 12-202 0 0,0 0 0 0 0,1 0 0 0 0,-1 0 0 0 0,0 0 0 0 0,1 0 0 0 0,-1 0 0 0 0,1-1-1 0 0,0 1 1 0 0,-1 0 0 0 0,1 0 0 0 0,0-1 0 0 0,0 1 0 0 0,0 0 0 0 0,-1 0 0 0 0,1-1 0 0 0,1 1 0 0 0,-1 0 0 0 0,0 0 0 0 0,0-3 0 0 0,2-17-109 0 0,-2 10 110 0 0,1 1 0 0 0,0 1 0 0 0,1-1 1 0 0,4-17-1 0 0,-5 24-113 0 0,0 1 1 0 0,0-1 0 0 0,0 1-1 0 0,1-1 1 0 0,-1 1-1 0 0,1-1 1 0 0,-1 1 0 0 0,1 0-1 0 0,0-1 1 0 0,0 1 0 0 0,0 0-1 0 0,0 1 1 0 0,1-1-1 0 0,-1 0 1 0 0,0 0 0 0 0,1 1-1 0 0,-1 0 1 0 0,1-1 0 0 0,0 1-1 0 0,-1 0 1 0 0,6-1-1 0 0,-2 1 32 0 0,0 0-1 0 0,0 1 0 0 0,0 0 0 0 0,0 0 0 0 0,0 0 0 0 0,0 1 1 0 0,0 0-1 0 0,0 0 0 0 0,0 1 0 0 0,-1-1 0 0 0,8 4 0 0 0,6 1 12 0 0,-15-5-47 0 0,0 0 1 0 0,0 0-1 0 0,0-1 1 0 0,0 1 0 0 0,0-1-1 0 0,1 0 1 0 0,-1 0-1 0 0,0 0 1 0 0,0-1-1 0 0,0 1 1 0 0,6-3-1 0 0,-2 1 4 0 0,-4 2 0 0 0,0 0 1 0 0,0 0 0 0 0,-1 0-1 0 0,1 0 1 0 0,0 1-1 0 0,0-1 1 0 0,-1 1 0 0 0,1 0-1 0 0,4 2 1 0 0,35 14 96 0 0,-27-9-63 0 0,20 8 112 0 0,0 3 0 0 0,-1 0 0 0 0,45 35 0 0 0,-80-54-154 0 0,0 0 0 0 0,0 0 0 0 0,0 0-1 0 0,1 0 1 0 0,-1 0 0 0 0,0 0 0 0 0,0 0 0 0 0,0 0-1 0 0,0 0 1 0 0,1 0 0 0 0,-1 0 0 0 0,0 0 0 0 0,0 1-1 0 0,0-1 1 0 0,0 0 0 0 0,1 0 0 0 0,-1 0 0 0 0,0 0-1 0 0,0 0 1 0 0,0 0 0 0 0,0 1 0 0 0,0-1 0 0 0,0 0-1 0 0,0 0 1 0 0,0 0 0 0 0,1 0 0 0 0,-1 1 0 0 0,0-1 0 0 0,0 0-1 0 0,0 0 1 0 0,0 0 0 0 0,0 1 0 0 0,0-1 0 0 0,0 0-1 0 0,0 0 1 0 0,0 0 0 0 0,0 0 0 0 0,0 1 0 0 0,0-1-1 0 0,0 0 1 0 0,0 0 0 0 0,0 0 0 0 0,0 1 0 0 0,-1-1-1 0 0,1 0 1 0 0,0 0 0 0 0,0 0 0 0 0,0 0 0 0 0,0 1-1 0 0,0-1 1 0 0,0 0 0 0 0,0 0 0 0 0,-1 0 0 0 0,1 0-1 0 0,0 0 1 0 0,0 0 0 0 0,0 1 0 0 0,0-1 0 0 0,0 0 0 0 0,-1 0-1 0 0,1 0 1 0 0,0 0 0 0 0,0 0 0 0 0,0 0 0 0 0,0 0-1 0 0,-1 0 1 0 0,1 0 0 0 0,-3 2 4 0 0,3 4-5 0 0,2-2 0 0 0,-1 0 0 0 0,1 0 0 0 0,1 0 0 0 0,-1 0 0 0 0,0 0 0 0 0,1-1 0 0 0,0 1 0 0 0,0-1 0 0 0,0 0 0 0 0,0 0 0 0 0,1 0 0 0 0,-1 0 0 0 0,1-1 0 0 0,-1 1 0 0 0,1-1 0 0 0,0 0 0 0 0,5 2 0 0 0,-7-3 0 0 0,1 0 0 0 0,-1 0 0 0 0,1 0 0 0 0,-1-1 0 0 0,1 1 0 0 0,-1-1 0 0 0,1 0 0 0 0,-1 0 0 0 0,1 1 0 0 0,2-2 0 0 0,2 1 0 0 0,-5 1 0 0 0,6 12 0 0 0,7 0 0 0 0,0-1 0 0 0,29 19 0 0 0,-43-30 0 0 0,0-1 0 0 0,0 0 0 0 0,-1 1 0 0 0,1-1 0 0 0,0 1 0 0 0,0 0 0 0 0,0-1 0 0 0,-1 1 0 0 0,1 0 0 0 0,0-1 0 0 0,0 1 0 0 0,-1 0 0 0 0,1 0 0 0 0,-1 0 0 0 0,1-1 0 0 0,-1 1 0 0 0,1 0 0 0 0,-1 0 0 0 0,1 0 0 0 0,-1 0 0 0 0,0 0 0 0 0,0 0 0 0 0,1 0 0 0 0,-1 2 0 0 0,-1-1 0 0 0,1-1 0 0 0,-1 1 0 0 0,0 0 0 0 0,0 0 0 0 0,1-1 0 0 0,-1 1 0 0 0,0-1 0 0 0,-1 1 0 0 0,1-1 0 0 0,-2 3 0 0 0,-7 9 0 0 0,7-6 0 0 0,-1 1 0 0 0,1-1 0 0 0,0 1 0 0 0,1 0 0 0 0,0 0 0 0 0,0 0 0 0 0,0 0 0 0 0,1 1 0 0 0,1-1 0 0 0,-1 0 0 0 0,2 9 0 0 0,-4 34 0 0 0,3-50 0 0 0,0-1-1 0 0,0 1 1 0 0,0-1 0 0 0,0 1-1 0 0,0-1 1 0 0,-1 1 0 0 0,1 0-1 0 0,0-1 1 0 0,0 1-1 0 0,0-1 1 0 0,0 1 0 0 0,-1-1-1 0 0,1 1 1 0 0,0-1 0 0 0,-1 0-1 0 0,1 1 1 0 0,0-1 0 0 0,-1 1-1 0 0,1-1 1 0 0,0 1-1 0 0,-1-1 1 0 0,1 0 0 0 0,-1 1-1 0 0,1-1 1 0 0,-1 0 0 0 0,1 0-1 0 0,-1 1 1 0 0,1-1 0 0 0,-1 0-1 0 0,0 0 1 0 0,0 0 2 0 0,0 0 0 0 0,0 0 0 0 0,0 0 0 0 0,-1 0 0 0 0,1-1 0 0 0,0 1 0 0 0,0 0 0 0 0,0-1 0 0 0,0 1 0 0 0,0-1 0 0 0,0 0 0 0 0,0 1 0 0 0,-1-2 0 0 0,-3-2-44 0 0,0 0 0 0 0,1 0 1 0 0,0 0-1 0 0,-7-10 0 0 0,11 14 15 0 0,-1-1 0 0 0,1 1 0 0 0,0-1 0 0 0,0 1 0 0 0,0-1 0 0 0,0 1 0 0 0,0-1 0 0 0,-1 1 0 0 0,1-1 0 0 0,0 0 0 0 0,0 1 0 0 0,0-1 0 0 0,1 1 0 0 0,-1-1 0 0 0,0 1 0 0 0,0-1 0 0 0,0 1 0 0 0,0-1 0 0 0,0 1 0 0 0,1-1-1 0 0,-1 1 1 0 0,0-1 0 0 0,0 1 0 0 0,1-1 0 0 0,-1 1 0 0 0,0-1 0 0 0,1 1 0 0 0,-1 0 0 0 0,1-1 0 0 0,2-4-442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56.683"/>
    </inkml:context>
    <inkml:brush xml:id="br0">
      <inkml:brushProperty name="width" value="0.1" units="cm"/>
      <inkml:brushProperty name="height" value="0.1" units="cm"/>
      <inkml:brushProperty name="color" value="#33CCFF"/>
    </inkml:brush>
  </inkml:definitions>
  <inkml:trace contextRef="#ctx0" brushRef="#br0">183 513 6553 0 0,'-4'0'60'0'0,"1"-1"-1"0"0,-1 1 0 0 0,0-1 0 0 0,1 0 0 0 0,-1 0 1 0 0,1-1-1 0 0,-1 1 0 0 0,1-1 0 0 0,-4-2 0 0 0,-29-19 498 0 0,31 19-446 0 0,-4-3-119 0 0,1 0-1 0 0,0 0 1 0 0,0-1-1 0 0,1 1 1 0 0,0-2-1 0 0,0 1 1 0 0,1-1-1 0 0,0 0 1 0 0,0 0-1 0 0,1-1 1 0 0,1 0 0 0 0,0 0-1 0 0,0 0 1 0 0,1 0-1 0 0,0-1 1 0 0,0 1-1 0 0,1-1 1 0 0,1 1-1 0 0,0-1 1 0 0,0 0-1 0 0,1 0 1 0 0,1 0-1 0 0,0 1 1 0 0,0-1 0 0 0,1 0-1 0 0,0 1 1 0 0,1-1-1 0 0,0 1 1 0 0,0 0-1 0 0,2 0 1 0 0,6-13-1 0 0,-5 14-3 0 0,1 1-1 0 0,0 0 0 0 0,0-1 1 0 0,1 2-1 0 0,0-1 0 0 0,1 1 1 0 0,-1 1-1 0 0,1 0 0 0 0,1 0 1 0 0,-1 0-1 0 0,1 1 0 0 0,0 1 1 0 0,14-5-1 0 0,16-4-41 0 0,2 2-1 0 0,42-6 1 0 0,-78 15 51 0 0,12-1 235 0 0,1 0 0 0 0,0 1 0 0 0,0 1 0 0 0,-1 1 1 0 0,1 0-1 0 0,36 7 0 0 0,-45-5-88 0 0,0 0 0 0 0,0 1 1 0 0,-1 1-1 0 0,1 0 0 0 0,-1 0 1 0 0,0 1-1 0 0,0 0 0 0 0,0 0 1 0 0,-1 1-1 0 0,1 0 0 0 0,-2 1 0 0 0,1 0 1 0 0,-1 0-1 0 0,10 12 0 0 0,-7-6 165 0 0,-1 0-1 0 0,-1 1 1 0 0,0 0-1 0 0,-1 0 1 0 0,-1 1-1 0 0,9 25 1 0 0,-9-15 117 0 0,-1 0 1 0 0,0 0-1 0 0,0 37 1 0 0,-5-59-393 0 0,0-1 0 0 0,0 0 0 0 0,1 1 0 0 0,-1-1 0 0 0,1 0 0 0 0,-1 0 0 0 0,1 1 0 0 0,0-1 0 0 0,0 0 0 0 0,-1 0 0 0 0,3 2 0 0 0,-2-3-25 0 0,-1 0 1 0 0,1 0-1 0 0,0-1 0 0 0,0 1 0 0 0,0-1 1 0 0,-1 1-1 0 0,1-1 0 0 0,0 1 1 0 0,0-1-1 0 0,0 0 0 0 0,0 1 0 0 0,0-1 1 0 0,0 0-1 0 0,0 0 0 0 0,0 0 0 0 0,0 1 1 0 0,0-1-1 0 0,0 0 0 0 0,0 0 0 0 0,0-1 1 0 0,0 1-1 0 0,0 0 0 0 0,0 0 0 0 0,0 0 1 0 0,0-1-1 0 0,0 1 0 0 0,-1 0 1 0 0,3-2-1 0 0,28-10 685 0 0,57-34 0 0 0,-12 5-1529 0 0,-42 25 465 0 0,0 1 0 0 0,0 2 0 0 0,55-14 0 0 0,-75 25 428 0 0,0-1-1 0 0,0 1 1 0 0,-1 1-1 0 0,1 1 1 0 0,0 0-1 0 0,0 1 1 0 0,0 0-1 0 0,-1 1 1 0 0,1 0-1 0 0,0 1 1 0 0,-1 1-1 0 0,22 9 1 0 0,26 17 552 0 0,40 16 243 0 0,-87-41-730 0 0,17 7 276 0 0,0-2-1 0 0,50 11 0 0 0,-72-20-315 0 0,0 1 1 0 0,0-2 0 0 0,1 1-1 0 0,-1-1 1 0 0,0 0 0 0 0,0-1-1 0 0,1 0 1 0 0,-1-1-1 0 0,0 0 1 0 0,0 0 0 0 0,0-1-1 0 0,0 0 1 0 0,14-8 0 0 0,-11 4 31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57.166"/>
    </inkml:context>
    <inkml:brush xml:id="br0">
      <inkml:brushProperty name="width" value="0.1" units="cm"/>
      <inkml:brushProperty name="height" value="0.1" units="cm"/>
      <inkml:brushProperty name="color" value="#33CCFF"/>
    </inkml:brush>
  </inkml:definitions>
  <inkml:trace contextRef="#ctx0" brushRef="#br0">25 340 6553 0 0,'-4'0'88'0'0,"-14"0"46"0"0,16-4-94 0 0,6-7 139 0 0,18-17-188 0 0,1 1 0 0 0,2 0 0 0 0,34-29 0 0 0,-34 33-2 0 0,-4 3 36 0 0,1 2 0 0 0,1 0 0 0 0,0 1 0 0 0,1 2 0 0 0,1 0 0 0 0,52-22 0 0 0,-64 32 161 0 0,0 1 0 0 0,-1 0 0 0 0,1 1 0 0 0,0 1-1 0 0,0 0 1 0 0,1 0 0 0 0,-1 1 0 0 0,0 1 0 0 0,1 0 0 0 0,-1 1 0 0 0,0 1-1 0 0,0 0 1 0 0,0 0 0 0 0,0 1 0 0 0,0 1 0 0 0,0 0 0 0 0,14 8-1 0 0,29 19 1382 0 0,90 67-1 0 0,-143-96-1513 0 0,4 3 81 0 0,0 0 0 0 0,0 0 0 0 0,1-1 0 0 0,-1-1 0 0 0,1 1 0 0 0,0-1 0 0 0,16 4 0 0 0,-18-6-27 0 0,-1 0 1 0 0,1-1-1 0 0,-1 0 1 0 0,1 0 0 0 0,0 0-1 0 0,-1 0 1 0 0,1-1-1 0 0,-1 0 1 0 0,1 0 0 0 0,-1-1-1 0 0,1 1 1 0 0,9-5-1 0 0,5-4 42 0 0,-8 3-54 0 0,1 1 0 0 0,-1 1 0 0 0,1 0 0 0 0,0 0 0 0 0,0 2 0 0 0,1-1 1 0 0,23-1-1 0 0,-26 4-17 0 0,-1 1 0 0 0,0 0 0 0 0,1 0 1 0 0,-1 1-1 0 0,16 4 0 0 0,-22-4-46 0 0,0 1 1 0 0,0 0-1 0 0,0-1 1 0 0,0 1-1 0 0,0 0 1 0 0,-1 1-1 0 0,1-1 1 0 0,-1 1-1 0 0,0-1 1 0 0,0 1-1 0 0,0 0 1 0 0,0 0-1 0 0,0 0 1 0 0,-1 1-1 0 0,1-1 1 0 0,2 6-1 0 0,12 23 136 0 0,-11-19-47 0 0,0-1-1 0 0,2 0 1 0 0,-1 0-1 0 0,14 15 1 0 0,-18-24-86 0 0,0 1 0 0 0,1-1 0 0 0,-1 0 0 0 0,1-1 0 0 0,0 1-1 0 0,0-1 1 0 0,0 1 0 0 0,0-1 0 0 0,0 0 0 0 0,0-1 0 0 0,1 1 0 0 0,-1-1 0 0 0,1 0 0 0 0,-1 0 0 0 0,1 0 0 0 0,0 0-1 0 0,7-1 1 0 0,5-1 72 0 0,-1 1-1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57.614"/>
    </inkml:context>
    <inkml:brush xml:id="br0">
      <inkml:brushProperty name="width" value="0.1" units="cm"/>
      <inkml:brushProperty name="height" value="0.1" units="cm"/>
      <inkml:brushProperty name="color" value="#33CCFF"/>
    </inkml:brush>
  </inkml:definitions>
  <inkml:trace contextRef="#ctx0" brushRef="#br0">53 242 6553 0 0,'-3'0'19'0'0,"0"0"48"0"0,0 0 1 0 0,-1 0-1 0 0,1 0 0 0 0,0 0 0 0 0,0-1 0 0 0,0 1 1 0 0,-6-3-1 0 0,8 2-29 0 0,0 1 0 0 0,-1-1 1 0 0,1 0-1 0 0,0 0 0 0 0,0 0 1 0 0,0 0-1 0 0,0 0 1 0 0,0 0-1 0 0,1-1 0 0 0,-1 1 1 0 0,0 0-1 0 0,0 0 0 0 0,1 0 1 0 0,-1-1-1 0 0,1 1 0 0 0,-1-1 1 0 0,1 1-1 0 0,0 0 0 0 0,-1-1 1 0 0,1-2-1 0 0,-1-4-34 0 0,0 0-1 0 0,1 0 1 0 0,0 0 0 0 0,0 0-1 0 0,1 1 1 0 0,0-1-1 0 0,0 0 1 0 0,1 0 0 0 0,0 0-1 0 0,0 1 1 0 0,1-1 0 0 0,0 1-1 0 0,0 0 1 0 0,1 0-1 0 0,-1 0 1 0 0,2 0 0 0 0,-1 0-1 0 0,1 1 1 0 0,0 0 0 0 0,0 0-1 0 0,1 0 1 0 0,0 1-1 0 0,0 0 1 0 0,0 0 0 0 0,1 0-1 0 0,-1 1 1 0 0,1 0 0 0 0,0 0-1 0 0,0 1 1 0 0,1 0-1 0 0,-1 0 1 0 0,1 1 0 0 0,0 0-1 0 0,-1 0 1 0 0,1 0 0 0 0,0 1-1 0 0,13 0 1 0 0,127 14 1808 0 0,-89-6-934 0 0,-34-5-587 0 0,36 5 367 0 0,-54-6-533 0 0,0 1 1 0 0,-1 0 0 0 0,1 0-1 0 0,-1 0 1 0 0,0 0-1 0 0,9 6 1 0 0,-3 5 142 0 0,-12-12-250 0 0,1 0 0 0 0,0 0 1 0 0,-1 0-1 0 0,1 0 0 0 0,0 0 1 0 0,0 0-1 0 0,0 0 1 0 0,-1 0-1 0 0,1 0 0 0 0,0-1 1 0 0,2 2-1 0 0,31 13 1069 0 0,67 19 1 0 0,-41-16-318 0 0,-39-10-597 0 0,-8-3 24 0 0,-1-1 0 0 0,1 0 0 0 0,0-1 0 0 0,0 0 0 0 0,0 0 0 0 0,0-2 0 0 0,22 1 0 0 0,-20-5 28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2T19:19:58.247"/>
    </inkml:context>
    <inkml:brush xml:id="br0">
      <inkml:brushProperty name="width" value="0.1" units="cm"/>
      <inkml:brushProperty name="height" value="0.1" units="cm"/>
      <inkml:brushProperty name="color" value="#33CCFF"/>
    </inkml:brush>
  </inkml:definitions>
  <inkml:trace contextRef="#ctx0" brushRef="#br0">0 69 6553 0 0,'10'0'204'0'0,"-1"-2"0"0"0,16-3 0 0 0,-3 0 298 0 0,107-21 1417 0 0,-79 18-2006 0 0,17-2 1198 0 0,94-2 1 0 0,-158 11-1075 0 0,-1 1 0 0 0,0 0 0 0 0,0 0 0 0 0,1 1 0 0 0,-1-1 0 0 0,0 0 0 0 0,0 1 0 0 0,1-1 0 0 0,-1 1 0 0 0,0 0 0 0 0,0 0 0 0 0,0 0 0 0 0,0 0 0 0 0,0 0 0 0 0,0 0 0 0 0,3 3 0 0 0,-3-1 11 0 0,1 0 0 0 0,-1 0 0 0 0,0 1 0 0 0,0-1 0 0 0,-1 1 0 0 0,1 0 0 0 0,-1-1 0 0 0,2 8 0 0 0,-1-7 29 0 0,-1 1 0 0 0,1 0-1 0 0,0-1 1 0 0,1 1 0 0 0,-1-1 0 0 0,1 1 0 0 0,0-1-1 0 0,0 0 1 0 0,0 0 0 0 0,1-1 0 0 0,-1 1 0 0 0,8 5-1 0 0,-5-5 36 0 0,1 0 0 0 0,0 0 0 0 0,0 0 0 0 0,0-1 0 0 0,0 0 0 0 0,0-1 0 0 0,12 3 0 0 0,7-1 356 0 0,0-1 0 0 0,0-1 1 0 0,48-3-1 0 0,-67 1-356 0 0,144-4 1658 0 0,-141 3-1704 0 0,0-3-66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20:22:40.807"/>
    </inkml:context>
    <inkml:brush xml:id="br0">
      <inkml:brushProperty name="width" value="0.05" units="cm"/>
      <inkml:brushProperty name="height" value="0.05" units="cm"/>
      <inkml:brushProperty name="color" value="#FFFFFF"/>
    </inkml:brush>
  </inkml:definitions>
  <inkml:trace contextRef="#ctx0" brushRef="#br0">0 0 11433,'0'2792'0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20:22:43.158"/>
    </inkml:context>
    <inkml:brush xml:id="br0">
      <inkml:brushProperty name="width" value="0.05" units="cm"/>
      <inkml:brushProperty name="height" value="0.05" units="cm"/>
      <inkml:brushProperty name="color" value="#FFFFFF"/>
    </inkml:brush>
  </inkml:definitions>
  <inkml:trace contextRef="#ctx0" brushRef="#br0">4 33 1952 0 0,'1'0'147'0'0,"-2"1"11"0"0,1 0 0 0 0,-1 0 0 0 0,1 0-1 0 0,-1 0 1 0 0,1 1 0 0 0,0-1 0 0 0,-1 0 0 0 0,1 0-1 0 0,0 0 1 0 0,0 0 0 0 0,0 0 0 0 0,0 0 0 0 0,0 0-1 0 0,0 1 1 0 0,0-1 0 0 0,0 0 0 0 0,0 0 0 0 0,1 0-1 0 0,-1 0 1 0 0,1 2 0 0 0,6 40-474 0 0,-6-38 561 0 0,1 9 6 0 0,2 1-1 0 0,-1-1 1 0 0,2 0-1 0 0,8 21 1 0 0,-9-29-103 0 0,0 1 0 0 0,0-1 0 0 0,1 0 0 0 0,-1 0-1 0 0,1-1 1 0 0,0 1 0 0 0,1-1 0 0 0,-1 0 0 0 0,1-1 0 0 0,0 0 0 0 0,0 0 0 0 0,0 0 0 0 0,0 0 0 0 0,1-1 0 0 0,9 3 0 0 0,-10-3-43 0 0,-1-1-62 0 0,1 1-1 0 0,-1-1 0 0 0,1-1 0 0 0,-1 1 1 0 0,1-1-1 0 0,6 1 0 0 0,-11-2-31 0 0,0 0 0 0 0,0 0-1 0 0,1 0 1 0 0,-1 0 0 0 0,0 0-1 0 0,0-1 1 0 0,0 1 0 0 0,1-1 0 0 0,-1 1-1 0 0,0-1 1 0 0,0 1 0 0 0,0-1-1 0 0,0 0 1 0 0,0 1 0 0 0,0-1 0 0 0,0 0-1 0 0,0 0 1 0 0,0 0 0 0 0,0 0-1 0 0,0 0 1 0 0,0 0 0 0 0,-1 0 0 0 0,1 0-1 0 0,0 0 1 0 0,-1-1 0 0 0,1 1-1 0 0,-1 0 1 0 0,1 0 0 0 0,-1-1 0 0 0,1 1-1 0 0,-1 0 1 0 0,0 0 0 0 0,0-1-1 0 0,1-1 1 0 0,4-23 53 0 0,18-50 0 0 0,-14 61-64 0 0,5-3 0 0 0,27-33 839 0 0,-40 50-815 0 0,1-12 92 0 0,-2 12-117 0 0,0 1-95 0 0,-2-6-1475 0 0,1 1 1436 0 0,-5-41-2664 0 0,6 40 445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20:22:46.373"/>
    </inkml:context>
    <inkml:brush xml:id="br0">
      <inkml:brushProperty name="width" value="0.05" units="cm"/>
      <inkml:brushProperty name="height" value="0.05" units="cm"/>
      <inkml:brushProperty name="color" value="#FFFFFF"/>
    </inkml:brush>
  </inkml:definitions>
  <inkml:trace contextRef="#ctx0" brushRef="#br0">25 1 6625,'-24'2019'0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20:22:53.512"/>
    </inkml:context>
    <inkml:brush xml:id="br0">
      <inkml:brushProperty name="width" value="0.1" units="cm"/>
      <inkml:brushProperty name="height" value="0.1" units="cm"/>
      <inkml:brushProperty name="color" value="#E71224"/>
    </inkml:brush>
  </inkml:definitions>
  <inkml:trace contextRef="#ctx0" brushRef="#br0">0 23 2304 0 0,'0'0'167'0'0,"2"1"53"0"0,-1 0 1 0 0,1 1-1 0 0,0-1 0 0 0,-1-1 0 0 0,1 1 0 0 0,0 0 1 0 0,-1 0-1 0 0,1-1 0 0 0,0 1 0 0 0,0-1 1 0 0,-1 1-1 0 0,1-1 0 0 0,3 0 0 0 0,15 5 1338 0 0,70 52 3515 0 0,-77-51-4741 0 0,-1-1-1 0 0,1 0 0 0 0,0-1 1 0 0,0 0-1 0 0,1-1 0 0 0,-1-1 1 0 0,1 0-1 0 0,23-1 0 0 0,0 2 173 0 0,-17-1-173 0 0,84 4 862 0 0,-88-6-1033 0 0,1-1 0 0 0,0 0 0 0 0,-1-2 1 0 0,19-5-1 0 0,1-4 203 0 0,-24 8-201 0 0,0 0 0 0 0,0 0 1 0 0,0 1-1 0 0,0 1 0 0 0,20-1 0 0 0,37 5 266 0 0,-38 1-136 0 0,0-3 0 0 0,33-3 0 0 0,-58 1-263 0 0,0 1-1 0 0,0-1 1 0 0,0 0-1 0 0,-1-1 1 0 0,1 1-1 0 0,7-6 1 0 0,-8 5-4 0 0,0 0 0 0 0,0 0 0 0 0,1 1 0 0 0,0 0 0 0 0,-1 0 0 0 0,1 0 0 0 0,7-1 0 0 0,23 2 232 0 0,61 5 0 0 0,-9 0-48 0 0,-56-5-35 0 0,35-8 0 0 0,-44 5-98 0 0,0 1 0 0 0,0 1 0 0 0,0 2 0 0 0,24 2 0 0 0,-31-1-8 0 0,0-1 0 0 0,0-1-1 0 0,0 0 1 0 0,30-7-1 0 0,-26 3-1 0 0,1 2 0 0 0,21 0-1 0 0,-32 2 11 0 0,0 0 0 0 0,16-4 0 0 0,17-1 132 0 0,-44 5-228 0 0,-2-3 85 0 0,-19 0-462 0 0,-8 2 24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20:22:55.501"/>
    </inkml:context>
    <inkml:brush xml:id="br0">
      <inkml:brushProperty name="width" value="0.1" units="cm"/>
      <inkml:brushProperty name="height" value="0.1" units="cm"/>
      <inkml:brushProperty name="color" value="#E71224"/>
    </inkml:brush>
  </inkml:definitions>
  <inkml:trace contextRef="#ctx0" brushRef="#br0">0 0 1376 0 0,'0'2'150'0'0,"2"3"996"0"0,-2-4-781 0 0,1 1-1 0 0,0-1 1 0 0,-1 1 0 0 0,1-1-1 0 0,-1 1 1 0 0,1-1-1 0 0,-1 1 1 0 0,0-1 0 0 0,0 1-1 0 0,0 2 1 0 0,2 7 291 0 0,-1 0 0 0 0,1 0 0 0 0,1-1 0 0 0,-1 1 0 0 0,2-1 0 0 0,-1 0 0 0 0,8 15 0 0 0,20 47 1062 0 0,-3-4-876 0 0,55 70 68 0 0,-55-96-341 0 0,59 67 1 0 0,-82-103-574 0 0,-1 0 1 0 0,0 0 0 0 0,-1 0 0 0 0,1 1 0 0 0,-1 0 0 0 0,4 11 0 0 0,10 21 255 0 0,-3-19-53 0 0,-1 0 0 0 0,27 27-1 0 0,-31-37-37 0 0,0 0-1 0 0,1 0 0 0 0,0-1 0 0 0,1-1 1 0 0,20 13-1 0 0,8-2 75 0 0,48 16 1 0 0,11 3-4 0 0,-94-36-227 0 0,-1 0 1 0 0,1-1-1 0 0,-1 1 1 0 0,0 1-1 0 0,1-1 0 0 0,-1 0 1 0 0,0 1-1 0 0,0 0 1 0 0,-1-1-1 0 0,1 1 1 0 0,3 5-1 0 0,-4-5 34 0 0,0 0-1 0 0,1 0 1 0 0,-1-1 0 0 0,0 0-1 0 0,1 1 1 0 0,0-1 0 0 0,4 3-1 0 0,-6-4-38 0 0,0-1 0 0 0,0 1 0 0 0,0 0 0 0 0,0-1 0 0 0,0 1 0 0 0,0-1 0 0 0,0 0 0 0 0,0 1 0 0 0,0-1 0 0 0,0 0 0 0 0,0 1 0 0 0,0-1 0 0 0,0 0 0 0 0,0 0 0 0 0,0 0 0 0 0,0 0 0 0 0,0 0 0 0 0,1-1 0 0 0,-1 1 0 0 0,0 0 0 0 0,0 0 0 0 0,0-1 0 0 0,0 1 0 0 0,0 0 0 0 0,0-1 0 0 0,0 0 0 0 0,1 0 0 0 0,-1-8-151 0 0,-8-9-1405 0 0,4 11 1100 0 0,-11-23 200 0 0,7 7-4887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20:23:08.173"/>
    </inkml:context>
    <inkml:brush xml:id="br0">
      <inkml:brushProperty name="width" value="0.1" units="cm"/>
      <inkml:brushProperty name="height" value="0.1" units="cm"/>
      <inkml:brushProperty name="color" value="#66CC00"/>
    </inkml:brush>
  </inkml:definitions>
  <inkml:trace contextRef="#ctx0" brushRef="#br0">0 0 1984 0 0,'8'73'2021'0'0,"-5"-14"-136"0"0,12 81 1 0 0,2 5-789 0 0,-1 54-88 0 0,-12-149-880 0 0,1 0 1 0 0,3 0-1 0 0,25 89 1 0 0,-28-119-91 0 0,8 41 0 0 0,-3-6 87 0 0,40 169 160 0 0,-49-221-286 0 0,5 23 1 0 0,1-2 0 0 0,11 26 0 0 0,11 35-14 0 0,-26-74 3 0 0,3 13-55 0 0,0 0 0 0 0,1-1 0 0 0,15 31 0 0 0,-16-40 65 0 0,-1 0 0 0 0,0 0 0 0 0,-1 1 0 0 0,4 22 0 0 0,0 0 0 0 0,3 11 0 0 0,-7-25 0 0 0,10 29 0 0 0,-10-38 0 0 0,28 94 0 0 0,-26-86 0 0 0,1-1 0 0 0,11 25 0 0 0,-6-16 0 0 0,28 57 259 0 0,-4-14-34 0 0,-12-19 101 0 0,-10-24 10 0 0,-1-1 0 0 0,17 61 0 0 0,-29-114-1523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20:23:09.259"/>
    </inkml:context>
    <inkml:brush xml:id="br0">
      <inkml:brushProperty name="width" value="0.1" units="cm"/>
      <inkml:brushProperty name="height" value="0.1" units="cm"/>
      <inkml:brushProperty name="color" value="#66CC00"/>
    </inkml:brush>
  </inkml:definitions>
  <inkml:trace contextRef="#ctx0" brushRef="#br0">104 12 456 0 0,'0'-2'0'0'0,"-1"0"16"0"0,0 1 53 0 0,1 1 1 0 0,-1-1-1 0 0,1 1 0 0 0,-1-1 0 0 0,0 0 1 0 0,1 1-1 0 0,-1-1 0 0 0,0 1 1 0 0,0 0-1 0 0,1-1 0 0 0,-1 1 0 0 0,0-1 1 0 0,0 1-1 0 0,1 0 0 0 0,-1 0 0 0 0,0 0 1 0 0,0-1-1 0 0,0 1 0 0 0,1 0 1 0 0,-1 0-1 0 0,-1 0 0 0 0,-15 10 1029 0 0,2-1-734 0 0,-27 10 1651 0 0,42-19-2008 0 0,0 1 0 0 0,-1-1 0 0 0,1 0-1 0 0,0 0 1 0 0,-1 0 0 0 0,1 0 0 0 0,0 1 0 0 0,-1-1 0 0 0,1 0-1 0 0,0 0 1 0 0,-1 0 0 0 0,1 0 0 0 0,-1 0 0 0 0,1 0 0 0 0,0 0-1 0 0,-1 0 1 0 0,1 0 0 0 0,0 0 0 0 0,-1 0 0 0 0,1 0-1 0 0,-1-1 1 0 0,1 1 0 0 0,0 0 0 0 0,-1 0 0 0 0,1 0 0 0 0,0 0-1 0 0,-1-1 1 0 0,1 1 0 0 0,0 0 0 0 0,0 0 0 0 0,-1-1 0 0 0,1 0-1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20:23:10.388"/>
    </inkml:context>
    <inkml:brush xml:id="br0">
      <inkml:brushProperty name="width" value="0.1" units="cm"/>
      <inkml:brushProperty name="height" value="0.1" units="cm"/>
      <inkml:brushProperty name="color" value="#66CC00"/>
    </inkml:brush>
  </inkml:definitions>
  <inkml:trace contextRef="#ctx0" brushRef="#br0">5 1 1208 0 0,'0'0'87'0'0,"0"2"-51"0"0,0-2 57 0 0,-4 17 2583 0 0,4-5-2428 0 0,0-1 1 0 0,1 1 0 0 0,1-1 0 0 0,-1 0 0 0 0,6 18 0 0 0,-6-26-153 0 0,0 0 0 0 0,-1-1-1 0 0,1 1 1 0 0,0-1 0 0 0,0 1 0 0 0,1-1 0 0 0,-1 1-1 0 0,0-1 1 0 0,1 0 0 0 0,-1 0 0 0 0,1 1-1 0 0,0-1 1 0 0,-1 0 0 0 0,1-1 0 0 0,0 1-1 0 0,0 0 1 0 0,0-1 0 0 0,0 1 0 0 0,1-1 0 0 0,2 2-1 0 0,50 32 987 0 0,-52-33-1032 0 0,3 2 96 0 0,0 0-1 0 0,0-1 1 0 0,0 1 0 0 0,1-2-1 0 0,7 4 1 0 0,-1-3-20 0 0,0-1 0 0 0,0 0 0 0 0,0-1 0 0 0,14-1 0 0 0,-25 0-77 0 0,0 1 0 0 0,0-1 0 0 0,0 1 1 0 0,0 0-1 0 0,0 0 0 0 0,0 0 0 0 0,0 0 1 0 0,0 0-1 0 0,0 0 0 0 0,0 0 0 0 0,0 0 1 0 0,-1 1-1 0 0,1-1 0 0 0,2 4 1 0 0,19 13 69 0 0,-10-10-46 0 0,-11-7-69 0 0,0 1 1 0 0,0-1-1 0 0,0 0 1 0 0,0 1-1 0 0,0-1 1 0 0,0 0-1 0 0,0 0 1 0 0,0-1-1 0 0,0 1 1 0 0,0 0-1 0 0,0-1 1 0 0,1 0-1 0 0,-1 1 1 0 0,0-1 0 0 0,0 0-1 0 0,0 0 1 0 0,1 0-1 0 0,-1-1 1 0 0,4 0-1 0 0,-3 0 10 0 0,0 1-1 0 0,0-1 1 0 0,0 1-1 0 0,0 0 1 0 0,1 0 0 0 0,-1 0-1 0 0,0 0 1 0 0,0 0-1 0 0,0 1 1 0 0,0 0 0 0 0,5 1-1 0 0,18 2 165 0 0,-24-4-143 0 0,0-1-1 0 0,0 0 0 0 0,0 1 0 0 0,0-1 1 0 0,0 0-1 0 0,0-1 0 0 0,0 1 0 0 0,0 0 1 0 0,0 0-1 0 0,-1-1 0 0 0,1 0 0 0 0,0 1 0 0 0,-1-1 1 0 0,1 0-1 0 0,-1 0 0 0 0,2-3 0 0 0,5-5-223 0 0,-6 8 271 0 0,-1 2-370 0 0,-1 0 231 0 0,0-1-1 0 0,0 1 1 0 0,0 0-1 0 0,0 0 1 0 0,0 0-1 0 0,0 0 1 0 0,0-1-1 0 0,0 1 1 0 0,0 0-1 0 0,0 0 1 0 0,0 0-1 0 0,0-1 1 0 0,0 1-1 0 0,0 0 1 0 0,0 0-1 0 0,0 0 1 0 0,0-1-1 0 0,0 1 1 0 0,0 0-1 0 0,0 0 1 0 0,0 0-1 0 0,0 0 0 0 0,0-1 1 0 0,0 1-1 0 0,-1 0 1 0 0,1 0-1 0 0,0 0 1 0 0,-1-1-173 0 0,-40-38-2819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20:23:10.714"/>
    </inkml:context>
    <inkml:brush xml:id="br0">
      <inkml:brushProperty name="width" value="0.1" units="cm"/>
      <inkml:brushProperty name="height" value="0.1" units="cm"/>
      <inkml:brushProperty name="color" value="#66CC00"/>
    </inkml:brush>
  </inkml:definitions>
  <inkml:trace contextRef="#ctx0" brushRef="#br0">0 0 1984 0 0,'12'6'702'0'0,"-1"1"0"0"0,0 0-1 0 0,13 11 1 0 0,-20-14-628 0 0,0 0 0 0 0,0 0 0 0 0,-1 1 0 0 0,1-1 0 0 0,-1 1 0 0 0,0 0 1 0 0,0 0-1 0 0,0 0 0 0 0,3 10 0 0 0,4 0-1502 0 0,-10-15 1405 0 0,0 0 0 0 0,0 0 0 0 0,0 1 1 0 0,1-1-1 0 0,-1 0 0 0 0,0 0 0 0 0,0 0 0 0 0,0 0 0 0 0,1 0 0 0 0,-1 1 1 0 0,0-1-1 0 0,0 0 0 0 0,1 0 0 0 0,-1 0 0 0 0,0 0 0 0 0,0 0 0 0 0,1 0 0 0 0,-1 0 1 0 0,0 0-1 0 0,1 0 0 0 0,-1 0 0 0 0,0 0 0 0 0,0 0 0 0 0,1 0 0 0 0,-1 0 1 0 0,0-1-1 0 0,0 1 0 0 0,1 0 0 0 0,-1 0 0 0 0,0 0 0 0 0,0 0 0 0 0,0 0 0 0 0,1-1 1 0 0,-1 1-1 0 0,0 0 0 0 0,0 0 0 0 0,0 0 0 0 0,1-1 0 0 0,-1 1 0 0 0,0 0 0 0 0,0 0 1 0 0,0-1-1 0 0,0 1 0 0 0,0 0 0 0 0,0 0 0 0 0,1-1 0 0 0,-1 1 0 0 0,0 0 1 0 0,0 0-1 0 0,0-1 0 0 0,0 1 0 0 0,0 0 0 0 0,0-1 0 0 0,0 1 0 0 0,0 0 0 0 0,0-1 1 0 0,0-3 22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20:23:38.094"/>
    </inkml:context>
    <inkml:brush xml:id="br0">
      <inkml:brushProperty name="width" value="0.1" units="cm"/>
      <inkml:brushProperty name="height" value="0.1" units="cm"/>
      <inkml:brushProperty name="color" value="#FFFFFF"/>
    </inkml:brush>
  </inkml:definitions>
  <inkml:trace contextRef="#ctx0" brushRef="#br0">1 0 17450,'852'88'0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20:23:41.264"/>
    </inkml:context>
    <inkml:brush xml:id="br0">
      <inkml:brushProperty name="width" value="0.1" units="cm"/>
      <inkml:brushProperty name="height" value="0.1" units="cm"/>
      <inkml:brushProperty name="color" value="#FFFFFF"/>
    </inkml:brush>
  </inkml:definitions>
  <inkml:trace contextRef="#ctx0" brushRef="#br0">1 4 14036,'701'-3'0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9T11:51:02.509"/>
    </inkml:context>
    <inkml:brush xml:id="br0">
      <inkml:brushProperty name="width" value="0.035" units="cm"/>
      <inkml:brushProperty name="height" value="0.035" units="cm"/>
      <inkml:brushProperty name="color" value="#E71224"/>
    </inkml:brush>
  </inkml:definitions>
  <inkml:trace contextRef="#ctx0" brushRef="#br0">1 0 24575,'0'6'0,"1"-1"0,-1 1 0,1-1 0,1 1 0,-1-1 0,1 1 0,0-1 0,4 8 0,27 40 0,-23-38 0,14 27 0,-13-17 5,-6-12-110,1 1-1,1-1 0,0-1 0,0 1 0,1-1 0,11 13 0,-6-11 106,-1 2 0,-1 0 0,14 27 0,-12-21 0,17 23 0,15 18 0,67 122 0,-108-180-2,-1-1 1,1 1-1,0 0 1,0-1 0,0 0-1,0 0 1,10 6-1,-9-6 1,0-1 0,-1 1-1,1 0 1,-1 0 0,0 0-1,0 1 1,-1-1 0,1 1 0,3 6-1,7 18 2,2 0 0,1-1 0,1-1 0,1-1 0,31 32 0,-32-36 0,20 29 0,-24-30 0,0-1 0,21 20 0,-21-24 0,0 1 0,-1 1 0,15 27 0,-14-21 0,27 32 0,-17-23 152,27 43 0,-6-6 157,-34-53-232,16 34-1,-21-37-77,1 0 0,1 0 0,0-1 0,14 17 0,-4-6 1,-2 1 0,0 0 0,-1 1 0,16 40 0,-8-16 0,41 59 0,-44-79 0,-2 1 0,-1 1 0,14 35 0,-26-54 0,1 0 0,1-1 0,0 1 0,9 10 0,-8-12 0,0 0 0,-2 0 0,1 1 0,7 20 0,-8-12 0,1 1 0,1-2 0,1 1 0,1-1 0,0-1 0,1 1 0,23 26 0,-23-29 0,0 0 0,0 1 0,-2 1 0,0-1 0,10 31 0,9 15 0,-17-43 0,20 28 0,-20-34 0,-2 0 0,0 0 0,-1 1 0,9 20 0,-13-21 0,2-1 0,0-1 0,1 1 0,0-1 0,0 0 0,2 0 0,9 10 0,-3-2-72,0 1-1,15 29 1,-17-27-149,1-1-1,22 28 1,-28-40 199,-1 1-1,0 0 1,10 20-1,-11-17-264,1-1-1,15 21 1,65 88 287,-76-107-24,-1 0 0,0 1 1,-1 0-1,7 20 0,-7-17 215,1 1 1,19 28-1,-28-47-173,13 18-141,-1 0 0,0 0 0,-1 1 0,10 25 0,-13-24 592,23 35 0,-13-24-255,3 10-269,19 48 0,-36-80 86,0 0 0,1 0 1,0-1-1,12 15 0,-11-15-37,0 0 0,0 0-1,-1 1 1,7 16 0,83 207 814,-89-216-988,17 28 0,-17-34 65,-1 1 1,0 0-1,0 0 1,7 25-1,37 126 115,-17-81-226,-20-54 80,-2-1 0,-1 2 0,-1-1 0,-2 1 0,6 37 0,-11-51 187,2 0 0,0 0 1,0-1-1,1 0 1,1 0-1,1 0 0,0 0 1,12 17-1,6 13 20,-18-29-61,-2-1 0,1 2 0,-2-1 0,0 0 0,3 29 0,-4-18 0,9 26 0,8 27 137,12 35-54,-17-70 413,-6-18-402,0 1-1,23 42 1,-24-53-89,-1 1 0,0 0 1,-2 0-1,0 0 0,5 32 0,-8-32-1,1-1 1,1 0 0,1 0 0,0 0 0,1-1-1,15 29 1,-8-24-5,-1 0 0,-2 1 0,0 0 0,-1 1 0,-1 0 0,6 23 0,-11-31-25,-1-5-46,0 1 0,0-1 0,1 1 0,1-1-1,-1 0 1,2 0 0,-1-1 0,9 13 0,5 4 194,-1 2 0,-2 0 0,18 44 0,-20-45-92,2 9 90,-4-10 160,23 40 0,17 20-1646,-44-76-5461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9T11:51:03.843"/>
    </inkml:context>
    <inkml:brush xml:id="br0">
      <inkml:brushProperty name="width" value="0.035" units="cm"/>
      <inkml:brushProperty name="height" value="0.035" units="cm"/>
      <inkml:brushProperty name="color" value="#E71224"/>
    </inkml:brush>
  </inkml:definitions>
  <inkml:trace contextRef="#ctx0" brushRef="#br0">2 5191 24575,'-1'-37'0,"0"14"0,4-36 0,-2 53 0,0-1 0,0 0 0,1 0 0,0 1 0,0-1 0,1 1 0,-1 0 0,2-1 0,5-8 0,16-15 0,-19 24 0,-1 0 0,0 0 0,0 0 0,-1-1 0,0 0 0,0 1 0,0-1 0,5-15 0,-6 9 0,1 0 0,0 0 0,1 1 0,0 0 0,1 0 0,0 0 0,1 1 0,0 0 0,1 0 0,0 0 0,16-14 0,-15 16 0,0-1 0,-1 0 0,0 0 0,0-1 0,-1 0 0,-1 0 0,0 0 0,0-1 0,-2 0 0,6-17 0,-6 19 0,0 1 0,1-1 0,0 1 0,1-1 0,0 1 0,0 1 0,1-1 0,0 1 0,15-13 0,-18 16 0,0 1 0,-1-1 0,0 0 0,0 0 0,0 0 0,-1-1 0,0 1 0,0-1 0,0 1 0,-1-1 0,2-11 0,-1 8 0,0 0 0,0 0 0,1 1 0,5-11 0,-2 9 0,1-1 0,0 1 0,1 1 0,9-10 0,-10 13 0,-1-1 0,0 1 0,-1-1 0,0-1 0,0 1 0,0-1 0,-1 0 0,0 0 0,5-13 0,-6 12 0,0 0 0,0 0 0,1 0 0,0 1 0,1 0 0,8-12 0,39-42 0,-35 44 0,-1 0 0,14-23 0,-30 41 0,12-21 0,2 0 0,1 1 0,0 0 0,22-20 0,-23 25 0,-1 0 0,18-25 0,-17 20 0,20-20 0,-22 26 0,0 0 0,10-19 0,-11 17 0,21-25 0,-29 38-3,13-14-301,-1 0 0,0-1-1,-1-1 1,16-29 0,-22 35 304,0 0 0,1 1 0,10-12 0,11-15 0,5-3 0,-26 31 0,1 0 0,-1-1 0,8-15 0,-10 16 0,0 1 0,1 0 0,0 0 0,0 1 0,15-12 0,-12 10 0,0 1 0,-1-1 0,11-16 0,-16 19 69,-1-1 1,0 0 0,5-14-1,-6 14 48,0 0-1,1 1 0,0 0 1,8-13-1,3-2 115,-1-1 0,12-29 0,-18 35-236,1 0 0,1 0 1,0 1-1,1 0 0,22-24 0,-20 29 5,0-1 0,-1 0 0,0-1 0,-1-1 0,-1 1 0,0-2 0,-1 1 0,12-29 0,-18 32 0,2 0 0,0 0 0,0 1 0,1 0 0,1 0 0,0 1 0,0 0 0,1 0 0,0 0 0,14-11 0,-17 14 0,1 1 0,-1-1 0,0 0 0,0-1 0,-1 1 0,0-1 0,0 0 0,-1 0 0,0 0 0,3-11 0,-3 9 0,0 0 0,1 0 0,0 1 0,0-1 0,1 1 0,0 0 0,7-9 0,-3 9 0,-1 0 0,-1-1 0,0 0 0,0 0 0,-1-1 0,9-20 0,-11 21 2,1 0 0,0 0 0,1 1 0,0 0 0,12-15 0,-9 13-46,0 0 1,11-21 0,15-22-599,-26 41 659,0 0-1,10-20 0,44-110-16,-18 73 0,-17 29 0,17-18 0,-35 48 0,-1 0 0,-1 0 0,1-1 0,-2 0 0,0-1 0,11-25 0,-16 31 41,5-17 70,1-1 1,1 2 0,2-1 0,0 1-1,23-34 1,-9 18-112,8-10 0,-25 39 0,-1-1 0,0 0 0,0-1 0,-1 1 0,0-1 0,-1 0 0,-1-1 0,4-13 0,-6 18 0,1 1 0,0 0 0,1-1 0,-1 1 0,1 1 0,1-1 0,-1 0 0,7-6 0,6-4 0,24-21 0,14-13 0,-40 32 0,18-29 0,-24 33 0,1 2 0,-1-1 0,2 1 0,24-23 0,-24 25 0,0-1 0,-1 0 0,0 0 0,-1-1 0,-1-1 0,13-24 0,-11 18 0,1 2 0,23-31 0,-30 45 0,0 0 0,0 1 0,0-1 0,1 1 0,7-4 0,-7 4 0,0 0 0,0 0 0,-1-1 0,1 1 0,4-6 0,6-11 0,21-33 0,-26 36 0,1 0 0,1 1 0,20-22 0,71-63 0,-99 96 0,0-1 0,0 1 0,0-1 0,-1 1 0,0-1 0,0 0 0,-1 0 0,4-11 0,-4 9 0,1 0 0,0 1 0,0 0 0,0 0 0,1 0 0,5-7 0,4-1 0,23-20 0,-23 24 0,0-2 0,17-20 0,-22 19 0,0-1 0,-1 1 0,0-1 0,4-18 0,4-6 0,-12 32-341,0 1 0,0-1-1,8-11 1,1 4-6485</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36:22.791"/>
    </inkml:context>
    <inkml:brush xml:id="br0">
      <inkml:brushProperty name="width" value="0.1" units="cm"/>
      <inkml:brushProperty name="height" value="0.1" units="cm"/>
      <inkml:brushProperty name="color" value="#FFC114"/>
    </inkml:brush>
  </inkml:definitions>
  <inkml:trace contextRef="#ctx0" brushRef="#br0">0 9 20008,'5944'-9'0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6:24.346"/>
    </inkml:context>
    <inkml:brush xml:id="br0">
      <inkml:brushProperty name="width" value="0.1" units="cm"/>
      <inkml:brushProperty name="height" value="0.1" units="cm"/>
      <inkml:brushProperty name="color" value="#FFC114"/>
    </inkml:brush>
  </inkml:definitions>
  <inkml:trace contextRef="#ctx0" brushRef="#br0">6 0 3225 0 0,'-1'4'148'0'0,"0"1"1"0"0,0-1-1 0 0,1 0 1 0 0,-1 1-1 0 0,1-1 1 0 0,1 0 0 0 0,-1 1-1 0 0,1 5 1 0 0,1 6 342 0 0,-1 29 1182 0 0,0-24-948 0 0,-1 0 0 0 0,-1 0 0 0 0,-4 28 0 0 0,3-33-1733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6:24.908"/>
    </inkml:context>
    <inkml:brush xml:id="br0">
      <inkml:brushProperty name="width" value="0.1" units="cm"/>
      <inkml:brushProperty name="height" value="0.1" units="cm"/>
      <inkml:brushProperty name="color" value="#FFC114"/>
    </inkml:brush>
  </inkml:definitions>
  <inkml:trace contextRef="#ctx0" brushRef="#br0">0 35 4609 0 0,'0'1'93'0'0,"0"0"1"0"0,0 0-1 0 0,0 0 0 0 0,1 0 1 0 0,-1 0-1 0 0,0 1 0 0 0,0-1 1 0 0,1 0-1 0 0,-1 0 0 0 0,1 0 1 0 0,-1 0-1 0 0,1-1 0 0 0,-1 1 1 0 0,1 0-1 0 0,-1 0 0 0 0,1 0 0 0 0,0 0 1 0 0,0 0-1 0 0,-1-1 0 0 0,1 1 1 0 0,1 0-1 0 0,0 1 111 0 0,0-1-1 0 0,0 0 1 0 0,0 0-1 0 0,1 0 0 0 0,-1-1 1 0 0,0 1-1 0 0,1 0 1 0 0,-1-1-1 0 0,4 1 1 0 0,0-1 251 0 0,1 0 1 0 0,-1 0-1 0 0,1 0 1 0 0,0-1-1 0 0,-1 0 1 0 0,10-3-1 0 0,25-9 730 0 0,-22 5-678 0 0,1 2-1 0 0,0 0 1 0 0,0 2 0 0 0,34-4-1 0 0,47 2 909 0 0,-36 0-585 0 0,0 4 0 0 0,73 7 0 0 0,-77 7-280 0 0,-48-9-460 0 0,-1 0 1 0 0,1-1-1 0 0,0 0 1 0 0,0-1-1 0 0,0 0 1 0 0,0-1-1 0 0,18-2 1 0 0,-27 1-74 0 0,1 0-1 0 0,-1-1 1 0 0,1 0 0 0 0,-1 0-1 0 0,5-3 1 0 0,14-5 105 0 0,-21 9-115 0 0,0 1-1 0 0,0 0 1 0 0,-1 0-1 0 0,1 0 1 0 0,0 0-1 0 0,0 1 1 0 0,0-1-1 0 0,-1 0 0 0 0,1 1 1 0 0,0-1-1 0 0,0 1 1 0 0,-1 0-1 0 0,1-1 1 0 0,0 1-1 0 0,-1 0 0 0 0,1 0 1 0 0,-1 0-1 0 0,1 0 1 0 0,-1 0-1 0 0,1 1 1 0 0,-1-1-1 0 0,0 0 0 0 0,1 1 1 0 0,-1-1-1 0 0,1 3 1 0 0,2 1 58 0 0,-1-1 1 0 0,0 1-1 0 0,0 0 1 0 0,-1 0-1 0 0,1 0 0 0 0,-1 0 1 0 0,2 8-1 0 0,-3-1-42 0 0,0 0 1 0 0,-1 0-1 0 0,-1 0 0 0 0,0 0 0 0 0,0 0 0 0 0,-1 0 1 0 0,-6 20-1 0 0,0 2 5 0 0,-19 114-2395 0 0,22-134-621 0 0,3-19 1781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6:25.762"/>
    </inkml:context>
    <inkml:brush xml:id="br0">
      <inkml:brushProperty name="width" value="0.1" units="cm"/>
      <inkml:brushProperty name="height" value="0.1" units="cm"/>
      <inkml:brushProperty name="color" value="#FFC114"/>
    </inkml:brush>
  </inkml:definitions>
  <inkml:trace contextRef="#ctx0" brushRef="#br0">1 169 4145 0 0,'2'1'425'0'0,"1"1"0"0"0,0-1 0 0 0,0 1 1 0 0,-1 0-1 0 0,1-1 0 0 0,-1 1 0 0 0,0 0 0 0 0,0 1 0 0 0,4 3 0 0 0,5 4 657 0 0,74 58 4056 0 0,-69-57-3940 0 0,0-1 1 0 0,0-1-1 0 0,31 13 0 0 0,-47-21-1175 0 0,0-1-1 0 0,1 0 0 0 0,-1 0 1 0 0,0 0-1 0 0,0 0 0 0 0,1 0 1 0 0,-1 0-1 0 0,0 1 0 0 0,0-1 0 0 0,1 0 1 0 0,-1 0-1 0 0,0 0 0 0 0,0 0 1 0 0,1 0-1 0 0,-1 0 0 0 0,0 0 0 0 0,0 0 1 0 0,1 0-1 0 0,-1 0 0 0 0,0 0 1 0 0,0 0-1 0 0,1 0 0 0 0,-1 0 1 0 0,0 0-1 0 0,0 0 0 0 0,1-1 0 0 0,-1 1 1 0 0,0 0-1 0 0,0 0 0 0 0,0 0 1 0 0,1 0-1 0 0,-1 0 0 0 0,0 0 0 0 0,0-1 1 0 0,0 1-1 0 0,1 0 0 0 0,-1 0 1 0 0,0 0-1 0 0,0-1 0 0 0,0 1 0 0 0,0 0 1 0 0,0 0-1 0 0,1-1 0 0 0,-4-14 331 0 0,-12-15-338 0 0,-3 5-1329 0 0,0 0 1 0 0,-34-34-1 0 0,28 32-2881 0 0,-29-40-1 0 0,52 66 4085 0 0,1 1 0 0 0,0-1 1 0 0,-1 1-1 0 0,1-1 0 0 0,-1 1 1 0 0,1-1-1 0 0,0 1 0 0 0,-1-1 0 0 0,1 0 1 0 0,0 1-1 0 0,-1-1 0 0 0,1 0 1 0 0,0 1-1 0 0,0-1 0 0 0,0 0 0 0 0,0 1 1 0 0,0-1-1 0 0,0 0 0 0 0,0 1 1 0 0,0-2-1 0 0,10 5-335 0 0,20 17 1756 0 0,-28-18-1200 0 0,63 47 3637 0 0,-21-14 1251 0 0,94 56 0 0 0,-134-89-4781 0 0,0 0-1 0 0,0-1 1 0 0,0 1 0 0 0,0-1 0 0 0,0 0-1 0 0,6 1 1 0 0,-9-2-201 0 0,0 0 0 0 0,-1 1 0 0 0,1-1 0 0 0,0 0 0 0 0,-1 0-1 0 0,1-1 1 0 0,0 1 0 0 0,-1 0 0 0 0,1 0 0 0 0,0 0 0 0 0,-1 0 0 0 0,1 0 0 0 0,-1-1 0 0 0,1 1 0 0 0,0 0-1 0 0,-1-1 1 0 0,1 1 0 0 0,-1 0 0 0 0,1-1 0 0 0,-1 1 0 0 0,1-1 0 0 0,-1 1 0 0 0,1-1 0 0 0,-1 1 0 0 0,1-1 0 0 0,-1 1-1 0 0,0-1 1 0 0,1 1 0 0 0,-1-1 0 0 0,0 1 0 0 0,1-1 0 0 0,-1 0 0 0 0,0 1 0 0 0,0-1 0 0 0,0 0 0 0 0,1 1 0 0 0,-1-1-1 0 0,0 0 1 0 0,0 1 0 0 0,0-1 0 0 0,0 0 0 0 0,0 1 0 0 0,0-1 0 0 0,-1 0 0 0 0,1 1 0 0 0,0-1 0 0 0,0 1-1 0 0,0-1 1 0 0,-1-1 0 0 0,-4-20-10 0 0,-9-23-1 0 0,9 32-460 0 0,1-1 0 0 0,0 1 0 0 0,1-1 0 0 0,1 1 0 0 0,0-1 0 0 0,0-20 0 0 0,1 32 330 0 0,1 1 0 0 0,0 0 0 0 0,1-1 1 0 0,-1 1-1 0 0,0 0 0 0 0,0-1 0 0 0,0 1 0 0 0,1 0 0 0 0,-1-1 0 0 0,1 1 0 0 0,-1 0 0 0 0,1-1 0 0 0,-1 1 0 0 0,1 0 0 0 0,0 0 1 0 0,0 0-1 0 0,-1 0 0 0 0,1 0 0 0 0,0 0 0 0 0,0 0 0 0 0,0 0 0 0 0,0 0 0 0 0,0 0 0 0 0,0 0 0 0 0,1 0 0 0 0,-1 1 0 0 0,0-1 0 0 0,0 1 1 0 0,3-2-1 0 0,-1 2-15 0 0,-1 0 1 0 0,1 0-1 0 0,0 0 0 0 0,0 0 1 0 0,0 0-1 0 0,0 1 1 0 0,-1-1-1 0 0,1 1 1 0 0,0 0-1 0 0,0 0 1 0 0,-1 0-1 0 0,1 0 1 0 0,4 2-1 0 0,33 21 1474 0 0,42 32-1 0 0,-22-14 1563 0 0,-58-40-2767 0 0,0-1 1 0 0,0 0-1 0 0,0 0 1 0 0,0 0-1 0 0,0 0 1 0 0,0 0-1 0 0,0 0 1 0 0,0 0-1 0 0,0-1 1 0 0,0 1 0 0 0,1-1-1 0 0,-1 0 1 0 0,0 1-1 0 0,4-1 1 0 0,-5-1-101 0 0,0 1-1 0 0,0-1 1 0 0,0 1 0 0 0,0-1 0 0 0,0 1 0 0 0,0-1-1 0 0,0 1 1 0 0,0-1 0 0 0,-1 0 0 0 0,1 1 0 0 0,0-1-1 0 0,-1 0 1 0 0,1 0 0 0 0,0 0 0 0 0,-1 1 0 0 0,1-1 0 0 0,-1 0-1 0 0,1 0 1 0 0,-1 0 0 0 0,1 0 0 0 0,-1 0 0 0 0,0 0-1 0 0,1 0 1 0 0,-1 0 0 0 0,0 0 0 0 0,0 0 0 0 0,0 0-1 0 0,0 0 1 0 0,0-1 0 0 0,0 1 0 0 0,0 0 0 0 0,0-1 0 0 0,-1-11-44 0 0,-1 0 1 0 0,-4-20-1 0 0,4 23-420 0 0,0 0-1 0 0,0-1 1 0 0,1 1 0 0 0,1-21-1 0 0,0 30 404 0 0,0 1 1 0 0,0 0-1 0 0,0-1 1 0 0,0 1-1 0 0,0-1 1 0 0,0 1-1 0 0,0-1 0 0 0,0 1 1 0 0,0 0-1 0 0,0-1 1 0 0,0 1-1 0 0,0-1 1 0 0,0 1-1 0 0,0 0 0 0 0,1-1 1 0 0,-1 1-1 0 0,0 0 1 0 0,0-1-1 0 0,0 1 1 0 0,1 0-1 0 0,-1-1 0 0 0,0 1 1 0 0,0 0-1 0 0,1-1 1 0 0,-1 1-1 0 0,0 0 1 0 0,1 0-1 0 0,-1-1 0 0 0,0 1 1 0 0,1 0-1 0 0,-1 0 1 0 0,1 0-1 0 0,-1-1 0 0 0,0 1 1 0 0,1 0-1 0 0,-1 0 1 0 0,0 0-1 0 0,1 0 1 0 0,-1 0-1 0 0,1 0 0 0 0,-1 0 1 0 0,1 0-1 0 0,-1 0 1 0 0,0 0-1 0 0,1 0 1 0 0,-1 0-1 0 0,1 0 0 0 0,-1 0 1 0 0,0 0-1 0 0,1 1 1 0 0,-1-1-1 0 0,0 0 1 0 0,1 0-1 0 0,-1 0 0 0 0,1 1 1 0 0,-1-1-1 0 0,0 0 1 0 0,0 0-1 0 0,1 1 1 0 0,0 0-1 0 0,21 20-14 0 0,-19-17 19 0 0,12 12 151 0 0,5 6 850 0 0,25 21-1 0 0,-38-38-804 0 0,0 1 0 0 0,0-1 0 0 0,0-1 0 0 0,1 1 0 0 0,0-1-1 0 0,-1-1 1 0 0,2 1 0 0 0,9 2 0 0 0,-16-6-171 0 0,0 1-1 0 0,-1-1 1 0 0,1 0-1 0 0,0 0 0 0 0,0 0 1 0 0,-1 0-1 0 0,1 0 1 0 0,0 0-1 0 0,0 0 1 0 0,-1-1-1 0 0,1 1 0 0 0,0-1 1 0 0,0 1-1 0 0,-1-1 1 0 0,1 0-1 0 0,-1 1 0 0 0,1-1 1 0 0,-1 0-1 0 0,1 0 1 0 0,-1 0-1 0 0,1 0 0 0 0,1-2 1 0 0,5-8-2453 0 0,-3-3-3584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36:52.570"/>
    </inkml:context>
    <inkml:brush xml:id="br0">
      <inkml:brushProperty name="width" value="0.035" units="cm"/>
      <inkml:brushProperty name="height" value="0.035" units="cm"/>
      <inkml:brushProperty name="color" value="#FFFFFF"/>
    </inkml:brush>
  </inkml:definitions>
  <inkml:trace contextRef="#ctx0" brushRef="#br0">153 0 15763,'0'4329'0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36:58.633"/>
    </inkml:context>
    <inkml:brush xml:id="br0">
      <inkml:brushProperty name="width" value="0.035" units="cm"/>
      <inkml:brushProperty name="height" value="0.035" units="cm"/>
      <inkml:brushProperty name="color" value="#FFFFFF"/>
    </inkml:brush>
  </inkml:definitions>
  <inkml:trace contextRef="#ctx0" brushRef="#br0">0 157 7943,'4187'-157'0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38:36.401"/>
    </inkml:context>
    <inkml:brush xml:id="br0">
      <inkml:brushProperty name="width" value="0.035" units="cm"/>
      <inkml:brushProperty name="height" value="0.035" units="cm"/>
      <inkml:brushProperty name="color" value="#FFFFFF"/>
    </inkml:brush>
  </inkml:definitions>
  <inkml:trace contextRef="#ctx0" brushRef="#br0">2 0 20365,'0'4244'0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6:54.960"/>
    </inkml:context>
    <inkml:brush xml:id="br0">
      <inkml:brushProperty name="width" value="0.035" units="cm"/>
      <inkml:brushProperty name="height" value="0.035" units="cm"/>
      <inkml:brushProperty name="color" value="#FFFFFF"/>
    </inkml:brush>
  </inkml:definitions>
  <inkml:trace contextRef="#ctx0" brushRef="#br0">15 18 2304 0 0,'-1'0'216'0'0,"0"0"-1"0"0,1 0 1 0 0,-1 0-1 0 0,0 0 1 0 0,0 0-1 0 0,1 0 1 0 0,-1 0-1 0 0,0 0 1 0 0,0 0-1 0 0,0 0 1 0 0,1 0-1 0 0,-1-1 1 0 0,0 1-1 0 0,0 0 1 0 0,1-1-1 0 0,-1 1 1 0 0,-1-1-1 0 0,2 1 5 0 0,1-1 0 0 0,-1 1 0 0 0,0-1 0 0 0,0 1 0 0 0,0 0 0 0 0,1-1 0 0 0,-1 1-1 0 0,0 0 1 0 0,0-1 0 0 0,1 1 0 0 0,-1 0 0 0 0,0 0 0 0 0,1-1 0 0 0,-1 1 0 0 0,0 0-1 0 0,1 0 1 0 0,-1-1 0 0 0,0 1 0 0 0,1 0 0 0 0,-1 0 0 0 0,0 0 0 0 0,1 0 0 0 0,0 0-1 0 0,21-7 4049 0 0,-7 6-4895 0 0,24 7 2075 0 0,0 2 1 0 0,51 18-1 0 0,28 5-707 0 0,-102-28-756 0 0,-6-1-69 0 0,1 0 0 0 0,0 0 0 0 0,-1 1 0 0 0,1 0 0 0 0,-1 1 0 0 0,0 0 0 0 0,14 9 0 0 0,-15-3-2354 0 0,-9-5-3790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6:55.489"/>
    </inkml:context>
    <inkml:brush xml:id="br0">
      <inkml:brushProperty name="width" value="0.035" units="cm"/>
      <inkml:brushProperty name="height" value="0.035" units="cm"/>
      <inkml:brushProperty name="color" value="#FFFFFF"/>
    </inkml:brush>
  </inkml:definitions>
  <inkml:trace contextRef="#ctx0" brushRef="#br0">102 0 1840 0 0,'-1'1'58'0'0,"1"0"0"0"0,-1 0-1 0 0,1 0 1 0 0,-1 0-1 0 0,1 0 1 0 0,-1 0-1 0 0,1 0 1 0 0,0 0-1 0 0,-1 0 1 0 0,1 0 0 0 0,0 0-1 0 0,0 1 1 0 0,0-1-1 0 0,0 0 1 0 0,0 0-1 0 0,0 0 1 0 0,0 0 0 0 0,0 0-1 0 0,1 0 1 0 0,-1 0-1 0 0,0 0 1 0 0,1 1-1 0 0,0 0 1 0 0,0-1 63 0 0,0 0-1 0 0,0 0 1 0 0,1 0 0 0 0,-1 0 0 0 0,1 0-1 0 0,-1 0 1 0 0,1 0 0 0 0,-1 0 0 0 0,1-1-1 0 0,-1 1 1 0 0,1-1 0 0 0,0 1 0 0 0,-1-1-1 0 0,4 1 1 0 0,-4-1-21 0 0,-1 0 1 0 0,1 1-1 0 0,0 0 0 0 0,0-1 0 0 0,0 1 0 0 0,0-1 1 0 0,0 1-1 0 0,-1 0 0 0 0,1 0 0 0 0,0-1 0 0 0,-1 1 1 0 0,1 0-1 0 0,-1 0 0 0 0,1 0 0 0 0,-1 0 1 0 0,1 0-1 0 0,-1 0 0 0 0,1 0 0 0 0,-1 0 0 0 0,0 0 1 0 0,0 0-1 0 0,1 0 0 0 0,-1 0 0 0 0,0 0 0 0 0,0 0 1 0 0,0 0-1 0 0,0 1 0 0 0,-2 31 1758 0 0,-64 266 2555 0 0,18-106-3995 0 0,48-193-418 0 0,-18 98-362 0 0,16-82 286 0 0,1 1 0 0 0,0-1 0 0 0,1 0 1 0 0,2 18-1 0 0,-1-28 117 0 0,0 0 0 0 0,0 0 1 0 0,1 0-1 0 0,0-1 0 0 0,0 1 0 0 0,0 0 0 0 0,1-1 1 0 0,-1 0-1 0 0,1 1 0 0 0,0-1 0 0 0,1 0 0 0 0,-1-1 1 0 0,1 1-1 0 0,6 5 0 0 0,-4-5 21 0 0,0 0 0 0 0,1-1 0 0 0,-1 0-1 0 0,1-1 1 0 0,0 1 0 0 0,-1-1 0 0 0,2-1 0 0 0,-1 1 0 0 0,0-1 0 0 0,0-1-1 0 0,8 2 1 0 0,54 5 1571 0 0,127-2 1 0 0,-161-6-1167 0 0,-6 4-179 0 0,-24-3-352 0 0,0 0 0 0 0,0 0 1 0 0,0-1-1 0 0,0 1 0 0 0,0-1 0 0 0,8-1 1 0 0,-10-1-1100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7:02.225"/>
    </inkml:context>
    <inkml:brush xml:id="br0">
      <inkml:brushProperty name="width" value="0.035" units="cm"/>
      <inkml:brushProperty name="height" value="0.035" units="cm"/>
      <inkml:brushProperty name="color" value="#FFFFFF"/>
    </inkml:brush>
  </inkml:definitions>
  <inkml:trace contextRef="#ctx0" brushRef="#br0">4 46 9674 0 0,'0'0'67'0'0,"0"1"0"0"0,0-1 0 0 0,-1 0 0 0 0,1 1-1 0 0,0-1 1 0 0,-1 0 0 0 0,1 1 0 0 0,0-1 0 0 0,0 0 0 0 0,0 1 0 0 0,-1-1 0 0 0,1 1 0 0 0,0-1-1 0 0,0 0 1 0 0,0 1 0 0 0,0-1 0 0 0,0 1 0 0 0,0-1 0 0 0,0 1 0 0 0,0-1 0 0 0,0 0-1 0 0,0 1 1 0 0,0-1 0 0 0,0 1 0 0 0,0-1 0 0 0,0 1 0 0 0,0-1 0 0 0,0 0 0 0 0,1 1-1 0 0,10 10 1124 0 0,-7-9-929 0 0,0 0 0 0 0,0 0-1 0 0,0 0 1 0 0,0-1 0 0 0,7 2 0 0 0,9-1 168 0 0,-1-1 0 0 0,1 0 0 0 0,-1-2 0 0 0,37-5 0 0 0,78-24 411 0 0,-85 17-272 0 0,61-7 0 0 0,-41 14 691 0 0,0 4 0 0 0,122 12 0 0 0,-118 1-1085 0 0,116 33 1 0 0,-115-24-410 0 0,104 15 1 0 0,-163-34 221 0 0,1 0 1 0 0,-1-1 0 0 0,1 0 0 0 0,-1-1-1 0 0,19-4 1 0 0,-28 4 8 0 0,0 0-1 0 0,0-1 1 0 0,0 0-1 0 0,0 0 1 0 0,-1 0 0 0 0,1-1-1 0 0,-1 1 1 0 0,0-1 0 0 0,1-1-1 0 0,-1 1 1 0 0,-1-1 0 0 0,1 0-1 0 0,0 0 1 0 0,-1 0-1 0 0,0 0 1 0 0,5-7 0 0 0,-7 7-113 0 0,0 0 0 0 0,-1 0 0 0 0,1 1 0 0 0,-1-1 0 0 0,0-1 0 0 0,0 1 0 0 0,0 0 0 0 0,0 0 0 0 0,-1 0 0 0 0,0-7 0 0 0,0-5-697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40:21.459"/>
    </inkml:context>
    <inkml:brush xml:id="br0">
      <inkml:brushProperty name="width" value="0.035" units="cm"/>
      <inkml:brushProperty name="height" value="0.035" units="cm"/>
      <inkml:brushProperty name="color" value="#FFFFFF"/>
    </inkml:brush>
  </inkml:definitions>
  <inkml:trace contextRef="#ctx0" brushRef="#br0">0 0 19465,'1869'95'0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40:23.500"/>
    </inkml:context>
    <inkml:brush xml:id="br0">
      <inkml:brushProperty name="width" value="0.035" units="cm"/>
      <inkml:brushProperty name="height" value="0.035" units="cm"/>
      <inkml:brushProperty name="color" value="#FFFFFF"/>
    </inkml:brush>
  </inkml:definitions>
  <inkml:trace contextRef="#ctx0" brushRef="#br0">1 0 19233,'8'7396'0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0:58.238"/>
    </inkml:context>
    <inkml:brush xml:id="br0">
      <inkml:brushProperty name="width" value="0.1" units="cm"/>
      <inkml:brushProperty name="height" value="0.1" units="cm"/>
      <inkml:brushProperty name="color" value="#FFC114"/>
    </inkml:brush>
  </inkml:definitions>
  <inkml:trace contextRef="#ctx0" brushRef="#br0">451 49 4609 0 0,'0'-2'840'0'0,"0"-1"0"0"0,0 1 1 0 0,-1-1-1 0 0,1 1 0 0 0,-1 0 0 0 0,0 0 0 0 0,0-1 1 0 0,0 1-1 0 0,0 0 0 0 0,0 0 0 0 0,0 0 1 0 0,0 0-1 0 0,-1 0 0 0 0,-2-3 0 0 0,3 4-638 0 0,0 0 0 0 0,0 0-1 0 0,0 0 1 0 0,0 0 0 0 0,0 0 0 0 0,-1 0-1 0 0,1 0 1 0 0,0 0 0 0 0,-1 1-1 0 0,1-1 1 0 0,-1 1 0 0 0,1-1 0 0 0,0 1-1 0 0,-1-1 1 0 0,1 1 0 0 0,-1 0 0 0 0,1 0-1 0 0,-1 0 1 0 0,1 0 0 0 0,-1 0-1 0 0,0 0 1 0 0,1 0 0 0 0,-1 0 0 0 0,-1 1-1 0 0,-11 3-85 0 0,0 1-1 0 0,0 0 1 0 0,0 1 0 0 0,1 1-1 0 0,0 0 1 0 0,-18 14-1 0 0,26-18-188 0 0,1 1-1 0 0,-1 0 1 0 0,1 0-1 0 0,0 0 1 0 0,0 1-1 0 0,1-1 1 0 0,-1 1 0 0 0,1 0-1 0 0,0 0 1 0 0,1 0-1 0 0,-1 0 1 0 0,1 1-1 0 0,0-1 1 0 0,0 1-1 0 0,0 0 1 0 0,1-1 0 0 0,0 1-1 0 0,0 0 1 0 0,0 8-1 0 0,5 81-1107 0 0,-1-54 1644 0 0,-4 73 1 0 0,-4-67-216 0 0,-2-1 1 0 0,-2 1-1 0 0,-3-2 1 0 0,-1 1-1 0 0,-2-2 1 0 0,-2 0-1 0 0,-23 44 1 0 0,38-85-259 0 0,-3 6 17 0 0,1-1-1 0 0,-2 0 1 0 0,1 0-1 0 0,-13 13 1 0 0,17-20-26 0 0,0 0 0 0 0,0 0 0 0 0,0 0 0 0 0,0 0 0 0 0,0 0-1 0 0,0 0 1 0 0,0-1 0 0 0,0 1 0 0 0,0 0 0 0 0,0-1 0 0 0,-1 1 0 0 0,1-1 0 0 0,0 1 0 0 0,-1-1 0 0 0,1 0 0 0 0,0 1 0 0 0,-1-1 0 0 0,1 0 0 0 0,0 0-1 0 0,-1 0 1 0 0,1 0 0 0 0,0 0 0 0 0,-1 0 0 0 0,1-1 0 0 0,0 1 0 0 0,-1 0 0 0 0,1-1 0 0 0,0 1 0 0 0,-1-1 0 0 0,1 1 0 0 0,0-1 0 0 0,0 1 0 0 0,0-1 0 0 0,-1 0-1 0 0,1 0 1 0 0,0 0 0 0 0,0 0 0 0 0,0 1 0 0 0,0-1 0 0 0,1-1 0 0 0,-1 1 0 0 0,0 0 0 0 0,-1-1 0 0 0,0-2-247 0 0,-1 1 1 0 0,1-1 0 0 0,0 0 0 0 0,0 0-1 0 0,0 0 1 0 0,-1-7 0 0 0,-3-13-4892 0 0,2-4-1516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0:58.690"/>
    </inkml:context>
    <inkml:brush xml:id="br0">
      <inkml:brushProperty name="width" value="0.1" units="cm"/>
      <inkml:brushProperty name="height" value="0.1" units="cm"/>
      <inkml:brushProperty name="color" value="#FFC114"/>
    </inkml:brush>
  </inkml:definitions>
  <inkml:trace contextRef="#ctx0" brushRef="#br0">1 63 11522 0 0,'3'1'191'0'0,"0"0"0"0"0,0 0-1 0 0,-1 0 1 0 0,1-1-1 0 0,0 1 1 0 0,1-1-1 0 0,-1 0 1 0 0,0 0 0 0 0,0 0-1 0 0,0 0 1 0 0,3-1-1 0 0,37-9 2145 0 0,-22 5-1863 0 0,79-21 1106 0 0,-37 0-4266 0 0,-63 26 2716 0 0,0 0 0 0 0,1 0 1 0 0,-1 0-1 0 0,1 0 0 0 0,-1 0 0 0 0,0 0 0 0 0,1 0 0 0 0,-1 0 1 0 0,1 1-1 0 0,-1-1 0 0 0,0 0 0 0 0,1 0 0 0 0,-1 0 1 0 0,1 0-1 0 0,-1 1 0 0 0,0-1 0 0 0,1 0 0 0 0,-1 0 0 0 0,0 1 1 0 0,0-1-1 0 0,1 0 0 0 0,-1 0 0 0 0,0 1 0 0 0,1-1 1 0 0,-1 0-1 0 0,0 1 0 0 0,0-1 0 0 0,0 1 0 0 0,0-1 0 0 0,1 0 1 0 0,-1 1-1 0 0,0 0 0 0 0,5 12 1079 0 0,-5-13-1062 0 0,17 40 2002 0 0,-12-31-1893 0 0,-1 1 0 0 0,0 0 0 0 0,-1 0-1 0 0,0 0 1 0 0,2 11 0 0 0,9 225 1556 0 0,-8-101-1405 0 0,26 336 271 0 0,-31-480-582 0 0,-1 0 1 0 0,0 0-1 0 0,0 0 0 0 0,0 1 1 0 0,0-1-1 0 0,0 0 1 0 0,0 0-1 0 0,0 0 0 0 0,0 0 1 0 0,0 0-1 0 0,0 0 1 0 0,-1 0-1 0 0,1 0 0 0 0,0 0 1 0 0,-1 0-1 0 0,1 0 0 0 0,-1 0 1 0 0,1-1-1 0 0,-1 1 1 0 0,1 0-1 0 0,-2 1 0 0 0,1-2-44 0 0,0 0 0 0 0,0 0-1 0 0,0 0 1 0 0,0 0 0 0 0,0 0-1 0 0,0-1 1 0 0,1 1 0 0 0,-1 0 0 0 0,0-1-1 0 0,0 1 1 0 0,0-1 0 0 0,0 1-1 0 0,1-1 1 0 0,-1 1 0 0 0,0-1-1 0 0,0 1 1 0 0,1-1 0 0 0,-1 0 0 0 0,0 1-1 0 0,1-1 1 0 0,-1 0 0 0 0,1 0-1 0 0,-2-1 1 0 0,-9-12-988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0:59.072"/>
    </inkml:context>
    <inkml:brush xml:id="br0">
      <inkml:brushProperty name="width" value="0.1" units="cm"/>
      <inkml:brushProperty name="height" value="0.1" units="cm"/>
      <inkml:brushProperty name="color" value="#FFC114"/>
    </inkml:brush>
  </inkml:definitions>
  <inkml:trace contextRef="#ctx0" brushRef="#br0">4 0 7834 0 0,'-2'2'696'0'0,"1"0"-560"0"0,1 1-136 0 0,3 2 1120 0 0,-1-1 192 0 0,3-1 33 0 0,2 6 15 0 0,6 5-416 0 0,2 2-80 0 0,3 3-23 0 0,0-3-1 0 0,-3-3-840 0 0,-2-3-264 0 0,-3-1-8 0 0,6-4-2745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0:59.240"/>
    </inkml:context>
    <inkml:brush xml:id="br0">
      <inkml:brushProperty name="width" value="0.1" units="cm"/>
      <inkml:brushProperty name="height" value="0.1" units="cm"/>
      <inkml:brushProperty name="color" value="#FFC114"/>
    </inkml:brush>
  </inkml:definitions>
  <inkml:trace contextRef="#ctx0" brushRef="#br0">0 0 15491 0 0,'1'13'456'0'0,"1"0"1"0"0,0 0-1 0 0,1-1 0 0 0,0 1 0 0 0,1-1 0 0 0,0 0 0 0 0,1 0 0 0 0,8 15 0 0 0,-11-24-186 0 0,-1 0-170 0 0,1 0 0 0 0,-1-1 0 0 0,1 1 0 0 0,-1 0 1 0 0,1-1-1 0 0,0 1 0 0 0,0-1 0 0 0,0 0 0 0 0,4 3 0 0 0,-6-5-127 0 0,0 0 0 0 0,0 0-1 0 0,0 0 1 0 0,0-1 0 0 0,1 1 0 0 0,-1 0 0 0 0,0 0-1 0 0,0 0 1 0 0,0 0 0 0 0,0 0 0 0 0,0 0-1 0 0,0-1 1 0 0,0 1 0 0 0,1 0 0 0 0,-1 0-1 0 0,0 0 1 0 0,0 0 0 0 0,0 0 0 0 0,0-1 0 0 0,0 1-1 0 0,0 0 1 0 0,0 0 0 0 0,0 0 0 0 0,0 0-1 0 0,0-1 1 0 0,0 1 0 0 0,0 0 0 0 0,0 0-1 0 0,0 0 1 0 0,0 0 0 0 0,0-1 0 0 0,0 1 0 0 0,0 0-1 0 0,0 0 1 0 0,0 0 0 0 0,-1 0 0 0 0,1-1-1 0 0,0 1 1 0 0,0 0 0 0 0,0 0 0 0 0,0 0-1 0 0,0 0 1 0 0,0 0 0 0 0,0 0 0 0 0,-1-1 0 0 0,1 1-1 0 0,0 0 1 0 0,0 0 0 0 0,0 0 0 0 0,-6-10-1275 0 0,-12-7 123 0 0,3 6 1142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0:59.430"/>
    </inkml:context>
    <inkml:brush xml:id="br0">
      <inkml:brushProperty name="width" value="0.1" units="cm"/>
      <inkml:brushProperty name="height" value="0.1" units="cm"/>
      <inkml:brushProperty name="color" value="#FFC114"/>
    </inkml:brush>
  </inkml:definitions>
  <inkml:trace contextRef="#ctx0" brushRef="#br0">1 1 17972 0 0,'52'10'1080'0'0,"0"-3"1"0"0,54 2 0 0 0,-55-6-656 0 0,202 3 1134 0 0,-192-6-1747 0 0,-54 0-102 0 0,21 1-170 0 0,-8 2-5510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0.154"/>
    </inkml:context>
    <inkml:brush xml:id="br0">
      <inkml:brushProperty name="width" value="0.1" units="cm"/>
      <inkml:brushProperty name="height" value="0.1" units="cm"/>
      <inkml:brushProperty name="color" value="#FFC114"/>
    </inkml:brush>
  </inkml:definitions>
  <inkml:trace contextRef="#ctx0" brushRef="#br0">97 15 7370 0 0,'0'1'377'0'0,"-1"1"0"0"0,1-1 0 0 0,-1 1 0 0 0,1-1 1 0 0,0 1-1 0 0,-1-1 0 0 0,1 1 0 0 0,0-1 0 0 0,0 1 1 0 0,0-1-1 0 0,0 1 0 0 0,1-1 0 0 0,-1 1 1 0 0,0-1-1 0 0,0 1 0 0 0,2 1 0 0 0,-1 9 806 0 0,-1 18 1167 0 0,-8 51 0 0 0,6-69-2207 0 0,0 0-1 0 0,-1 1 1 0 0,-1-2 0 0 0,0 1-1 0 0,0 0 1 0 0,-12 20-1 0 0,15-31-143 0 0,1 0 0 0 0,-1 0 0 0 0,0 0 0 0 0,1 0 0 0 0,-1 0-1 0 0,0 0 1 0 0,0 0 0 0 0,0 0 0 0 0,0-1 0 0 0,1 1 0 0 0,-1 0 0 0 0,0-1 0 0 0,0 1-1 0 0,0 0 1 0 0,-1-1 0 0 0,1 1 0 0 0,0-1 0 0 0,-2 1 0 0 0,2-1-25 0 0,0 0 0 0 0,0 0 0 0 0,0 0 0 0 0,0 0 0 0 0,0-1 1 0 0,1 1-1 0 0,-1 0 0 0 0,0 0 0 0 0,0-1 0 0 0,0 1 0 0 0,0-1 0 0 0,0 1 0 0 0,1-1 0 0 0,-1 1 0 0 0,0-1 1 0 0,0 1-1 0 0,1-1 0 0 0,-2-1 0 0 0,0 0-91 0 0,0-1 1 0 0,0 1 0 0 0,0-1-1 0 0,1 0 1 0 0,-1 0-1 0 0,1 0 1 0 0,0 0-1 0 0,-1 0 1 0 0,1 0-1 0 0,1 0 1 0 0,-1 0-1 0 0,0-4 1 0 0,1 2-33 0 0,0-1 0 0 0,0 1 0 0 0,0 0-1 0 0,1 0 1 0 0,0 0 0 0 0,0-1 0 0 0,1 1 0 0 0,-1 0 0 0 0,1 0-1 0 0,3-4 1 0 0,3-7-30 0 0,18-23-1 0 0,-18 27 397 0 0,0 0 1 0 0,-1 0-1 0 0,9-19 0 0 0,-15 28-143 0 0,1-3 211 0 0,0 1-1 0 0,0-1 1 0 0,1 1 0 0 0,0 0 0 0 0,0 0-1 0 0,7-9 1 0 0,-10 14-258 0 0,0-1 0 0 0,0 1 0 0 0,0 0 0 0 0,1 0 0 0 0,-1 0 0 0 0,0 0 0 0 0,0-1 0 0 0,0 1 0 0 0,1 0 0 0 0,-1 0 0 0 0,0 0 0 0 0,0 0-1 0 0,1 0 1 0 0,-1 0 0 0 0,0-1 0 0 0,0 1 0 0 0,1 0 0 0 0,-1 0 0 0 0,0 0 0 0 0,0 0 0 0 0,1 0 0 0 0,-1 0 0 0 0,0 0 0 0 0,0 0 0 0 0,1 0 0 0 0,-1 0 0 0 0,0 0 0 0 0,0 0 0 0 0,1 0 0 0 0,-1 1 0 0 0,0-1-1 0 0,0 0 1 0 0,1 0 0 0 0,-1 0 0 0 0,0 0 0 0 0,0 0 0 0 0,0 0 0 0 0,1 1 0 0 0,-1-1 0 0 0,0 0 0 0 0,0 0 0 0 0,0 0 0 0 0,1 1 0 0 0,-1-1 0 0 0,0 0 0 0 0,0 0 0 0 0,0 0 0 0 0,0 1 0 0 0,0-1 0 0 0,0 0-1 0 0,1 1 1 0 0,1 6-941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0.841"/>
    </inkml:context>
    <inkml:brush xml:id="br0">
      <inkml:brushProperty name="width" value="0.1" units="cm"/>
      <inkml:brushProperty name="height" value="0.1" units="cm"/>
      <inkml:brushProperty name="color" value="#FFC114"/>
    </inkml:brush>
  </inkml:definitions>
  <inkml:trace contextRef="#ctx0" brushRef="#br0">0 1 12899 0 0,'2'3'488'0'0,"0"0"0"0"0,0 0 1 0 0,0-1-1 0 0,0 1 0 0 0,1-1 1 0 0,-1 1-1 0 0,0-1 1 0 0,1 0-1 0 0,0 0 0 0 0,4 3 1 0 0,-2-1-208 0 0,71 46 1439 0 0,-69-46-2329 0 0,2 6-1959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1.227"/>
    </inkml:context>
    <inkml:brush xml:id="br0">
      <inkml:brushProperty name="width" value="0.1" units="cm"/>
      <inkml:brushProperty name="height" value="0.1" units="cm"/>
      <inkml:brushProperty name="color" value="#FFC114"/>
    </inkml:brush>
  </inkml:definitions>
  <inkml:trace contextRef="#ctx0" brushRef="#br0">4 90 5985 0 0,'-3'-2'1508'0'0,"8"-2"-352"0"0,12-6 489 0 0,-16 10-1487 0 0,20-11 1426 0 0,1 2-1 0 0,0 1 1 0 0,1 0 0 0 0,24-4 0 0 0,97-10 1486 0 0,-116 20-2835 0 0,0 1-1 0 0,0 1 1 0 0,-1 1 0 0 0,1 2 0 0 0,53 11 0 0 0,-72-12-140 0 0,0 0-1 0 0,0-1 0 0 0,13-1 1 0 0,17 3-14 0 0,-38-3-80 0 0,0 0 1 0 0,0 0-1 0 0,-1 0 1 0 0,1 1-1 0 0,0-1 1 0 0,0 0-1 0 0,0 0 1 0 0,0 1-1 0 0,0-1 1 0 0,0 0-1 0 0,0 1 1 0 0,-1-1-1 0 0,1 1 1 0 0,0-1-1 0 0,0 1 1 0 0,-1 0-1 0 0,1-1 1 0 0,0 1-1 0 0,-1 0 0 0 0,1-1 1 0 0,0 1-1 0 0,-1 0 1 0 0,1 0-1 0 0,-1-1 1 0 0,0 1-1 0 0,1 0 1 0 0,-1 0-1 0 0,1 0 1 0 0,-1 0-1 0 0,0 0 1 0 0,0 0-1 0 0,0 0 1 0 0,0-1-1 0 0,1 1 1 0 0,-1 0-1 0 0,0 0 1 0 0,0 0-1 0 0,-1 0 0 0 0,1 0 1 0 0,0 0-1 0 0,0 0 1 0 0,0 0-1 0 0,-1 1 1 0 0,-2 5 24 0 0,0 0 1 0 0,0 0-1 0 0,0 0 1 0 0,-8 10-1 0 0,3-4-78 0 0,5-7-162 0 0,-18 32-765 0 0,6-13-4881 0 0,1-4-1195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1.676"/>
    </inkml:context>
    <inkml:brush xml:id="br0">
      <inkml:brushProperty name="width" value="0.1" units="cm"/>
      <inkml:brushProperty name="height" value="0.1" units="cm"/>
      <inkml:brushProperty name="color" value="#FFC114"/>
    </inkml:brush>
  </inkml:definitions>
  <inkml:trace contextRef="#ctx0" brushRef="#br0">1 27 10138 0 0,'140'-7'6082'0'0,"-65"3"-4282"0"0,-36-1-1851 0 0,-37 4-368 0 0,1 0-1 0 0,-1 1 1 0 0,1-1 0 0 0,-1-1 0 0 0,0 1 0 0 0,1 0-1 0 0,2-3 1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2.143"/>
    </inkml:context>
    <inkml:brush xml:id="br0">
      <inkml:brushProperty name="width" value="0.1" units="cm"/>
      <inkml:brushProperty name="height" value="0.1" units="cm"/>
      <inkml:brushProperty name="color" value="#FFC114"/>
    </inkml:brush>
  </inkml:definitions>
  <inkml:trace contextRef="#ctx0" brushRef="#br0">31 0 9130 0 0,'-3'5'299'0'0,"0"-1"1"0"0,1 1-1 0 0,-1-1 1 0 0,1 1-1 0 0,0 0 1 0 0,0 0-1 0 0,0 0 1 0 0,1 0-1 0 0,0 0 1 0 0,-1 6-1 0 0,-1 9 1823 0 0,0 32 0 0 0,6 59-1034 0 0,1 8-1200 0 0,-8-59 320 0 0,-1 33 743 0 0,6-79-582 0 0,-1 0 1 0 0,2-1-1 0 0,0 1 0 0 0,6 21 1 0 0,-7-31-279 0 0,0 0 0 0 0,1-1 0 0 0,-1 1 0 0 0,1 0 0 0 0,0-1 0 0 0,1 1 0 0 0,-1-1 0 0 0,0 1-1 0 0,1-1 1 0 0,0 0 0 0 0,0 0 0 0 0,0 0 0 0 0,6 4 0 0 0,-4-4-20 0 0,0 0-1 0 0,0 0 1 0 0,1-1-1 0 0,-1 0 1 0 0,1 0-1 0 0,-1 0 1 0 0,1-1-1 0 0,11 2 1 0 0,5-2 38 0 0,1-1 1 0 0,-1-1-1 0 0,1-1 0 0 0,24-5 0 0 0,-20 3 73 0 0,4 0-4 0 0,56-9 262 0 0,-74 10-367 0 0,-1 0 0 0 0,1-1 0 0 0,-1 0 0 0 0,19-10 0 0 0,-29 13-67 0 0,0-1 0 0 0,1 1 0 0 0,-1-1 0 0 0,0 0 0 0 0,0 0 0 0 0,0 0 1 0 0,0 0-1 0 0,-1 0 0 0 0,1 0 0 0 0,-1-1 0 0 0,1 1 0 0 0,-1 0 0 0 0,0-1 0 0 0,0 1 0 0 0,0-1 0 0 0,0 1 0 0 0,0-1 0 0 0,0 0 0 0 0,-1 1 0 0 0,1-1 0 0 0,-1 0 0 0 0,0 0 0 0 0,0 1 0 0 0,0-1 0 0 0,0 0 0 0 0,-1-5 0 0 0,-2-7 4 0 0,0 0 0 0 0,-1 1 0 0 0,-11-26 0 0 0,7 17-45 0 0,-11-25-588 0 0,10 28-2644 0 0,5 11-82 0 0,-3-9-4047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3.403"/>
    </inkml:context>
    <inkml:brush xml:id="br0">
      <inkml:brushProperty name="width" value="0.1" units="cm"/>
      <inkml:brushProperty name="height" value="0.1" units="cm"/>
      <inkml:brushProperty name="color" value="#FFC114"/>
    </inkml:brush>
  </inkml:definitions>
  <inkml:trace contextRef="#ctx0" brushRef="#br0">0 72 9674 0 0,'1'1'152'0'0,"0"-1"1"0"0,0 1-1 0 0,0 0 1 0 0,-1-1-1 0 0,1 1 1 0 0,0-1-1 0 0,0 1 1 0 0,0-1-1 0 0,0 1 0 0 0,0-1 1 0 0,0 0-1 0 0,0 0 1 0 0,0 1-1 0 0,0-1 1 0 0,0 0-1 0 0,1 0 0 0 0,-1 0 1 0 0,0 0-1 0 0,0 0 1 0 0,2 0-1 0 0,3 0 457 0 0,7 1 147 0 0,0 0 0 0 0,1-1 1 0 0,-1-1-1 0 0,0 0 0 0 0,0-1 0 0 0,0 0 0 0 0,14-5 0 0 0,-14 3-490 0 0,0 0-1 0 0,0-2 1 0 0,22-11-1 0 0,-33 15-392 0 0,0 1 1 0 0,1-1-1 0 0,-1 1 0 0 0,0-1 1 0 0,-1 0-1 0 0,1 0 0 0 0,0 1 0 0 0,2-4 1 0 0,2-13-3608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3.654"/>
    </inkml:context>
    <inkml:brush xml:id="br0">
      <inkml:brushProperty name="width" value="0.1" units="cm"/>
      <inkml:brushProperty name="height" value="0.1" units="cm"/>
      <inkml:brushProperty name="color" value="#FFC114"/>
    </inkml:brush>
  </inkml:definitions>
  <inkml:trace contextRef="#ctx0" brushRef="#br0">11 1 5529 0 0,'-1'0'64'0'0,"1"0"0"0"0,0 0 1 0 0,-1 0-1 0 0,1 0 0 0 0,-1 0 0 0 0,1 0 0 0 0,0 0 0 0 0,-1 0 0 0 0,1 0 0 0 0,0 1 0 0 0,-1-1 0 0 0,1 0 1 0 0,0 0-1 0 0,-1 0 0 0 0,1 1 0 0 0,0-1 0 0 0,-1 0 0 0 0,1 1 0 0 0,0-1 0 0 0,0 0 0 0 0,-1 1 1 0 0,1-1-1 0 0,0 0 0 0 0,0 1 0 0 0,0-1 0 0 0,-1 0 0 0 0,1 1 0 0 0,0-1 0 0 0,0 1 0 0 0,-1 17 1667 0 0,8 21 767 0 0,-6-32-2151 0 0,20 109 3092 0 0,10 161-1 0 0,-19 120-1561 0 0,-11-326-1152 0 0,3 23-293 0 0,-1-28-243 0 0,-6 73 0 0 0,3-139-203 0 0,0 0-1 0 0,0 1 1 0 0,0-1 0 0 0,0 0-1 0 0,0 1 1 0 0,0-1 0 0 0,0 0 0 0 0,0 1-1 0 0,0-1 1 0 0,0 0 0 0 0,0 1 0 0 0,0-1-1 0 0,0 0 1 0 0,0 1 0 0 0,0-1 0 0 0,0 0-1 0 0,0 0 1 0 0,-1 1 0 0 0,1-1 0 0 0,0 0-1 0 0,0 1 1 0 0,0-1 0 0 0,-1 0-1 0 0,1 0 1 0 0,0 1 0 0 0,0-1 0 0 0,-1 0-1 0 0,1 0 1 0 0,-1 1 0 0 0,-4-9-514 0 0,-4-18-522 0 0,5 10 572 0 0,-9-52-5879 0 0,9 33 547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3.871"/>
    </inkml:context>
    <inkml:brush xml:id="br0">
      <inkml:brushProperty name="width" value="0.1" units="cm"/>
      <inkml:brushProperty name="height" value="0.1" units="cm"/>
      <inkml:brushProperty name="color" value="#FFC114"/>
    </inkml:brush>
  </inkml:definitions>
  <inkml:trace contextRef="#ctx0" brushRef="#br0">389 1 17508 0 0,'-12'19'982'0'0,"0"2"1"0"0,1 0-1 0 0,-11 32 1 0 0,-5 12 95 0 0,-60 109 0 0 0,79-162-1078 0 0,0 0 0 0 0,-1-1-1 0 0,0 0 1 0 0,-1-1 0 0 0,0 0 0 0 0,-21 15-1 0 0,26-21-354 0 0,-1 0-1 0 0,1 0 0 0 0,-1-1 0 0 0,0 0 1 0 0,0 0-1 0 0,0 0 0 0 0,0-1 1 0 0,-1 0-1 0 0,1 0 0 0 0,-1 0 0 0 0,1-1 1 0 0,-1 0-1 0 0,0-1 0 0 0,0 1 1 0 0,1-1-1 0 0,-10-1 0 0 0,-2-4-6147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4.054"/>
    </inkml:context>
    <inkml:brush xml:id="br0">
      <inkml:brushProperty name="width" value="0.1" units="cm"/>
      <inkml:brushProperty name="height" value="0.1" units="cm"/>
      <inkml:brushProperty name="color" value="#FFC114"/>
    </inkml:brush>
  </inkml:definitions>
  <inkml:trace contextRef="#ctx0" brushRef="#br0">1 16 11979 0 0,'9'6'164'0'0,"23"16"1509"0"0,0-1 0 0 0,1-2 0 0 0,52 21 0 0 0,-81-38-1565 0 0,1-1-1 0 0,-1 1 1 0 0,1-1 0 0 0,0 0 0 0 0,0-1 0 0 0,0 1-1 0 0,0-1 1 0 0,-1 0 0 0 0,1 0 0 0 0,0 0 0 0 0,0-1-1 0 0,0 1 1 0 0,0-1 0 0 0,-1 0 0 0 0,7-3 0 0 0,-6 2-342 0 0,-1-1 1 0 0,1 0-1 0 0,0 0 1 0 0,-1 0-1 0 0,0 0 1 0 0,0-1 0 0 0,0 0-1 0 0,0 0 1 0 0,-1 0-1 0 0,1 0 1 0 0,-1 0 0 0 0,0-1-1 0 0,3-5 1 0 0,18-34-4682 0 0,-15 19 2388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4.301"/>
    </inkml:context>
    <inkml:brush xml:id="br0">
      <inkml:brushProperty name="width" value="0.1" units="cm"/>
      <inkml:brushProperty name="height" value="0.1" units="cm"/>
      <inkml:brushProperty name="color" value="#FFC114"/>
    </inkml:brush>
  </inkml:definitions>
  <inkml:trace contextRef="#ctx0" brushRef="#br0">81 0 7834 0 0,'-1'1'243'0'0,"0"0"0"0"0,0-1 1 0 0,0 1-1 0 0,0 0 0 0 0,0-1 1 0 0,0 1-1 0 0,0 0 0 0 0,0 0 1 0 0,1 0-1 0 0,-1 0 0 0 0,0 0 0 0 0,1 0 1 0 0,-1 0-1 0 0,0 0 0 0 0,1 0 1 0 0,-1 0-1 0 0,0 2 0 0 0,0 0 212 0 0,-8 13 302 0 0,2 1-1 0 0,0-1 1 0 0,1 2 0 0 0,-8 34-1 0 0,-6 74 2453 0 0,19-120-3228 0 0,1 0 0 0 0,0 0 0 0 0,0 0-1 0 0,1 9 1 0 0,-1-15 13 0 0,0 0-1 0 0,0 0 1 0 0,0 0-1 0 0,0 1 1 0 0,0-1-1 0 0,0 0 1 0 0,0 0-1 0 0,0 0 1 0 0,0 0-1 0 0,1 1 1 0 0,-1-1-1 0 0,0 0 1 0 0,0 0-1 0 0,0 0 1 0 0,0 0-1 0 0,0 0 1 0 0,0 0-1 0 0,1 1 1 0 0,-1-1-1 0 0,0 0 1 0 0,0 0-1 0 0,0 0 1 0 0,0 0-1 0 0,0 0 1 0 0,1 0-1 0 0,-1 0 1 0 0,0 0-1 0 0,0 0 1 0 0,0 0-1 0 0,0 0 1 0 0,1 0 0 0 0,-1 0-1 0 0,0 0 1 0 0,0 0-1 0 0,0 0 1 0 0,1 0-1 0 0,-1 0 1 0 0,0 0-1 0 0,0 0 1 0 0,0 0-1 0 0,1 0 1 0 0,9-5-468 0 0,7-12-788 0 0,27-36-3403 0 0,-32 37-168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4.626"/>
    </inkml:context>
    <inkml:brush xml:id="br0">
      <inkml:brushProperty name="width" value="0.1" units="cm"/>
      <inkml:brushProperty name="height" value="0.1" units="cm"/>
      <inkml:brushProperty name="color" value="#FFC114"/>
    </inkml:brush>
  </inkml:definitions>
  <inkml:trace contextRef="#ctx0" brushRef="#br0">229 1 4145 0 0,'-5'37'12474'0'0,"-8"4"-7260"0"0,-24 41-5375 0 0,14-33 1035 0 0,10-22-1489 0 0,-1 0-1 0 0,-1 0 1 0 0,-38 47-1 0 0,41-59 188 0 0,6-8 464 0 0,0 0 0 0 0,0 1 0 0 0,1-1 1 0 0,0 1-1 0 0,0 0 0 0 0,-6 16 1 0 0,39-38 2391 0 0,-7-2-2337 0 0,27-30 1 0 0,-34 31-820 0 0,1 2 0 0 0,0-1 0 0 0,0 2 0 0 0,22-14 0 0 0,-20 15-1464 0 0,6-5-1953 0 0,-8 12-1667 0 0,-14 12 3804 0 0,-3 13 3559 0 0,2-17-1439 0 0,1 21 2794 0 0,-1-24-2946 0 0,0 0 0 0 0,0-1 0 0 0,0 1 0 0 0,0 0 0 0 0,0-1 0 0 0,0 1 0 0 0,0 0 0 0 0,1-1 0 0 0,-1 1 0 0 0,0 0 0 0 0,0-1 0 0 0,1 1 0 0 0,-1-1 0 0 0,0 1 0 0 0,1-1 0 0 0,-1 1 0 0 0,0-1 0 0 0,1 1 0 0 0,-1-1 0 0 0,1 1 0 0 0,-1-1 0 0 0,1 1 0 0 0,-1-1 0 0 0,1 0 0 0 0,-1 1 0 0 0,1-1-1 0 0,0 0 1 0 0,-1 1 0 0 0,1-1 0 0 0,-1 0 0 0 0,1 0 0 0 0,0 0 0 0 0,-1 1 0 0 0,1-1 0 0 0,0 0 0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5.151"/>
    </inkml:context>
    <inkml:brush xml:id="br0">
      <inkml:brushProperty name="width" value="0.1" units="cm"/>
      <inkml:brushProperty name="height" value="0.1" units="cm"/>
      <inkml:brushProperty name="color" value="#FFC114"/>
    </inkml:brush>
  </inkml:definitions>
  <inkml:trace contextRef="#ctx0" brushRef="#br0">131 1 14979 0 0,'-11'12'947'0'0,"0"2"1"0"0,0-1-1 0 0,1 1 0 0 0,1 1 0 0 0,0-1 0 0 0,-8 23 0 0 0,2-2-1083 0 0,-16 66 0 0 0,25-69-576 0 0,5-31 667 0 0,1 1 1 0 0,0-1-1 0 0,0 1 0 0 0,0-1 1 0 0,0 1-1 0 0,0-1 1 0 0,0 1-1 0 0,1-1 0 0 0,-1 0 1 0 0,0 1-1 0 0,1-1 0 0 0,-1 1 1 0 0,1-1-1 0 0,-1 0 0 0 0,1 1 1 0 0,0-1-1 0 0,0 0 0 0 0,-1 1 1 0 0,2 0-1 0 0,-1-2 17 0 0,0 1 0 0 0,0-1 0 0 0,-1 0 0 0 0,1 1 0 0 0,0-1 0 0 0,0 0 0 0 0,0 0 1 0 0,-1 0-1 0 0,1 0 0 0 0,0 0 0 0 0,0 0 0 0 0,-1 0 0 0 0,1 0 0 0 0,0 0 0 0 0,0 0 0 0 0,0-1 0 0 0,-1 1 0 0 0,1 0 0 0 0,0 0 0 0 0,0-1 0 0 0,-1 1 0 0 0,2-1 0 0 0,18-11-409 0 0,-15 8 262 0 0,7-4-399 0 0,0 0-1 0 0,-1-1 0 0 0,0 0 0 0 0,-1-1 1 0 0,12-15-1 0 0,-4 3-1622 0 0,25-41-1 0 0,-30 37 641 0 0,7-8-29 0 0,-34 78 4364 0 0,-35 84 1393 0 0,-19 52-2626 0 0,66-173-1614 0 0,-1-1 1 0 0,1 1 0 0 0,0-1 0 0 0,1 1-1 0 0,-1 0 1 0 0,1 0 0 0 0,1 0 0 0 0,0 0-1 0 0,-1 0 1 0 0,2 7 0 0 0,-1-14 57 0 0,0 0 1 0 0,0 1-1 0 0,1-1 1 0 0,-1 0-1 0 0,0 0 1 0 0,0 0-1 0 0,0 1 0 0 0,0-1 1 0 0,0 0-1 0 0,0 0 1 0 0,0 0-1 0 0,1 1 1 0 0,-1-1-1 0 0,0 0 0 0 0,0 0 1 0 0,0 0-1 0 0,1 1 1 0 0,-1-1-1 0 0,0 0 1 0 0,0 0-1 0 0,0 0 0 0 0,1 0 1 0 0,-1 0-1 0 0,0 0 1 0 0,0 0-1 0 0,1 0 1 0 0,-1 1-1 0 0,0-1 0 0 0,0 0 1 0 0,1 0-1 0 0,-1 0 1 0 0,0 0-1 0 0,0 0 1 0 0,0 0-1 0 0,1 0 0 0 0,-1 0 1 0 0,0-1-1 0 0,1 1 1 0 0,11-7 66 0 0,12-16 502 0 0,-22 21-511 0 0,25-30 57 0 0,45-70 0 0 0,-8 8-2870 0 0,-63 93 2749 0 0,-1 1 0 0 0,0-1 0 0 0,1 1 0 0 0,-1-1 0 0 0,0 1 0 0 0,1-1 0 0 0,-1 1 0 0 0,0 0 0 0 0,1-1 0 0 0,-1 1 0 0 0,1-1 0 0 0,-1 1 0 0 0,1 0 0 0 0,-1-1 0 0 0,1 1 0 0 0,-1 0 0 0 0,1 0 0 0 0,0-1 0 0 0,-1 1 0 0 0,1 0 0 0 0,-1 0 0 0 0,2 0 0 0 0,-2 0 34 0 0,0 0 0 0 0,1 1 0 0 0,-1-1-1 0 0,0 0 1 0 0,1 1 0 0 0,-1-1 0 0 0,0 1 0 0 0,0-1 0 0 0,0 0 0 0 0,1 1 0 0 0,-1-1 0 0 0,0 1 0 0 0,0-1 0 0 0,0 1 0 0 0,0-1 0 0 0,0 0 0 0 0,0 1 0 0 0,0-1 0 0 0,0 1 0 0 0,0-1 0 0 0,0 1 0 0 0,-4 29 1282 0 0,1-21-691 0 0,-1 1 1 0 0,-1 0 0 0 0,0-1 0 0 0,0 0-1 0 0,0 0 1 0 0,-9 10 0 0 0,-24 25-1878 0 0,29-33 28 0 0,-5 3-4594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5.369"/>
    </inkml:context>
    <inkml:brush xml:id="br0">
      <inkml:brushProperty name="width" value="0.1" units="cm"/>
      <inkml:brushProperty name="height" value="0.1" units="cm"/>
      <inkml:brushProperty name="color" value="#FFC114"/>
    </inkml:brush>
  </inkml:definitions>
  <inkml:trace contextRef="#ctx0" brushRef="#br0">1 153 12899 0 0,'9'1'371'0'0,"0"0"0"0"0,0-1 1 0 0,0 0-1 0 0,0 0 0 0 0,0-1 1 0 0,0 0-1 0 0,0-1 0 0 0,14-4 1 0 0,2 0 344 0 0,169-40 2687 0 0,-152 34-3112 0 0,-2-2 0 0 0,66-32 1 0 0,-70 25-2726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5.570"/>
    </inkml:context>
    <inkml:brush xml:id="br0">
      <inkml:brushProperty name="width" value="0.1" units="cm"/>
      <inkml:brushProperty name="height" value="0.1" units="cm"/>
      <inkml:brushProperty name="color" value="#FFC114"/>
    </inkml:brush>
  </inkml:definitions>
  <inkml:trace contextRef="#ctx0" brushRef="#br0">51 14 1376 0 0,'-1'-1'81'0'0,"1"0"-1"0"0,-1 0 0 0 0,1 0 1 0 0,-1 0-1 0 0,0 1 0 0 0,1-1 1 0 0,-1 0-1 0 0,0 0 0 0 0,0 1 1 0 0,1-1-1 0 0,-1 1 0 0 0,0-1 1 0 0,0 1-1 0 0,0-1 0 0 0,0 1 1 0 0,0-1-1 0 0,0 1 0 0 0,0 0 1 0 0,0-1-1 0 0,0 1 0 0 0,0 0 1 0 0,0 0-1 0 0,0 0 0 0 0,0 0 1 0 0,0 0-1 0 0,0 0 0 0 0,-1 0 1 0 0,1 1 128 0 0,0-1-1 0 0,0 1 1 0 0,0-1 0 0 0,-1 1 0 0 0,1 0 0 0 0,0-1 0 0 0,0 1 0 0 0,0 0-1 0 0,0 0 1 0 0,0 0 0 0 0,1 0 0 0 0,-1 0 0 0 0,0 0 0 0 0,0 0-1 0 0,1 0 1 0 0,-1 0 0 0 0,0 0 0 0 0,1 0 0 0 0,-1 0 0 0 0,1 0 0 0 0,-1 3-1 0 0,-1 5 642 0 0,0 0 0 0 0,1 0-1 0 0,0 1 1 0 0,0-1 0 0 0,1 0 0 0 0,1 1-1 0 0,-1-1 1 0 0,5 17 0 0 0,-1-8-193 0 0,0 0 1 0 0,2 0 0 0 0,11 24 0 0 0,-16-39-784 0 0,9 16 343 0 0,-2-13-3241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5.834"/>
    </inkml:context>
    <inkml:brush xml:id="br0">
      <inkml:brushProperty name="width" value="0.1" units="cm"/>
      <inkml:brushProperty name="height" value="0.1" units="cm"/>
      <inkml:brushProperty name="color" value="#FFC114"/>
    </inkml:brush>
  </inkml:definitions>
  <inkml:trace contextRef="#ctx0" brushRef="#br0">11 0 9674 0 0,'-3'13'413'0'0,"0"1"-1"0"0,1-1 1 0 0,1 0 0 0 0,0 1-1 0 0,0-1 1 0 0,2 0 0 0 0,0 1-1 0 0,2 13 1 0 0,4 9 1448 0 0,19 58-1 0 0,-5-34-954 0 0,3-1 1 0 0,3-1-1 0 0,2-1 0 0 0,2-2 0 0 0,3-1 1 0 0,48 59-1 0 0,-46-72-539 0 0,-32-38-327 0 0,-1 0-1 0 0,1 0 0 0 0,-1 0 1 0 0,1-1-1 0 0,0 0 0 0 0,0 1 1 0 0,0-1-1 0 0,0-1 1 0 0,0 1-1 0 0,5 1 0 0 0,-8-3-32 0 0,0 0 0 0 0,0 0 0 0 0,0 1 0 0 0,0-1 0 0 0,0 0-1 0 0,0 0 1 0 0,0 0 0 0 0,0 0 0 0 0,0-1 0 0 0,-1 1 0 0 0,1 0 0 0 0,0 0 0 0 0,0 0-1 0 0,0-1 1 0 0,0 1 0 0 0,0-1 0 0 0,0 1 0 0 0,-1 0 0 0 0,1-1 0 0 0,0 1 0 0 0,0-1-1 0 0,0-1 1 0 0,1 1 0 0 0,-1-1-1 0 0,0 1 1 0 0,0-1-1 0 0,0 0 1 0 0,0 0-1 0 0,0 1 1 0 0,-1-1-1 0 0,1 0 0 0 0,0 0 1 0 0,0-2-1 0 0,0-5-32 0 0,0 0-1 0 0,-1 0 0 0 0,0-14 1 0 0,0 21 14 0 0,-2-25-779 0 0,-2 1 1 0 0,0-1-1 0 0,-14-41 1 0 0,8 34-6889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6.004"/>
    </inkml:context>
    <inkml:brush xml:id="br0">
      <inkml:brushProperty name="width" value="0.1" units="cm"/>
      <inkml:brushProperty name="height" value="0.1" units="cm"/>
      <inkml:brushProperty name="color" value="#FFC114"/>
    </inkml:brush>
  </inkml:definitions>
  <inkml:trace contextRef="#ctx0" brushRef="#br0">259 0 10594 0 0,'-23'41'1604'0'0,"-21"50"-1"0"0,31-62-864 0 0,0 0-1 0 0,-2-1 1 0 0,-2-1 0 0 0,-31 42-1 0 0,47-67-783 0 0,0-1 0 0 0,0 0 0 0 0,0 0 0 0 0,0 0-1 0 0,0 1 1 0 0,-1-1 0 0 0,1 0 0 0 0,0-1-1 0 0,-1 1 1 0 0,1 0 0 0 0,0 0 0 0 0,-1 0 0 0 0,1-1-1 0 0,-1 1 1 0 0,1-1 0 0 0,-1 1 0 0 0,0-1-1 0 0,1 0 1 0 0,-1 0 0 0 0,1 1 0 0 0,-1-1 0 0 0,0 0-1 0 0,1 0 1 0 0,-1-1 0 0 0,1 1 0 0 0,-3-1-1 0 0,1 0-246 0 0,0 0-1 0 0,1-1 0 0 0,0 1 0 0 0,-1-1 0 0 0,1 1 0 0 0,0-1 0 0 0,0 0 0 0 0,0 0 0 0 0,0 0 0 0 0,0 0 0 0 0,0-1 1 0 0,0 1-1 0 0,1 0 0 0 0,-3-5 0 0 0,-8-15-1457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6.177"/>
    </inkml:context>
    <inkml:brush xml:id="br0">
      <inkml:brushProperty name="width" value="0.1" units="cm"/>
      <inkml:brushProperty name="height" value="0.1" units="cm"/>
      <inkml:brushProperty name="color" value="#FFC114"/>
    </inkml:brush>
  </inkml:definitions>
  <inkml:trace contextRef="#ctx0" brushRef="#br0">647 0 17972 0 0,'-29'24'1173'0'0,"1"0"0"0"0,-37 44 0 0 0,0 1-419 0 0,43-49-567 0 0,-1 0 0 0 0,-1-1 0 0 0,-1-2 0 0 0,0 0 0 0 0,-1-2 0 0 0,-29 13 0 0 0,32-18-627 0 0,-1-2 1 0 0,-42 10-1 0 0,41-13-1860 0 0,-1-1 0 0 0,-45 0 0 0 0,47-4-4305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1:06.315"/>
    </inkml:context>
    <inkml:brush xml:id="br0">
      <inkml:brushProperty name="width" value="0.1" units="cm"/>
      <inkml:brushProperty name="height" value="0.1" units="cm"/>
      <inkml:brushProperty name="color" value="#FFC114"/>
    </inkml:brush>
  </inkml:definitions>
  <inkml:trace contextRef="#ctx0" brushRef="#br0">1 1 8034 0 0,'31'2'176'0'0,"-17"-1"40"0"0,2 1 8 0 0,-4 0 0 0 0,-1 0-224 0 0,-6-1 0 0 0,4 1 0 0 0,3 3 0 0 0,10 2 1168 0 0,0 1 192 0 0,3-3 41 0 0,-7-2 7 0 0,-4-3-1288 0 0,-4-5-256 0 0,1-4-56 0 0,-8-5 0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8:37.935"/>
    </inkml:context>
    <inkml:brush xml:id="br0">
      <inkml:brushProperty name="width" value="0.035" units="cm"/>
      <inkml:brushProperty name="height" value="0.035" units="cm"/>
      <inkml:brushProperty name="color" value="#FFFFFF"/>
    </inkml:brush>
  </inkml:definitions>
  <inkml:trace contextRef="#ctx0" brushRef="#br0">2 0 6449 0 0,'0'2'180'0'0,"-1"0"0"0"0,1 0 0 0 0,0 0 0 0 0,-1 0-1 0 0,1 0 1 0 0,0 0 0 0 0,0-1 0 0 0,0 1 0 0 0,0 0-1 0 0,1 0 1 0 0,-1 0 0 0 0,1 3 0 0 0,8 27 1861 0 0,-4-19-1616 0 0,14 45 2089 0 0,33 68 0 0 0,37 54 458 0 0,-14-30-1625 0 0,17 34-792 0 0,-49-107-4505 0 0,-38-66-2397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8:38.170"/>
    </inkml:context>
    <inkml:brush xml:id="br0">
      <inkml:brushProperty name="width" value="0.035" units="cm"/>
      <inkml:brushProperty name="height" value="0.035" units="cm"/>
      <inkml:brushProperty name="color" value="#FFFFFF"/>
    </inkml:brush>
  </inkml:definitions>
  <inkml:trace contextRef="#ctx0" brushRef="#br0">0 0 7834 0 0,'4'24'328'0'0,"1"0"0"0"0,1-1 0 0 0,1 0 0 0 0,1 0 0 0 0,17 34 0 0 0,233 450 6200 0 0,-249-490-6642 0 0,56 88 593 0 0,-58-96-1002 0 0,0 0 0 0 0,0 0-1 0 0,1 0 1 0 0,1-1 0 0 0,-1 0 0 0 0,1-1 0 0 0,1 0 0 0 0,11 7 0 0 0,-8-8-1078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8:38.398"/>
    </inkml:context>
    <inkml:brush xml:id="br0">
      <inkml:brushProperty name="width" value="0.035" units="cm"/>
      <inkml:brushProperty name="height" value="0.035" units="cm"/>
      <inkml:brushProperty name="color" value="#FFFFFF"/>
    </inkml:brush>
  </inkml:definitions>
  <inkml:trace contextRef="#ctx0" brushRef="#br0">1 0 7834 0 0,'1'9'283'0'0,"0"0"0"0"0,1-1 0 0 0,0 1 0 0 0,1-1 1 0 0,0 1-1 0 0,0-1 0 0 0,1 0 0 0 0,0 0 0 0 0,6 9 0 0 0,6 14 640 0 0,51 99 2757 0 0,145 211 0 0 0,-65-155-8573 0 0,-129-166-1144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8:38.632"/>
    </inkml:context>
    <inkml:brush xml:id="br0">
      <inkml:brushProperty name="width" value="0.035" units="cm"/>
      <inkml:brushProperty name="height" value="0.035" units="cm"/>
      <inkml:brushProperty name="color" value="#FFFFFF"/>
    </inkml:brush>
  </inkml:definitions>
  <inkml:trace contextRef="#ctx0" brushRef="#br0">1 0 6449 0 0,'0'6'107'0'0,"0"-1"-1"0"0,1 0 0 0 0,0 1 0 0 0,0-1 1 0 0,1 0-1 0 0,-1 0 0 0 0,1 0 0 0 0,3 6 1 0 0,24 39 1250 0 0,-11-21-621 0 0,162 239 3379 0 0,23-10-2028 0 0,-187-239-2550 0 0,31 43-393 0 0,-40-52-794 0 0,-1 0 1 0 0,6 15-1 0 0,-8-13-712 0 0,-4 0-20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38:38.818"/>
    </inkml:context>
    <inkml:brush xml:id="br0">
      <inkml:brushProperty name="width" value="0.035" units="cm"/>
      <inkml:brushProperty name="height" value="0.035" units="cm"/>
      <inkml:brushProperty name="color" value="#FFFFFF"/>
    </inkml:brush>
  </inkml:definitions>
  <inkml:trace contextRef="#ctx0" brushRef="#br0">1 1 11522 0 0,'4'13'389'0'0,"0"0"0"0"0,2-1-1 0 0,-1 0 1 0 0,2 0-1 0 0,0 0 1 0 0,0-1 0 0 0,13 15-1 0 0,59 90 1735 0 0,37 50-261 0 0,-90-133-1246 0 0,1-2 1 0 0,59 54 0 0 0,-78-79-558 0 0,0 1 1 0 0,0-2 0 0 0,0 1-1 0 0,1-1 1 0 0,-1 0-1 0 0,13 4 1 0 0,-18-8-123 0 0,0 0 0 0 0,0 0 0 0 0,0 0-1 0 0,0-1 1 0 0,0 1 0 0 0,1-1 0 0 0,-1 0 0 0 0,0 0 0 0 0,0 0 0 0 0,0 0-1 0 0,1-1 1 0 0,-1 1 0 0 0,0-1 0 0 0,0 0 0 0 0,0 0 0 0 0,0 0 0 0 0,0 0-1 0 0,0 0 1 0 0,0-1 0 0 0,0 1 0 0 0,0-1 0 0 0,4-4 0 0 0,17-18-860 0 0,-3-5-5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45:48.245"/>
    </inkml:context>
    <inkml:brush xml:id="br0">
      <inkml:brushProperty name="width" value="0.1" units="cm"/>
      <inkml:brushProperty name="height" value="0.1" units="cm"/>
      <inkml:brushProperty name="color" value="#FFC114"/>
    </inkml:brush>
  </inkml:definitions>
  <inkml:trace contextRef="#ctx0" brushRef="#br0">14 0 12746,'0'1986'0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45:50.977"/>
    </inkml:context>
    <inkml:brush xml:id="br0">
      <inkml:brushProperty name="width" value="0.1" units="cm"/>
      <inkml:brushProperty name="height" value="0.1" units="cm"/>
      <inkml:brushProperty name="color" value="#FFC114"/>
    </inkml:brush>
  </inkml:definitions>
  <inkml:trace contextRef="#ctx0" brushRef="#br0">6 1 12099,'0'1851'0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46:41.300"/>
    </inkml:context>
    <inkml:brush xml:id="br0">
      <inkml:brushProperty name="width" value="0.1" units="cm"/>
      <inkml:brushProperty name="height" value="0.1" units="cm"/>
      <inkml:brushProperty name="color" value="#E71224"/>
    </inkml:brush>
  </inkml:definitions>
  <inkml:trace contextRef="#ctx0" brushRef="#br0">1824 0 20064,'-1823'2195'0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46:44.294"/>
    </inkml:context>
    <inkml:brush xml:id="br0">
      <inkml:brushProperty name="width" value="0.1" units="cm"/>
      <inkml:brushProperty name="height" value="0.1" units="cm"/>
      <inkml:brushProperty name="color" value="#E71224"/>
    </inkml:brush>
  </inkml:definitions>
  <inkml:trace contextRef="#ctx0" brushRef="#br0">2068 1 13401,'-2068'2254'0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45.977"/>
    </inkml:context>
    <inkml:brush xml:id="br0">
      <inkml:brushProperty name="width" value="0.1" units="cm"/>
      <inkml:brushProperty name="height" value="0.1" units="cm"/>
      <inkml:brushProperty name="color" value="#E71224"/>
    </inkml:brush>
  </inkml:definitions>
  <inkml:trace contextRef="#ctx0" brushRef="#br0">47 245 920 0 0,'-1'0'81'0'0,"0"0"-1"0"0,0-1 1 0 0,1 1-1 0 0,-1 0 1 0 0,0-1-1 0 0,1 1 1 0 0,-1-1-1 0 0,0 1 1 0 0,1-1-1 0 0,-1 1 1 0 0,1-1-1 0 0,-1 1 1 0 0,0-1-1 0 0,1 0 1 0 0,0 1-1 0 0,-1-1 1 0 0,1 0-1 0 0,-1 1 1 0 0,1-1-1 0 0,0 0 1 0 0,-1 0-1 0 0,1 1 1 0 0,0-1-1 0 0,0 0 1 0 0,0 0-1 0 0,-1-1 1 0 0,1 0 141 0 0,-1 0 1 0 0,1 0 0 0 0,0-1-1 0 0,0 1 1 0 0,-1 0-1 0 0,1 0 1 0 0,1-1-1 0 0,-1-3 1 0 0,0 6-167 0 0,1 0 0 0 0,-1-1-1 0 0,0 1 1 0 0,0 0 0 0 0,0-1-1 0 0,0 1 1 0 0,0 0 0 0 0,0-1 0 0 0,0 1-1 0 0,0 0 1 0 0,0-1 0 0 0,-1 1 0 0 0,1 0-1 0 0,0-1 1 0 0,0 1 0 0 0,0 0 0 0 0,0-1-1 0 0,0 1 1 0 0,0 0 0 0 0,-1 0 0 0 0,1-1-1 0 0,0 1 1 0 0,0 0 0 0 0,-1 0-1 0 0,1-1 1 0 0,0 1 0 0 0,0 0 0 0 0,-1 0-1 0 0,1-1 1 0 0,0 1 0 0 0,0 0 0 0 0,-1 0-1 0 0,1 0 1 0 0,0 0 0 0 0,-1 0 0 0 0,1-1-1 0 0,0 1 1 0 0,-1 0 0 0 0,1 0-1 0 0,0 0 1 0 0,-1 0 0 0 0,1 0 0 0 0,0 0-1 0 0,-1 0 1 0 0,1 0 0 0 0,-1 0 0 0 0,1 0-1 0 0,0 0 1 0 0,-1 1 0 0 0,1-1 0 0 0,0 0-1 0 0,-1 0 1 0 0,-14 3 520 0 0,15-3-549 0 0,-1 0 0 0 0,1 0 0 0 0,0 1 0 0 0,0-1 0 0 0,0 0 0 0 0,0 0 0 0 0,-1 0 1 0 0,1 0-1 0 0,0 0 0 0 0,0 0 0 0 0,0 0 0 0 0,0 0 0 0 0,-1-1 0 0 0,1 1 0 0 0,0 0 0 0 0,0 0 0 0 0,0 0 0 0 0,0 0 0 0 0,-1 0 0 0 0,1 0 0 0 0,0 0 0 0 0,0 0 0 0 0,0 0 0 0 0,0 0 0 0 0,0 0 0 0 0,-1-1 0 0 0,1 1 0 0 0,0 0 0 0 0,0 0 0 0 0,0 0 0 0 0,0 0 1 0 0,0 0-1 0 0,0-1 0 0 0,0 1 0 0 0,0 0 0 0 0,0 0 0 0 0,0 0 0 0 0,-1 0 0 0 0,1-1 0 0 0,0 1 0 0 0,0 0 0 0 0,0 0 0 0 0,0 0 0 0 0,0 0 0 0 0,0-1 0 0 0,0 1 0 0 0,0 0 0 0 0,0 0 0 0 0,0 0 0 0 0,1 0 0 0 0,-1-1 0 0 0,0 1 0 0 0,0 0 0 0 0,0 0 0 0 0,0 0 1 0 0,0 0-1 0 0,0-1 0 0 0,9-10 3117 0 0,-3 6-2595 0 0,0-1-1 0 0,-1 1 1 0 0,1-1 0 0 0,6-10-1 0 0,-6 9-440 0 0,0 1-1 0 0,0-1 0 0 0,1 1 0 0 0,0 0 0 0 0,0 0 0 0 0,15-8 0 0 0,0-1-108 0 0,-18 12 96 0 0,0 0 1 0 0,0 1 0 0 0,0-1-1 0 0,1 1 1 0 0,-1 0-1 0 0,0 0 1 0 0,1 0-1 0 0,8-2 1 0 0,-5 3 42 0 0,-1-1 0 0 0,0-1 0 0 0,0 1 1 0 0,0-1-1 0 0,10-5 0 0 0,-12 5-119 0 0,9-4 220 0 0,26-10-1 0 0,-34 16-183 0 0,0-1 0 0 0,0 1 0 0 0,-1 0 0 0 0,1 0 0 0 0,0 1-1 0 0,0 0 1 0 0,0 0 0 0 0,6 1 0 0 0,-7 0-33 0 0,2-1 61 0 0,-1 1-1 0 0,1 0 1 0 0,-1 0-1 0 0,1 0 1 0 0,-1 1 0 0 0,0 0-1 0 0,0 0 1 0 0,0 1 0 0 0,0-1-1 0 0,0 1 1 0 0,6 5-1 0 0,-11-7-63 0 0,4 2 12 0 0,0 1-1 0 0,0 0 0 0 0,0 0 1 0 0,-1 0-1 0 0,1 1 0 0 0,-1-1 1 0 0,-1 1-1 0 0,1 0 0 0 0,0 1 1 0 0,-1-1-1 0 0,0 0 0 0 0,3 9 1 0 0,-5-9 31 0 0,1 0 0 0 0,-1 0 0 0 0,0 0 0 0 0,0 0 0 0 0,-1 1 0 0 0,1-1-1 0 0,-1 0 1 0 0,0 1 0 0 0,-1-1 0 0 0,0 0 0 0 0,1 0 0 0 0,-1 1 0 0 0,-1-1 0 0 0,1 0 0 0 0,-1 0 0 0 0,0 0 0 0 0,0 0 0 0 0,-1-1 0 0 0,1 1 0 0 0,-1-1 0 0 0,-4 6 0 0 0,-7 10 118 0 0,7-8-128 0 0,-1-1 0 0 0,-16 18 0 0 0,21-22-635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47.078"/>
    </inkml:context>
    <inkml:brush xml:id="br0">
      <inkml:brushProperty name="width" value="0.1" units="cm"/>
      <inkml:brushProperty name="height" value="0.1" units="cm"/>
      <inkml:brushProperty name="color" value="#E71224"/>
    </inkml:brush>
  </inkml:definitions>
  <inkml:trace contextRef="#ctx0" brushRef="#br0">107 255 2304 0 0,'-12'0'7434'0'0,"1"2"-7269"0"0,4-1 302 0 0,0 0 0 0 0,0-1-1 0 0,0 0 1 0 0,0 0 0 0 0,0 0 0 0 0,0-1 0 0 0,0 0 0 0 0,-11-3-1 0 0,17 4-475 0 0,1-1 0 0 0,-1 0 0 0 0,0 0-1 0 0,0 0 1 0 0,0 0 0 0 0,1 0-1 0 0,-1 0 1 0 0,0 0 0 0 0,1 0 0 0 0,-1-1-1 0 0,1 1 1 0 0,-1 0 0 0 0,1 0 0 0 0,0 0-1 0 0,0 0 1 0 0,-1-1 0 0 0,1 1-1 0 0,0 0 1 0 0,0 0 0 0 0,0-1 0 0 0,0 1-1 0 0,0 0 1 0 0,0 0 0 0 0,1-1 0 0 0,-1 1-1 0 0,0 0 1 0 0,1 0 0 0 0,0-2-1 0 0,13-35-1190 0 0,1 8 479 0 0,23-43 361 0 0,-33 65 597 0 0,0 1-1 0 0,0-1 1 0 0,1 1-1 0 0,0 1 1 0 0,0-1-1 0 0,14-10 0 0 0,-15 14-215 0 0,-1 1 0 0 0,1 0 0 0 0,0 0-1 0 0,0 0 1 0 0,-1 0 0 0 0,1 1-1 0 0,0 0 1 0 0,1 0 0 0 0,-1 0-1 0 0,0 1 1 0 0,0-1 0 0 0,0 1-1 0 0,0 1 1 0 0,0-1 0 0 0,0 1 0 0 0,6 1-1 0 0,2 1 35 0 0,1 0 0 0 0,0 1-1 0 0,-1 1 1 0 0,20 10 0 0 0,-30-14-28 0 0,0 0-1 0 0,-1 1 1 0 0,1 0-1 0 0,-1-1 1 0 0,1 1-1 0 0,-1 0 1 0 0,0 0-1 0 0,1 0 1 0 0,-1 1-1 0 0,0-1 1 0 0,0 0 0 0 0,-1 1-1 0 0,1-1 1 0 0,-1 1-1 0 0,1 0 1 0 0,1 4-1 0 0,-2-2 65 0 0,0-1 0 0 0,0 0 0 0 0,-1 0 0 0 0,1 0 0 0 0,-1 1 0 0 0,0-1 1 0 0,0 0-1 0 0,-1 0 0 0 0,1 1 0 0 0,-3 6 0 0 0,-3 6 216 0 0,0 0 1 0 0,-1-1-1 0 0,-1 0 1 0 0,-15 23 0 0 0,22-36-305 0 0,-4 5-10 0 0,0-1-1 0 0,0 1 1 0 0,0-1 0 0 0,-1 0 0 0 0,0-1-1 0 0,0 1 1 0 0,-1-1 0 0 0,-13 10 0 0 0,18-15-232 0 0,0 0 0 0 0,1 0 0 0 0,-1 0 0 0 0,0 0 1 0 0,0 0-1 0 0,1-1 0 0 0,-1 1 0 0 0,0-1 1 0 0,0 1-1 0 0,0-1 0 0 0,0 0 0 0 0,0 0 0 0 0,0 1 1 0 0,0-1-1 0 0,0 0 0 0 0,1-1 0 0 0,-1 1 0 0 0,0 0 1 0 0,-4-2-1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49.051"/>
    </inkml:context>
    <inkml:brush xml:id="br0">
      <inkml:brushProperty name="width" value="0.1" units="cm"/>
      <inkml:brushProperty name="height" value="0.1" units="cm"/>
      <inkml:brushProperty name="color" value="#E71224"/>
    </inkml:brush>
  </inkml:definitions>
  <inkml:trace contextRef="#ctx0" brushRef="#br0">0 1 11058 0 0,'6'70'4317'0'0,"-1"-10"-2615"0"0,-4 122 1956 0 0,-1-112-5052 0 0,-1-45-5536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49.484"/>
    </inkml:context>
    <inkml:brush xml:id="br0">
      <inkml:brushProperty name="width" value="0.1" units="cm"/>
      <inkml:brushProperty name="height" value="0.1" units="cm"/>
      <inkml:brushProperty name="color" value="#E71224"/>
    </inkml:brush>
  </inkml:definitions>
  <inkml:trace contextRef="#ctx0" brushRef="#br0">80 6 6913 0 0,'-16'-2'-962'0'0,"11"0"1950"0"0,0 2 0 0 0,0-1 1 0 0,1 1-1 0 0,-1-1 1 0 0,-7 2-1 0 0,11-1-663 0 0,-1 0 0 0 0,1 1-1 0 0,0-1 1 0 0,-1 0 0 0 0,1 1 0 0 0,-1-1 0 0 0,1 1-1 0 0,0 0 1 0 0,0 0 0 0 0,-1-1 0 0 0,1 1 0 0 0,0 0-1 0 0,0 0 1 0 0,0 0 0 0 0,0 0 0 0 0,0 0 0 0 0,0 0-1 0 0,0 1 1 0 0,1-1 0 0 0,-1 0 0 0 0,0 0 0 0 0,0 1-1 0 0,0 0 1 0 0,1-1-311 0 0,0-1 0 0 0,0 0 1 0 0,0 1-1 0 0,0-1 0 0 0,-1 1 0 0 0,1-1 0 0 0,0 0 0 0 0,0 1 0 0 0,0-1 0 0 0,0 1 1 0 0,0-1-1 0 0,0 0 0 0 0,0 1 0 0 0,0-1 0 0 0,0 0 0 0 0,0 1 0 0 0,0-1 1 0 0,1 1-1 0 0,-1-1 0 0 0,0 0 0 0 0,0 1 0 0 0,0-1 0 0 0,0 0 0 0 0,1 1 0 0 0,-1-1 1 0 0,0 0-1 0 0,0 1 0 0 0,1-1 0 0 0,-1 1 0 0 0,15 4 424 0 0,16-3 45 0 0,-14-3-750 0 0,1-2 0 0 0,21-5 0 0 0,-8 1-661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49.902"/>
    </inkml:context>
    <inkml:brush xml:id="br0">
      <inkml:brushProperty name="width" value="0.1" units="cm"/>
      <inkml:brushProperty name="height" value="0.1" units="cm"/>
      <inkml:brushProperty name="color" value="#E71224"/>
    </inkml:brush>
  </inkml:definitions>
  <inkml:trace contextRef="#ctx0" brushRef="#br0">169 0 2761 0 0,'-5'0'521'0'0,"0"1"-1"0"0,-1-1 1 0 0,1 1 0 0 0,0 0 0 0 0,0 0 0 0 0,0 1 0 0 0,0-1 0 0 0,1 1 0 0 0,-1 0 0 0 0,0 1 0 0 0,-7 4 0 0 0,5-2 87 0 0,1 1 1 0 0,-1-1 0 0 0,2 1-1 0 0,-1 0 1 0 0,1 0 0 0 0,-10 14-1 0 0,8-8-182 0 0,0 1 0 0 0,0-1 0 0 0,2 2 0 0 0,0-1 0 0 0,0 1 0 0 0,1-1 0 0 0,1 1 0 0 0,-3 19 0 0 0,5-18-280 0 0,0-1 0 0 0,1 0 0 0 0,1 1 0 0 0,3 17 0 0 0,-3-26-131 0 0,0 1 0 0 0,0-1 1 0 0,1 1-1 0 0,0-1 0 0 0,1 0 1 0 0,-1 0-1 0 0,1 0 0 0 0,0-1 1 0 0,1 1-1 0 0,-1-1 0 0 0,8 9 1 0 0,-7-11-184 0 0,-1 0 1 0 0,1 0-1 0 0,0-1 1 0 0,0 0-1 0 0,0 1 0 0 0,0-2 1 0 0,0 1-1 0 0,0 0 1 0 0,0-1-1 0 0,1 0 1 0 0,-1 0-1 0 0,1 0 1 0 0,5 0-1 0 0,6-1-5528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0.475"/>
    </inkml:context>
    <inkml:brush xml:id="br0">
      <inkml:brushProperty name="width" value="0.1" units="cm"/>
      <inkml:brushProperty name="height" value="0.1" units="cm"/>
      <inkml:brushProperty name="color" value="#E71224"/>
    </inkml:brush>
  </inkml:definitions>
  <inkml:trace contextRef="#ctx0" brushRef="#br0">8 0 2304 0 0,'-6'23'1057'0'0,"5"-9"2099"0"0,1-1 0 0 0,1 19 0 0 0,0-3-2158 0 0,-1 11 838 0 0,2 89 1449 0 0,3-106-2778 0 0,-5-23-505 0 0,0 0 1 0 0,0 0 0 0 0,1 1 0 0 0,-1-1 0 0 0,0 0-1 0 0,0 0 1 0 0,0 1 0 0 0,0-1 0 0 0,0 0 0 0 0,1 0 0 0 0,-1 0-1 0 0,0 0 1 0 0,0 1 0 0 0,0-1 0 0 0,1 0 0 0 0,-1 0-1 0 0,0 0 1 0 0,0 0 0 0 0,0 0 0 0 0,1 0 0 0 0,-1 0-1 0 0,0 0 1 0 0,0 1 0 0 0,0-1 0 0 0,1 0 0 0 0,-1 0 0 0 0,0 0-1 0 0,0 0 1 0 0,1 0 0 0 0,7-10-211 0 0,7-21-528 0 0,-4 8-31 0 0,1 0 0 0 0,1 0 0 0 0,0 1 0 0 0,27-32 0 0 0,-28 40 532 0 0,22-23-283 0 0,-32 35 577 0 0,0 0 0 0 0,1 0 0 0 0,-1 0 1 0 0,0 1-1 0 0,1-1 0 0 0,-1 1 0 0 0,1-1 0 0 0,-1 1 0 0 0,1 0 0 0 0,0 0 0 0 0,0 0 1 0 0,-1 0-1 0 0,1 1 0 0 0,3-1 0 0 0,-5 1-16 0 0,-1 0 1 0 0,1 0-1 0 0,-1 0 1 0 0,0 1-1 0 0,1-1 1 0 0,-1 0-1 0 0,1 0 1 0 0,-1 0-1 0 0,0 0 0 0 0,1 1 1 0 0,-1-1-1 0 0,0 0 1 0 0,0 1-1 0 0,1-1 1 0 0,-1 0-1 0 0,0 0 1 0 0,1 1-1 0 0,-1-1 1 0 0,0 0-1 0 0,0 1 1 0 0,0-1-1 0 0,1 1 1 0 0,-1-1-1 0 0,0 0 0 0 0,0 1 1 0 0,0-1-1 0 0,0 1 1 0 0,0-1-1 0 0,0 0 1 0 0,0 1-1 0 0,0-1 1 0 0,0 1-1 0 0,0-1 1 0 0,0 0-1 0 0,0 1 1 0 0,0-1-1 0 0,0 1 1 0 0,0 0-1 0 0,-4 18 945 0 0,4-17-864 0 0,-15 44 1127 0 0,-23 50 0 0 0,17-46-2670 0 0,32-58-1281 0 0,6-12 1515 0 0,53-74-933 0 0,7-9 3332 0 0,-74 99-1029 0 0,15-20 988 0 0,-17 23-1022 0 0,0 0 0 0 0,0 0 1 0 0,0 0-1 0 0,1 0 0 0 0,-1 0 0 0 0,0 0 1 0 0,0 1-1 0 0,1-1 0 0 0,-1 0 1 0 0,1 1-1 0 0,-1-1 0 0 0,1 1 0 0 0,-1-1 1 0 0,1 1-1 0 0,2-1 0 0 0,-3 1-105 0 0,-1 1 0 0 0,1-1 0 0 0,-1 0 0 0 0,1 0 0 0 0,0 0 0 0 0,-1 1 0 0 0,1-1 0 0 0,-1 0 0 0 0,1 1 1 0 0,-1-1-1 0 0,1 1 0 0 0,-1-1 0 0 0,1 0 0 0 0,-1 1 0 0 0,1-1 0 0 0,-1 1 0 0 0,0-1 0 0 0,1 1 0 0 0,-1-1 0 0 0,0 1 0 0 0,1 0 0 0 0,-1-1 0 0 0,0 1 0 0 0,0-1 0 0 0,0 1 0 0 0,1 0 0 0 0,-1-1 0 0 0,0 1 0 0 0,0 0 0 0 0,0-1 0 0 0,0 1 0 0 0,0-1 0 0 0,0 2 0 0 0,-1 25 703 0 0,1-22-552 0 0,-1 9 105 0 0,-3 122 1145 0 0,5-118-1962 0 0,1 1 1 0 0,1-1 0 0 0,0 0 0 0 0,1 1 0 0 0,9 22 0 0 0,-6-23-790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1.203"/>
    </inkml:context>
    <inkml:brush xml:id="br0">
      <inkml:brushProperty name="width" value="0.1" units="cm"/>
      <inkml:brushProperty name="height" value="0.1" units="cm"/>
      <inkml:brushProperty name="color" value="#E71224"/>
    </inkml:brush>
  </inkml:definitions>
  <inkml:trace contextRef="#ctx0" brushRef="#br0">0 3 12443 0 0,'3'0'434'0'0,"1"-1"1"0"0,-1 0 0 0 0,0 1 0 0 0,0 0 0 0 0,0-1 0 0 0,0 1 0 0 0,0 0-1 0 0,0 1 1 0 0,0-1 0 0 0,1 1 0 0 0,2 0 0 0 0,-2 0-238 0 0,8 0 167 0 0,0 2-1 0 0,-1-1 0 0 0,1 2 0 0 0,-1-1 0 0 0,0 2 1 0 0,0-1-1 0 0,-1 1 0 0 0,1 1 0 0 0,12 9 0 0 0,-19-12-344 0 0,0 0 0 0 0,0 1 0 0 0,0-1 0 0 0,0 1 0 0 0,-1 0 0 0 0,1 0 0 0 0,-1 1 0 0 0,0-1 0 0 0,0 1 0 0 0,-1-1 0 0 0,1 1 0 0 0,-1 0 0 0 0,0 0 0 0 0,-1 0 0 0 0,1 0-1 0 0,-1 0 1 0 0,0 1 0 0 0,0-1 0 0 0,0 0 0 0 0,-1 0 0 0 0,0 1 0 0 0,-1 9 0 0 0,-2 1-379 0 0,-1 0 0 0 0,0-1 1 0 0,-1 1-1 0 0,-1-1 0 0 0,-1 0 0 0 0,0-1 1 0 0,-16 25-1 0 0,-7 15-1106 0 0,27-41 1089 0 0,3-12 369 0 0,0-1 0 0 0,0 0 0 0 0,0 1 0 0 0,0-1 0 0 0,0 0 0 0 0,0 0 0 0 0,0 1-1 0 0,1-1 1 0 0,-1 0 0 0 0,0 0 0 0 0,0 1 0 0 0,0-1 0 0 0,1 0 0 0 0,-1 0-1 0 0,0 0 1 0 0,0 1 0 0 0,1-1 0 0 0,-1 0 0 0 0,0 0 0 0 0,0 0 0 0 0,1 0 0 0 0,-1 0-1 0 0,0 0 1 0 0,0 1 0 0 0,1-1 0 0 0,2 0 16 0 0,0 0 0 0 0,0 0 0 0 0,0 0 0 0 0,0 0-1 0 0,0-1 1 0 0,4 0 0 0 0,-6 0 13 0 0,44-10 1463 0 0,67-27-1 0 0,-1 0-883 0 0,-91 33-1289 0 0,1 0 1 0 0,0 1-1 0 0,30-1 0 0 0,-31 5-223 0 0,-2 1 538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08:47:03.406"/>
    </inkml:context>
    <inkml:brush xml:id="br0">
      <inkml:brushProperty name="width" value="0.1" units="cm"/>
      <inkml:brushProperty name="height" value="0.1" units="cm"/>
      <inkml:brushProperty name="color" value="#66CC00"/>
    </inkml:brush>
  </inkml:definitions>
  <inkml:trace contextRef="#ctx0" brushRef="#br0">1 1 20733,'1079'54'0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07.573"/>
    </inkml:context>
    <inkml:brush xml:id="br0">
      <inkml:brushProperty name="width" value="0.1" units="cm"/>
      <inkml:brushProperty name="height" value="0.1" units="cm"/>
      <inkml:brushProperty name="color" value="#66CC00"/>
    </inkml:brush>
  </inkml:definitions>
  <inkml:trace contextRef="#ctx0" brushRef="#br0">17 494 1376 0 0,'0'0'147'0'0,"-1"-1"0"0"0,0 1-1 0 0,0 0 1 0 0,1 0 0 0 0,-1 0-1 0 0,0 0 1 0 0,1-1-1 0 0,-1 1 1 0 0,0 0 0 0 0,1-1-1 0 0,-1 1 1 0 0,0 0 0 0 0,1-1-1 0 0,-1 1 1 0 0,1-1 0 0 0,-1 1-1 0 0,1-1 1 0 0,-1 1 0 0 0,1-1-1 0 0,-1 1 1 0 0,1-1-1 0 0,-1 0 1 0 0,1 1 0 0 0,0-1-1 0 0,-1 0 1 0 0,1 1 0 0 0,0-1-1 0 0,0 0 1 0 0,-1 1 0 0 0,1-1-1 0 0,0-1 1 0 0,-1-20 1653 0 0,1 20-2094 0 0,1-6 747 0 0,0 0 1 0 0,0 0-1 0 0,1 0 0 0 0,0 0 1 0 0,0 0-1 0 0,0 1 0 0 0,1-1 1 0 0,4-7-1 0 0,5-14 703 0 0,-5 8-518 0 0,1 1 0 0 0,1 0 0 0 0,1 1 0 0 0,0 0 0 0 0,24-31 0 0 0,-29 44-481 0 0,1-1-1 0 0,0 0 1 0 0,0 1-1 0 0,1 0 1 0 0,-1 1-1 0 0,1-1 0 0 0,1 1 1 0 0,-1 1-1 0 0,1 0 1 0 0,0 0-1 0 0,0 0 1 0 0,0 1-1 0 0,0 0 0 0 0,1 0 1 0 0,-1 1-1 0 0,17-2 1 0 0,0 2-48 0 0,0 2 0 0 0,0 0 0 0 0,-1 2 1 0 0,1 1-1 0 0,-1 0 0 0 0,1 2 0 0 0,29 10 0 0 0,-33-7 89 0 0,0 1 0 0 0,-1 0 0 0 0,32 21 0 0 0,-41-22-143 0 0,0 0-1 0 0,0 1 0 0 0,-1 0 1 0 0,0 0-1 0 0,-1 1 0 0 0,0 0 1 0 0,10 15-1 0 0,-15-19-42 0 0,-1 0 0 0 0,-1 0-1 0 0,1 0 1 0 0,-1 0-1 0 0,0 0 1 0 0,0 0 0 0 0,-1 0-1 0 0,1 1 1 0 0,-1-1 0 0 0,-1 1-1 0 0,1-1 1 0 0,-1 1-1 0 0,-1-1 1 0 0,1 1 0 0 0,-1-1-1 0 0,0 0 1 0 0,0 1 0 0 0,-1-1-1 0 0,0 0 1 0 0,0 0 0 0 0,0 0-1 0 0,-5 7 1 0 0,-1 2-49 0 0,-1 0 1 0 0,0 0-1 0 0,-1-1 0 0 0,-1-1 1 0 0,0 0-1 0 0,-1 0 1 0 0,-15 12-1 0 0,-12 10-487 0 0,11-9-246 0 0,-1-2 0 0 0,-33 23 0 0 0,60-46 727 0 0,-2 2-128 0 0,-1 0 0 0 0,0 0 0 0 0,0-1 1 0 0,-7 3-1 0 0,11-5 157 0 0,0 0 0 0 0,0 1 1 0 0,0-1-1 0 0,0 0 0 0 0,0 0 0 0 0,0 0 1 0 0,-1 0-1 0 0,1 0 0 0 0,0 0 0 0 0,0 0 1 0 0,0 0-1 0 0,0 0 0 0 0,0 0 0 0 0,0-1 1 0 0,0 1-1 0 0,0 0 0 0 0,-1-1 0 0 0,1 1 1 0 0,0-1-1 0 0,0 1 0 0 0,1-1 0 0 0,-1 0 1 0 0,0 1-1 0 0,0-1 0 0 0,0 0 0 0 0,-1-1 1 0 0,-2-3-34 0 0,1-1 0 0 0,0 1 1 0 0,0-1-1 0 0,1 1 0 0 0,-1-1 1 0 0,1 0-1 0 0,1 0 1 0 0,-1 0-1 0 0,1 0 0 0 0,0 0 1 0 0,0-1-1 0 0,1 1 0 0 0,-1 0 1 0 0,2-8-1 0 0,0-5 178 0 0,1 0-1 0 0,1 1 1 0 0,7-27-1 0 0,2 9 433 0 0,2 0 0 0 0,1 1-1 0 0,1 1 1 0 0,2 0-1 0 0,2 1 1 0 0,1 2 0 0 0,34-41-1 0 0,-41 55-535 0 0,1 2-1 0 0,1 0 1 0 0,1 0-1 0 0,0 1 1 0 0,1 2-1 0 0,0-1 1 0 0,1 2-1 0 0,30-14 1 0 0,-22 14-228 0 0,0 2 0 0 0,1 0 1 0 0,0 2-1 0 0,0 0 0 0 0,57-4 1 0 0,88 7-257 0 0,-144 6 473 0 0,0 1-1 0 0,0 1 1 0 0,54 16 0 0 0,-73-17 5 0 0,0 0-1 0 0,0 1 0 0 0,0 1 1 0 0,-1-1-1 0 0,0 2 0 0 0,0-1 1 0 0,0 1-1 0 0,0 0 0 0 0,9 11 1 0 0,-13-13 0 0 0,-1 1 0 0 0,0 1 1 0 0,0-1-1 0 0,-1 0 0 0 0,1 1 0 0 0,-1 0 1 0 0,0 0-1 0 0,-1 0 0 0 0,1 0 1 0 0,-1 0-1 0 0,0 1 0 0 0,-1-1 1 0 0,0 1-1 0 0,0-1 0 0 0,0 1 0 0 0,-1 8 1 0 0,-1 1-5 0 0,0 0-1 0 0,-1 0 1 0 0,-1 0 0 0 0,-1-1 0 0 0,0 1-1 0 0,-1-1 1 0 0,-1 0 0 0 0,-10 21 0 0 0,-4 0-21 0 0,0-2 0 0 0,-31 39-1 0 0,20-33-190 0 0,-1-1-1 0 0,-2-2 0 0 0,-43 38 1 0 0,75-73 116 0 0,0 0 0 0 0,-1-1 0 0 0,1 1 0 0 0,0-1 1 0 0,-1 1-1 0 0,1-1 0 0 0,-1 0 0 0 0,1 0 0 0 0,-1 0 1 0 0,0 0-1 0 0,1 0 0 0 0,-1 0 0 0 0,0-1 0 0 0,0 1 0 0 0,1-1 1 0 0,-1 0-1 0 0,0 0 0 0 0,0 0 0 0 0,0 0 0 0 0,1-1 1 0 0,-4 0-1 0 0,3 0-36 0 0,0 0 0 0 0,0-1 0 0 0,0 1 1 0 0,0-1-1 0 0,1 0 0 0 0,-1 0 0 0 0,0 0 1 0 0,1 0-1 0 0,0 0 0 0 0,-1 0 0 0 0,1-1 1 0 0,0 1-1 0 0,0-1 0 0 0,1 1 0 0 0,-1-1 1 0 0,0 0-1 0 0,-2-5 0 0 0,1-2 123 0 0,0 1 0 0 0,1-1 1 0 0,0 1-1 0 0,0-1 0 0 0,1 0 0 0 0,0 0 0 0 0,1 0 0 0 0,0 0 0 0 0,1 0 1 0 0,0 1-1 0 0,0-1 0 0 0,5-18 0 0 0,2 1 463 0 0,1 0 0 0 0,1 1 0 0 0,18-33 0 0 0,-16 36-136 0 0,1 1 0 0 0,1 0 0 0 0,27-32 1 0 0,-32 44-285 0 0,0 0 0 0 0,1 1 0 0 0,0 0 0 0 0,1 1 0 0 0,-1 0 0 0 0,1 1 0 0 0,1 0 0 0 0,23-10 0 0 0,-12 9-115 0 0,1 0 0 0 0,1 2 0 0 0,-1 1 0 0 0,30-3 0 0 0,-10 5-177 0 0,66 3-1 0 0,-64 4-228 0 0,79 19-1 0 0,-111-20 418 0 0,-1 1 1 0 0,1 0 0 0 0,-1 1-1 0 0,0 0 1 0 0,20 12-1 0 0,-27-14 176 0 0,-1 1 0 0 0,0 0-1 0 0,0 0 1 0 0,0 0 0 0 0,-1 1-1 0 0,1-1 1 0 0,-1 1 0 0 0,0 0-1 0 0,-1 0 1 0 0,1 1 0 0 0,-1-1 0 0 0,0 1-1 0 0,0-1 1 0 0,3 12 0 0 0,-2-5 40 0 0,-1-5-133 0 0,0 1 0 0 0,-1 0 1 0 0,0 0-1 0 0,0 0 0 0 0,-1 0 0 0 0,0 0 0 0 0,0 0 0 0 0,-1 0 0 0 0,0 0 0 0 0,0 0 0 0 0,-1 1 0 0 0,-3 12 0 0 0,-7 11 28 0 0,-2 1 0 0 0,-2-2 0 0 0,0 1 0 0 0,-2-2-1 0 0,-26 35 1 0 0,39-60-84 0 0,-29 41-254 0 0,29-42 133 0 0,0 1-1 0 0,-1-1 1 0 0,1 0 0 0 0,-1 0-1 0 0,0 0 1 0 0,-10 6-1 0 0,14-9 107 0 0,0 0 0 0 0,-1-1-1 0 0,1 1 1 0 0,0-1-1 0 0,0 1 1 0 0,-1-1 0 0 0,1 1-1 0 0,0-1 1 0 0,-1 0-1 0 0,1 1 1 0 0,0-1-1 0 0,-1 0 1 0 0,1 0 0 0 0,0 0-1 0 0,-1 0 1 0 0,1 0-1 0 0,0-1 1 0 0,-1 1 0 0 0,1 0-1 0 0,0-1 1 0 0,-1 1-1 0 0,1-1 1 0 0,0 1-1 0 0,0-1 1 0 0,-1 1 0 0 0,1-1-1 0 0,0 0 1 0 0,0 0-1 0 0,0 1 1 0 0,0-1-1 0 0,0 0 1 0 0,0 0 0 0 0,0 0-1 0 0,0 0 1 0 0,0 0-1 0 0,1-1 1 0 0,-2-1 0 0 0,0 0 29 0 0,1 0 0 0 0,0 0 0 0 0,0 0 1 0 0,0 0-1 0 0,1 0 0 0 0,-1 0 0 0 0,1 0 1 0 0,0 0-1 0 0,0 0 0 0 0,0 0 0 0 0,0-1 1 0 0,0 1-1 0 0,1 0 0 0 0,-1 0 1 0 0,3-6-1 0 0,22-73-21 0 0,-16 47-23 0 0,20-45 1 0 0,-13 46 232 0 0,1 1 1 0 0,2 1 0 0 0,2 0-1 0 0,44-52 1 0 0,-53 70-192 0 0,1 0 0 0 0,0 0 0 0 0,1 1 0 0 0,1 1 0 0 0,0 0-1 0 0,1 1 1 0 0,0 1 0 0 0,0 1 0 0 0,1 0 0 0 0,0 1 0 0 0,1 0 0 0 0,0 2 0 0 0,0 0 0 0 0,0 1 0 0 0,1 1 0 0 0,0 1 0 0 0,25-2 0 0 0,-30 5 1 0 0,-1 0 0 0 0,1 1 0 0 0,0 0 1 0 0,-1 1-1 0 0,1 1 0 0 0,-1 0 0 0 0,0 1 0 0 0,0 0 1 0 0,0 1-1 0 0,-1 0 0 0 0,1 1 0 0 0,-1 1 1 0 0,12 8-1 0 0,0 2 399 0 0,-5-4-217 0 0,0 0 0 0 0,-1 2 1 0 0,0 0-1 0 0,21 25 0 0 0,-35-34-169 0 0,0-1 0 0 0,-1 1 0 0 0,1 1 0 0 0,-1-1 0 0 0,-1 0 0 0 0,3 8 0 0 0,9 19 0 0 0,-5-21 14 0 0,-8-11 0 0 0,-1 0-1 0 0,1 0 1 0 0,0 0 0 0 0,0 0-1 0 0,-1 0 1 0 0,1 0 0 0 0,0 0 0 0 0,-1 0-1 0 0,0 0 1 0 0,1 0 0 0 0,-1 0-1 0 0,1 1 1 0 0,-1-1 0 0 0,0 0-1 0 0,0 0 1 0 0,0 2 0 0 0,1 10 175 0 0,-2 0 0 0 0,1-1 1 0 0,-2 1-1 0 0,0 0 0 0 0,0-1 0 0 0,-7 21 0 0 0,2-14 3 0 0,-1 0-1 0 0,0 0 0 0 0,-17 25 1 0 0,18-33-195 0 0,-1 0 1 0 0,-1 0 0 0 0,0-1-1 0 0,-1 0 1 0 0,0-1 0 0 0,0 0 0 0 0,-19 13-1 0 0,-7-1-979 0 0,-43 21-1 0 0,56-31 174 0 0,22-10 729 0 0,0-1 1 0 0,1 1-1 0 0,-1-1 0 0 0,0 0 0 0 0,1 0 1 0 0,-1 1-1 0 0,0-1 0 0 0,0 0 0 0 0,0 0 1 0 0,1 0-1 0 0,-1 0 0 0 0,0 0 1 0 0,0 0-1 0 0,1 0 0 0 0,-2 0 0 0 0,2 0 29 0 0,-1 0-1 0 0,1 0 1 0 0,0-1 0 0 0,-1 1-1 0 0,1 0 1 0 0,0 0-1 0 0,-1 0 1 0 0,1-1-1 0 0,0 1 1 0 0,0 0 0 0 0,-1 0-1 0 0,1-1 1 0 0,0 1-1 0 0,0 0 1 0 0,0-1-1 0 0,0 1 1 0 0,-1 0-1 0 0,1-1 1 0 0,0 1 0 0 0,0 0-1 0 0,0-1 1 0 0,0 1-1 0 0,0-1 1 0 0,2-25-638 0 0,-2 25 729 0 0,9-42 428 0 0,2 0 1 0 0,2 1 0 0 0,2 0 0 0 0,1 1 0 0 0,3 0-1 0 0,1 2 1 0 0,1 0 0 0 0,3 2 0 0 0,46-59-1 0 0,-63 89-409 0 0,0 0-1 0 0,0 0 1 0 0,0 0-1 0 0,1 1 1 0 0,0 0-1 0 0,1 0 1 0 0,-1 1 0 0 0,1 0-1 0 0,16-6 1 0 0,-11 6-69 0 0,0 2 1 0 0,0-1-1 0 0,0 2 1 0 0,0 0-1 0 0,0 0 1 0 0,19 2-1 0 0,-8 0-44 0 0,-1 1 0 0 0,1 1 0 0 0,0 2 0 0 0,-1 1 0 0 0,0 0 0 0 0,0 2 0 0 0,0 0 0 0 0,-1 2-1 0 0,0 1 1 0 0,35 20 0 0 0,-40-19 183 0 0,-4-3-71 0 0,0 1 1 0 0,-1 1-1 0 0,19 15 0 0 0,-29-21 28 0 0,1 0 0 0 0,-1 0 0 0 0,1 0 0 0 0,-1 1 0 0 0,-1-1 0 0 0,1 1 0 0 0,0-1 0 0 0,-1 1 0 0 0,0 0 1 0 0,0 0-1 0 0,-1 0 0 0 0,1 0 0 0 0,-1 1 0 0 0,1 9 0 0 0,-2-6-53 0 0,0 1 0 0 0,-1 0-1 0 0,0-1 1 0 0,0 1 0 0 0,-1-1 0 0 0,-1 1 0 0 0,1-1 0 0 0,-1 0 0 0 0,-1 0 0 0 0,-5 10 0 0 0,-5 7 59 0 0,-1 0 1 0 0,-20 23 0 0 0,27-39-274 0 0,0 0 0 0 0,-1-1 0 0 0,0 1 0 0 0,-1-2 0 0 0,0 0 0 0 0,-18 12 0 0 0,23-17 50 0 0,-1 0 0 0 0,1 0 0 0 0,-1 0 0 0 0,0-1 0 0 0,0 0 1 0 0,-12 2-1 0 0,14-3 94 0 0,1-1 1 0 0,-1 0 0 0 0,1 0-1 0 0,-1 0 1 0 0,1 0-1 0 0,-1-1 1 0 0,1 1 0 0 0,-1-1-1 0 0,1 0 1 0 0,0 0-1 0 0,-1 0 1 0 0,1 0 0 0 0,-4-3-1 0 0,4 2-69 0 0,0 0 0 0 0,0 0-1 0 0,0 0 1 0 0,0 0 0 0 0,0-1 0 0 0,1 1-1 0 0,-1-1 1 0 0,1 0 0 0 0,-1 0 0 0 0,1 0-1 0 0,0 0 1 0 0,0 0 0 0 0,1 0-1 0 0,-1 0 1 0 0,-1-5 0 0 0,1 2 57 0 0,1 0 0 0 0,0 0 1 0 0,0 0-1 0 0,0 0 0 0 0,1 0 0 0 0,0 0 1 0 0,0 0-1 0 0,2-9 0 0 0,1-1 202 0 0,0 0 1 0 0,2 0-1 0 0,0 1 0 0 0,1-1 0 0 0,15-27 0 0 0,0 10 207 0 0,1 0 0 0 0,2 2 1 0 0,46-46-1 0 0,-60 66-319 0 0,1-1-14 0 0,1 1 0 0 0,0 0 0 0 0,1 0 0 0 0,0 1 0 0 0,0 1 1 0 0,29-15-1 0 0,-33 20-62 0 0,0 0 1 0 0,0 1-1 0 0,0 0 1 0 0,0 1 0 0 0,1 0-1 0 0,-1 1 1 0 0,0 0-1 0 0,1 0 1 0 0,-1 1-1 0 0,1 0 1 0 0,-1 0-1 0 0,1 1 1 0 0,13 3 0 0 0,14 8-15 0 0,0 0-1 0 0,60 32 1 0 0,-67-30 101 0 0,-21-10 60 0 0,0 0 0 0 0,-1 1 0 0 0,1 0 0 0 0,-1 1 0 0 0,0 0 0 0 0,0 0 1 0 0,-1 1-1 0 0,1 0 0 0 0,-2 0 0 0 0,1 0 0 0 0,-1 1 0 0 0,0 0 1 0 0,0 1-1 0 0,-1-1 0 0 0,-1 1 0 0 0,1 0 0 0 0,-1 0 0 0 0,-1 0 1 0 0,5 16-1 0 0,10 28 426 0 0,-12-41-514 0 0,-2 0-1 0 0,0 0 1 0 0,0 0 0 0 0,-1 1-1 0 0,-1-1 1 0 0,2 18 0 0 0,-4-28-26 0 0,-1 1 0 0 0,1-1 0 0 0,-1 1 0 0 0,0-1-1 0 0,1 1 1 0 0,-1-1 0 0 0,0 0 0 0 0,0 1 0 0 0,-1-1 0 0 0,1 0 0 0 0,0 0 0 0 0,-1 0 0 0 0,1 0 0 0 0,-3 2 0 0 0,-29 26-42 0 0,23-21 39 0 0,-43 39-88 0 0,11-11-102 0 0,-46 34 0 0 0,85-69 143 0 0,0 0 0 0 0,0 0-1 0 0,-1 0 1 0 0,1 0 0 0 0,-1 0 0 0 0,1-1 0 0 0,-1 1-1 0 0,0-1 1 0 0,0 0 0 0 0,1 0 0 0 0,-6 0-1 0 0,7-1 18 0 0,0 0-1 0 0,0-1 1 0 0,0 1-1 0 0,1-1 1 0 0,-1 1-1 0 0,0-1 1 0 0,0 1-1 0 0,1-1 1 0 0,-1 0-1 0 0,1 0 1 0 0,-1 0-1 0 0,0 0 1 0 0,1 0-1 0 0,0 0 1 0 0,-1 0-1 0 0,1 0 1 0 0,0-1-1 0 0,-1 1 1 0 0,1-1-1 0 0,0 1 0 0 0,0-1 1 0 0,0 1-1 0 0,0-1 1 0 0,1 1-1 0 0,-1-1 1 0 0,0-2-1 0 0,-3-5-65 0 0,2 1 0 0 0,-1-1-1 0 0,1 0 1 0 0,0 0 0 0 0,1-1-1 0 0,0 1 1 0 0,1 0 0 0 0,0 0-1 0 0,0-1 1 0 0,2-10-1 0 0,2-4 97 0 0,1 0-1 0 0,13-39 0 0 0,-7 33 85 0 0,2 0 0 0 0,1 1-1 0 0,1 0 1 0 0,2 1 0 0 0,1 1-1 0 0,0 0 1 0 0,3 2 0 0 0,0 0-1 0 0,1 1 1 0 0,1 2 0 0 0,49-38-1 0 0,-61 53-128 0 0,1-1 0 0 0,-1 1 0 0 0,1 1 0 0 0,1 0 0 0 0,-1 1 0 0 0,1 1 0 0 0,0-1 0 0 0,0 2 0 0 0,0 0 0 0 0,0 1 0 0 0,1 0-1 0 0,-1 1 1 0 0,1 0 0 0 0,0 1 0 0 0,-1 0 0 0 0,1 2 0 0 0,-1-1 0 0 0,0 2 0 0 0,24 6 0 0 0,4 5 835 0 0,0 2 0 0 0,59 33 0 0 0,-88-41-754 0 0,0-1 1 0 0,0 2 0 0 0,-1-1-1 0 0,0 2 1 0 0,0-1 0 0 0,-1 2 0 0 0,-1-1-1 0 0,0 1 1 0 0,0 1 0 0 0,-1-1-1 0 0,12 24 1 0 0,-16-25-2 0 0,0-1 1 0 0,0 1-1 0 0,-1 1 1 0 0,-1-1-1 0 0,1 0 0 0 0,-2 0 1 0 0,1 1-1 0 0,-1-1 0 0 0,-1 1 1 0 0,0 0-1 0 0,-1-1 1 0 0,0 1-1 0 0,0-1 0 0 0,-1 0 1 0 0,0 1-1 0 0,-1-1 0 0 0,-5 11 1 0 0,-1 1-56 0 0,-1 0 0 0 0,-2 0 0 0 0,0-1 0 0 0,-1-1 0 0 0,-1 0 0 0 0,-1-1 0 0 0,0-1 0 0 0,-2 0 0 0 0,-36 30 0 0 0,52-46 5 0 0,-1-1-1 0 0,1 0 1 0 0,-1 0-1 0 0,1 0 0 0 0,-1 0 1 0 0,0 0-1 0 0,1 0 0 0 0,-1-1 1 0 0,0 1-1 0 0,0-1 0 0 0,0 1 1 0 0,1-1-1 0 0,-1 1 0 0 0,0-1 1 0 0,0 0-1 0 0,0 0 1 0 0,0 0-1 0 0,0 0 0 0 0,-3-1 1 0 0,3 1-25 0 0,-1-1 0 0 0,1 0 1 0 0,0 0-1 0 0,0-1 1 0 0,-1 1-1 0 0,1 0 0 0 0,0-1 1 0 0,0 1-1 0 0,0-1 0 0 0,1 0 1 0 0,-1 0-1 0 0,0 0 0 0 0,-1-2 1 0 0,-2-3-80 0 0,1 1 0 0 0,0-1 1 0 0,1 0-1 0 0,-1-1 0 0 0,1 1 1 0 0,1-1-1 0 0,-1 1 0 0 0,-1-13 0 0 0,1 2 77 0 0,2 1 1 0 0,-1-1-1 0 0,2 0 0 0 0,1 1 0 0 0,0-1 0 0 0,1 0 0 0 0,1 1 0 0 0,0 0 0 0 0,1-1 0 0 0,1 1 0 0 0,1 1 0 0 0,1-1 0 0 0,0 1 1 0 0,1 0-1 0 0,0 1 0 0 0,19-25 0 0 0,8-7 750 0 0,2 2 0 0 0,72-66 1 0 0,-104 106-697 0 0,5-4 17 0 0,21-14 0 0 0,-29 21-22 0 0,0 1-1 0 0,0 0 0 0 0,0 0 1 0 0,0-1-1 0 0,1 1 0 0 0,-1 1 1 0 0,0-1-1 0 0,1 0 0 0 0,-1 0 1 0 0,0 1-1 0 0,1-1 1 0 0,-1 1-1 0 0,1 0 0 0 0,-1 0 1 0 0,1 0-1 0 0,-1 0 0 0 0,4 1 1 0 0,4 3-2 0 0,-9-3 0 0 0,0 0 0 0 0,0-1 0 0 0,1 1 0 0 0,-1-1 0 0 0,0 1 0 0 0,1-1 0 0 0,-1 1 0 0 0,1-1 0 0 0,-1 0 0 0 0,1 1 0 0 0,-1-1 0 0 0,0 0 0 0 0,1 0 0 0 0,-1 0 0 0 0,1 0 0 0 0,-1 0 0 0 0,1-1 0 0 0,-1 1 0 0 0,0 0 0 0 0,1-1 0 0 0,2 0 0 0 0,20-15 0 0 0,-21 13 0 0 0,0 1 0 0 0,0-1 0 0 0,1 1 0 0 0,-1 0 0 0 0,1 0 0 0 0,-1 0 0 0 0,1 0 0 0 0,-1 1 0 0 0,1-1 0 0 0,0 1 0 0 0,0 0 0 0 0,0 0 0 0 0,0 1 0 0 0,0-1 0 0 0,0 1 0 0 0,0 0 0 0 0,7 0 0 0 0,9 5-12 0 0,0 0 1 0 0,-1 1-1 0 0,27 13 0 0 0,26 8-13 0 0,-43-18 68 0 0,35 15 0 0 0,-52-18-83 0 0,1 1 1 0 0,-1 0-1 0 0,0 0 0 0 0,-1 1 0 0 0,12 10 1 0 0,-19-14-25 0 0,0 0 1 0 0,-1 0-1 0 0,1 0 1 0 0,-1 0 0 0 0,0 1-1 0 0,0-1 1 0 0,-1 1 0 0 0,1 0-1 0 0,1 7 1 0 0,0 1-39 0 0,0 0 1 0 0,1 18-1 0 0,4 12 160 0 0,-7-33-30 0 0,2-1 0 0 0,-1 1 0 0 0,2-1 0 0 0,-1 0-1 0 0,1 0 1 0 0,11 15 0 0 0,44 46-824 0 0,-29-37 605 0 0,-23-24 219 0 0,-1 0-1 0 0,1 0 1 0 0,-2 1-1 0 0,1 0 1 0 0,6 16 0 0 0,-9-18 27 0 0,3 8 32 0 0,0 0 0 0 0,-1 0-1 0 0,7 33 1 0 0,-5-26-653 0 0,-4-16-2130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2.983"/>
    </inkml:context>
    <inkml:brush xml:id="br0">
      <inkml:brushProperty name="width" value="0.1" units="cm"/>
      <inkml:brushProperty name="height" value="0.1" units="cm"/>
      <inkml:brushProperty name="color" value="#66CC00"/>
    </inkml:brush>
  </inkml:definitions>
  <inkml:trace contextRef="#ctx0" brushRef="#br0">102 44 3225 0 0,'-24'-13'1640'0'0,"18"9"-163"0"0,-1 0-1 0 0,0 0 1 0 0,0 1 0 0 0,0-1-1 0 0,-1 2 1 0 0,1-1-1 0 0,-1 1 1 0 0,-13-3 0 0 0,48 18 1989 0 0,-5-6-3414 0 0,1 0 1 0 0,0-2 0 0 0,0-1 0 0 0,0 0-1 0 0,0-2 1 0 0,1 0 0 0 0,0-2 0 0 0,-1-1-1 0 0,0-1 1 0 0,28-5 0 0 0,-13 2-281 0 0,-38 5 231 0 0,0 1 0 0 0,0-1 0 0 0,0 1 0 0 0,0-1 0 0 0,0 1 0 0 0,1-1 0 0 0,-1 1 0 0 0,0-1 0 0 0,0 1 0 0 0,0-1 0 0 0,0 1 1 0 0,0-1-1 0 0,-1 1 0 0 0,1-1 0 0 0,0 1 0 0 0,0-1 0 0 0,0 1 0 0 0,0-1 0 0 0,0 1 0 0 0,-1-1 0 0 0,1 1 0 0 0,0-1 0 0 0,-1 1 0 0 0,1-1 0 0 0,-1 1 1 0 0,-7 16 300 0 0,3-9-311 0 0,0-1 1 0 0,0 1 0 0 0,-1-1-1 0 0,0 0 1 0 0,0-1-1 0 0,-1 1 1 0 0,-7 5-1 0 0,7-7-823 0 0,0 0 0 0 0,0-1-1 0 0,-1 0 1 0 0,-11 5-1 0 0,3-3-5864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3.167"/>
    </inkml:context>
    <inkml:brush xml:id="br0">
      <inkml:brushProperty name="width" value="0.1" units="cm"/>
      <inkml:brushProperty name="height" value="0.1" units="cm"/>
      <inkml:brushProperty name="color" value="#66CC00"/>
    </inkml:brush>
  </inkml:definitions>
  <inkml:trace contextRef="#ctx0" brushRef="#br0">0 1 11058 0 0,'6'6'776'0'0,"0"1"-1"0"0,0-1 1 0 0,1 0-1 0 0,0-1 1 0 0,14 9-1 0 0,-5-2-183 0 0,64 48 2361 0 0,-86-46-8400 0 0,-23-6 5250 0 0,24-7 216 0 0,-11 4 1 0 0,1 0-20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3.338"/>
    </inkml:context>
    <inkml:brush xml:id="br0">
      <inkml:brushProperty name="width" value="0.1" units="cm"/>
      <inkml:brushProperty name="height" value="0.1" units="cm"/>
      <inkml:brushProperty name="color" value="#66CC00"/>
    </inkml:brush>
  </inkml:definitions>
  <inkml:trace contextRef="#ctx0" brushRef="#br0">1 67 1840 0 0,'0'0'282'0'0,"7"-4"2566"0"0,109-33 6123 0 0,-85 29-7567 0 0,1 2 0 0 0,-1 1 0 0 0,56-2 1 0 0,-47 11-540 0 0,-38-4-848 0 0,0 0 1 0 0,-1 0-1 0 0,1 1 1 0 0,0-1-1 0 0,0 1 1 0 0,-1-1-1 0 0,1 1 1 0 0,-1 0-1 0 0,1-1 1 0 0,0 1-1 0 0,-1 0 1 0 0,1 0-1 0 0,-1 0 1 0 0,0 1-1 0 0,1-1 1 0 0,-1 0-1 0 0,0 0 0 0 0,0 1 1 0 0,2 1-1 0 0,-3-2-53 0 0,0 1 0 0 0,0-1 0 0 0,0 0 0 0 0,0 0 0 0 0,0 1 0 0 0,0-1 0 0 0,0 0 0 0 0,0 0 0 0 0,0 0 0 0 0,-1 1 0 0 0,1-1 0 0 0,0 0 0 0 0,-1 0 0 0 0,1 0 0 0 0,-1 0-1 0 0,1 0 1 0 0,-1 0 0 0 0,0 0 0 0 0,1 0 0 0 0,-1 0 0 0 0,0 0 0 0 0,0 0 0 0 0,-1 1 0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3.570"/>
    </inkml:context>
    <inkml:brush xml:id="br0">
      <inkml:brushProperty name="width" value="0.1" units="cm"/>
      <inkml:brushProperty name="height" value="0.1" units="cm"/>
      <inkml:brushProperty name="color" value="#66CC00"/>
    </inkml:brush>
  </inkml:definitions>
  <inkml:trace contextRef="#ctx0" brushRef="#br0">259 1 11979 0 0,'0'22'1000'0'0,"1"1"0"0"0,0-1 1 0 0,10 44-1 0 0,-1-1 453 0 0,-3 2 396 0 0,-2 80 0 0 0,-6-120-1631 0 0,-1-1 0 0 0,-1 0-1 0 0,-1 1 1 0 0,-1-1 0 0 0,-2 0 0 0 0,-10 26 0 0 0,14-44-200 0 0,-2 1 0 0 0,1-1 0 0 0,-1 0 0 0 0,0 0 0 0 0,0 0 0 0 0,-1-1 0 0 0,0 0 0 0 0,-1 0 0 0 0,1 0 0 0 0,-1-1 0 0 0,-1 0 1 0 0,-9 7-1 0 0,13-11-32 0 0,1 0 0 0 0,0 0 0 0 0,-1-1 0 0 0,0 1 0 0 0,1-1 0 0 0,-1 0 0 0 0,0 0 1 0 0,0 0-1 0 0,1 0 0 0 0,-1-1 0 0 0,0 1 0 0 0,0-1 0 0 0,0 0 0 0 0,0 0 0 0 0,0-1 0 0 0,0 1 0 0 0,0-1 1 0 0,1 0-1 0 0,-1 0 0 0 0,0 0 0 0 0,0 0 0 0 0,1-1 0 0 0,-1 1 0 0 0,1-1 0 0 0,-1 0 0 0 0,1 0 1 0 0,0 0-1 0 0,0-1 0 0 0,0 1 0 0 0,0-1 0 0 0,-4-5 0 0 0,1 2-199 0 0,1-1-1 0 0,0 1 1 0 0,1-1-1 0 0,0 0 1 0 0,0-1-1 0 0,0 1 1 0 0,1-1-1 0 0,0 0 1 0 0,0 0-1 0 0,1 0 1 0 0,-2-9-1 0 0,2 5-560 0 0,1-1-1 0 0,0 0 1 0 0,1 1-1 0 0,0-1 1 0 0,1 0 0 0 0,4-21-1 0 0,4-6-4718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3.958"/>
    </inkml:context>
    <inkml:brush xml:id="br0">
      <inkml:brushProperty name="width" value="0.1" units="cm"/>
      <inkml:brushProperty name="height" value="0.1" units="cm"/>
      <inkml:brushProperty name="color" value="#66CC00"/>
    </inkml:brush>
  </inkml:definitions>
  <inkml:trace contextRef="#ctx0" brushRef="#br0">0 53 11522 0 0,'41'-6'5861'0'0,"29"-4"-2790"0"0,-8-5-1984 0 0,-34 8-1837 0 0,52-8-1 0 0,-70 15-669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4.127"/>
    </inkml:context>
    <inkml:brush xml:id="br0">
      <inkml:brushProperty name="width" value="0.1" units="cm"/>
      <inkml:brushProperty name="height" value="0.1" units="cm"/>
      <inkml:brushProperty name="color" value="#66CC00"/>
    </inkml:brush>
  </inkml:definitions>
  <inkml:trace contextRef="#ctx0" brushRef="#br0">174 1 3225 0 0,'-5'2'448'0'0,"0"2"1"0"0,0-1 0 0 0,0 0-1 0 0,0 1 1 0 0,1 0 0 0 0,-1 0-1 0 0,1 0 1 0 0,0 1 0 0 0,0-1 0 0 0,1 1-1 0 0,-6 9 1 0 0,-3 7 1658 0 0,-14 34-1 0 0,20-42-2111 0 0,-29 58-708 0 0,29-61-743 0 0,0 0 1 0 0,-12 12 0 0 0,11-15 1039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4.284"/>
    </inkml:context>
    <inkml:brush xml:id="br0">
      <inkml:brushProperty name="width" value="0.1" units="cm"/>
      <inkml:brushProperty name="height" value="0.1" units="cm"/>
      <inkml:brushProperty name="color" value="#66CC00"/>
    </inkml:brush>
  </inkml:definitions>
  <inkml:trace contextRef="#ctx0" brushRef="#br0">25 1 7834 0 0,'-3'10'605'0'0,"0"0"1"0"0,1 1 0 0 0,1-1-1 0 0,0 1 1 0 0,0 13 0 0 0,-1 5 171 0 0,2-21-622 0 0,-10 140 3753 0 0,9-116-4086 0 0,2-1 0 0 0,8 54 0 0 0,-6-72-2083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4.609"/>
    </inkml:context>
    <inkml:brush xml:id="br0">
      <inkml:brushProperty name="width" value="0.1" units="cm"/>
      <inkml:brushProperty name="height" value="0.1" units="cm"/>
      <inkml:brushProperty name="color" value="#66CC00"/>
    </inkml:brush>
  </inkml:definitions>
  <inkml:trace contextRef="#ctx0" brushRef="#br0">0 53 13363 0 0,'3'2'2531'0'0,"10"5"-1391"0"0,1-1-1 0 0,-1 0 1 0 0,16 5-1 0 0,-13-8-948 0 0,0-1-1 0 0,0 0 1 0 0,1-1-1 0 0,-1-1 1 0 0,0-1-1 0 0,32-4 1 0 0,-31 1-713 0 0,0 0 0 0 0,0-1 0 0 0,0 0 0 0 0,-1-2 0 0 0,0 0 0 0 0,21-12 0 0 0,-35 17 490 0 0,1 1 1 0 0,0-1 0 0 0,-1 0-1 0 0,0 0 1 0 0,1 0-1 0 0,-1 0 1 0 0,0 0-1 0 0,0-1 1 0 0,0 1 0 0 0,0 0-1 0 0,0-1 1 0 0,-1 0-1 0 0,3-5 238 0 0,-4 9-115 0 0,1 0 0 0 0,-1 0 0 0 0,0 0 1 0 0,1 0-1 0 0,-1 0 0 0 0,0 0 0 0 0,0 0 0 0 0,0-1 0 0 0,0 1 0 0 0,0 0 0 0 0,0 0 0 0 0,0 0 0 0 0,0 0 0 0 0,0 1 1 0 0,0 10 222 0 0,1 16-153 0 0,-1 0 1 0 0,-6 45 0 0 0,3-54-740 0 0,-10 30 0 0 0,10-38-844 0 0,-1-1 1 0 0,-1 1-1 0 0,-10 17 0 0 0,5-12-4284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4.794"/>
    </inkml:context>
    <inkml:brush xml:id="br0">
      <inkml:brushProperty name="width" value="0.1" units="cm"/>
      <inkml:brushProperty name="height" value="0.1" units="cm"/>
      <inkml:brushProperty name="color" value="#66CC00"/>
    </inkml:brush>
  </inkml:definitions>
  <inkml:trace contextRef="#ctx0" brushRef="#br0">0 50 11979 0 0,'24'-9'3602'0'0,"-5"1"-1950"0"0,-1 1 0 0 0,30-6 0 0 0,10 3-1721 0 0,-48 7-1923 0 0,-17 4 480 0 0,-3 2 1512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4.950"/>
    </inkml:context>
    <inkml:brush xml:id="br0">
      <inkml:brushProperty name="width" value="0.1" units="cm"/>
      <inkml:brushProperty name="height" value="0.1" units="cm"/>
      <inkml:brushProperty name="color" value="#66CC00"/>
    </inkml:brush>
  </inkml:definitions>
  <inkml:trace contextRef="#ctx0" brushRef="#br0">0 35 5529 0 0,'2'1'104'0'0,"0"0"-1"0"0,0 0 1 0 0,0 0-1 0 0,0-1 1 0 0,0 1-1 0 0,1 0 1 0 0,-1-1 0 0 0,0 0-1 0 0,0 1 1 0 0,0-1-1 0 0,0 0 1 0 0,0 0-1 0 0,1 0 1 0 0,-1-1-1 0 0,4 0 1 0 0,34-11 2257 0 0,-23 5-1997 0 0,6-1 171 0 0,-15 5-277 0 0,0 0-1 0 0,16-4 0 0 0,-24 7-272 0 0,0 1-1 0 0,1-1 1 0 0,-1 0-1 0 0,0 0 1 0 0,0 0-1 0 0,0 1 1 0 0,0-1-1 0 0,0 0 1 0 0,0 0-1 0 0,0 1 1 0 0,0-1-1 0 0,0 0 1 0 0,0 0-1 0 0,0 1 1 0 0,0-1-1 0 0,0 0 1 0 0,0 0-1 0 0,0 1 1 0 0,0-1-1 0 0,0 0 1 0 0,0 0-1 0 0,0 1 1 0 0,0-1-1 0 0,0 0 1 0 0,0 0-1 0 0,-1 1 1 0 0,1-1-1 0 0,0 0 1 0 0,0 0-1 0 0,0 0 1 0 0,0 1-1 0 0,-1-1 1 0 0,1 0-1 0 0,0 0 1 0 0,0 0-1 0 0,0 0 1 0 0,-1 1-1 0 0,1-1 1 0 0,-8 11-980 0 0,-21 25-2792 0 0,16-18 2396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5.218"/>
    </inkml:context>
    <inkml:brush xml:id="br0">
      <inkml:brushProperty name="width" value="0.1" units="cm"/>
      <inkml:brushProperty name="height" value="0.1" units="cm"/>
      <inkml:brushProperty name="color" value="#66CC00"/>
    </inkml:brush>
  </inkml:definitions>
  <inkml:trace contextRef="#ctx0" brushRef="#br0">252 56 4609 0 0,'7'-6'657'0'0,"-1"1"1"0"0,1 0-1 0 0,-1 1 1 0 0,1 0-1 0 0,1 0 0 0 0,-1 0 1 0 0,0 1-1 0 0,11-3 0 0 0,-7 3 202 0 0,1 0 0 0 0,0 0 0 0 0,-1 1 0 0 0,25-1 1 0 0,-35 3-876 0 0,1 0 1 0 0,-1 0 0 0 0,1 0 0 0 0,-1 0 0 0 0,1 0 0 0 0,-1 0 0 0 0,1 0 0 0 0,-1 0 0 0 0,0 1 0 0 0,1-1 0 0 0,-1 1 0 0 0,1-1 0 0 0,-1 1 0 0 0,0 0 0 0 0,1-1 0 0 0,-1 1 0 0 0,0 0 0 0 0,0 0 0 0 0,0 0 0 0 0,1 0 0 0 0,-1 0 0 0 0,0 0 0 0 0,1 2 0 0 0,-2-2-38 0 0,1 1 1 0 0,-1 0-1 0 0,1 0 1 0 0,-1 0-1 0 0,0-1 1 0 0,0 1-1 0 0,0 0 1 0 0,0 0-1 0 0,0 0 1 0 0,0 0-1 0 0,0-1 1 0 0,-1 1-1 0 0,1 0 1 0 0,-1 0-1 0 0,1 0 1 0 0,-1-1-1 0 0,-1 4 1 0 0,-7 13 625 0 0,-1-1 1 0 0,0 0-1 0 0,-2 0 1 0 0,0-1-1 0 0,0-1 1 0 0,-1 0-1 0 0,-1-1 1 0 0,-1 0-1 0 0,0-1 0 0 0,0-1 1 0 0,-26 15-1 0 0,27-18-566 0 0,-2-1-1 0 0,1-1 1 0 0,-1-1-1 0 0,0 0 1 0 0,-22 5-1 0 0,27-8-312 0 0,-1-1 0 0 0,1-1-1 0 0,0 0 1 0 0,-1 0 0 0 0,1-1-1 0 0,-1-1 1 0 0,1 0 0 0 0,-21-4-1 0 0,31 5 192 0 0,0 0-1 0 0,0-1 0 0 0,0 1 0 0 0,0 0 0 0 0,0 0 0 0 0,0-1 0 0 0,1 1 1 0 0,-1 0-1 0 0,0-1 0 0 0,0 1 0 0 0,0-1 0 0 0,0 1 0 0 0,1-1 0 0 0,-1 1 1 0 0,0-1-1 0 0,0 0 0 0 0,1 0 0 0 0,-1 1 0 0 0,1-1 0 0 0,-1 0 0 0 0,0 0 1 0 0,1 1-1 0 0,0-1 0 0 0,-1 0 0 0 0,1 0 0 0 0,-1 0 0 0 0,1 0 0 0 0,0 0 1 0 0,0 0-1 0 0,-1 0 0 0 0,1 0 0 0 0,0 0 0 0 0,0 0 0 0 0,0 1 0 0 0,0-1 1 0 0,0 0-1 0 0,0 0 0 0 0,1 0 0 0 0,-1 0 0 0 0,0 0 0 0 0,0 0 0 0 0,1 0 1 0 0,-1 0-1 0 0,0 0 0 0 0,1 0 0 0 0,-1 1 0 0 0,2-3 0 0 0,6-12 58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5.355"/>
    </inkml:context>
    <inkml:brush xml:id="br0">
      <inkml:brushProperty name="width" value="0.1" units="cm"/>
      <inkml:brushProperty name="height" value="0.1" units="cm"/>
      <inkml:brushProperty name="color" value="#66CC00"/>
    </inkml:brush>
  </inkml:definitions>
  <inkml:trace contextRef="#ctx0" brushRef="#br0">0 6 10138 0 0,'13'12'888'0'0,"0"0"1"0"0,1-1-1 0 0,1 0 0 0 0,-1-1 0 0 0,2-1 0 0 0,-1 0 0 0 0,1-1 1 0 0,26 9-1 0 0,-38-15-956 0 0,1-1 1 0 0,-1-1 0 0 0,0 1-1 0 0,0 0 1 0 0,1-1 0 0 0,-1 0-1 0 0,0 0 1 0 0,1 0-1 0 0,-1 0 1 0 0,0-1 0 0 0,1 0-1 0 0,-1 0 1 0 0,0 0 0 0 0,0 0-1 0 0,0-1 1 0 0,0 0-1 0 0,0 1 1 0 0,0-1 0 0 0,6-5-1 0 0,-3 2-899 0 0,0-1-1 0 0,-1 0 0 0 0,0-1 0 0 0,0 1 1 0 0,0-1-1 0 0,-1 0 0 0 0,0 0 1 0 0,7-15-1 0 0,-3 5 151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5.525"/>
    </inkml:context>
    <inkml:brush xml:id="br0">
      <inkml:brushProperty name="width" value="0.1" units="cm"/>
      <inkml:brushProperty name="height" value="0.1" units="cm"/>
      <inkml:brushProperty name="color" value="#66CC00"/>
    </inkml:brush>
  </inkml:definitions>
  <inkml:trace contextRef="#ctx0" brushRef="#br0">1 132 17508 0 0,'0'-1'82'0'0,"0"0"0"0"0,0 1 1 0 0,0-1-1 0 0,0 0 1 0 0,0 1-1 0 0,0-1 0 0 0,0 0 1 0 0,0 1-1 0 0,1-1 0 0 0,-1 0 1 0 0,0 1-1 0 0,1-1 1 0 0,-1 0-1 0 0,0 1 0 0 0,1-1 1 0 0,-1 1-1 0 0,1-1 0 0 0,-1 1 1 0 0,1-1-1 0 0,-1 1 1 0 0,1-1-1 0 0,-1 1 0 0 0,1-1 1 0 0,0 1-1 0 0,-1 0 0 0 0,1-1 1 0 0,-1 1-1 0 0,1 0 0 0 0,0 0 1 0 0,-1-1-1 0 0,1 1 1 0 0,0 0-1 0 0,0 0 0 0 0,1 0 1 0 0,33-8 1129 0 0,-25 6-848 0 0,84-22 1206 0 0,-81 20-1563 0 0,-1-1-1 0 0,0 0 0 0 0,0-1 1 0 0,0 0-1 0 0,14-11 1 0 0,-6-5-1104 0 0,-8 6-4617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5.836"/>
    </inkml:context>
    <inkml:brush xml:id="br0">
      <inkml:brushProperty name="width" value="0.1" units="cm"/>
      <inkml:brushProperty name="height" value="0.1" units="cm"/>
      <inkml:brushProperty name="color" value="#66CC00"/>
    </inkml:brush>
  </inkml:definitions>
  <inkml:trace contextRef="#ctx0" brushRef="#br0">145 1 9674 0 0,'-3'7'362'0'0,"1"0"-1"0"0,0 0 1 0 0,0 0-1 0 0,1 0 1 0 0,0 1-1 0 0,0-1 0 0 0,0 0 1 0 0,1 1-1 0 0,1 7 1 0 0,2 11 2026 0 0,7 31 1 0 0,-2-16-2060 0 0,31 162 2503 0 0,11 77-3335 0 0,-48-266 347 0 0,-1-1-1 0 0,0 1 0 0 0,-1 0 0 0 0,-1 0 0 0 0,-3 23 0 0 0,3-32 164 0 0,0-1 0 0 0,0 1 0 0 0,-1-1 1 0 0,0 1-1 0 0,0-1 0 0 0,0 0 0 0 0,0 1 0 0 0,0-1 0 0 0,-1 0 0 0 0,0-1 0 0 0,0 1 0 0 0,0 0 0 0 0,0-1 0 0 0,-1 0 0 0 0,1 1 0 0 0,-1-1 0 0 0,0-1 0 0 0,0 1 0 0 0,-7 4 0 0 0,4-5-2 0 0,1 0-1 0 0,0 0 1 0 0,-1 0 0 0 0,0-1-1 0 0,1 0 1 0 0,-1 0-1 0 0,0-1 1 0 0,1 1-1 0 0,-1-2 1 0 0,0 1-1 0 0,1-1 1 0 0,-1 0 0 0 0,-7-2-1 0 0,9 2-147 0 0,0 0-1 0 0,1-1 1 0 0,-1 1-1 0 0,1-1 1 0 0,0 0 0 0 0,0 0-1 0 0,0-1 1 0 0,0 1-1 0 0,0-1 1 0 0,0 0-1 0 0,0 0 1 0 0,1 0 0 0 0,0 0-1 0 0,-1-1 1 0 0,1 1-1 0 0,0-1 1 0 0,1 0-1 0 0,-1 0 1 0 0,-2-6 0 0 0,4 7 102 0 0,0 0 1 0 0,0 1 0 0 0,1-1 0 0 0,-1 0-1 0 0,1 1 1 0 0,0-1 0 0 0,0 0 0 0 0,0 0-1 0 0,0 1 1 0 0,1-1 0 0 0,-1 0 0 0 0,1 0 0 0 0,-1 1-1 0 0,1-1 1 0 0,0 0 0 0 0,0 1 0 0 0,0-1-1 0 0,0 1 1 0 0,1 0 0 0 0,-1-1 0 0 0,1 1-1 0 0,2-3 1 0 0,4-5 424 0 0,1 0 0 0 0,0 1-1 0 0,17-13 1 0 0,-6 5-148 0 0,201-188 687 0 0,-191 178-1479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6.007"/>
    </inkml:context>
    <inkml:brush xml:id="br0">
      <inkml:brushProperty name="width" value="0.1" units="cm"/>
      <inkml:brushProperty name="height" value="0.1" units="cm"/>
      <inkml:brushProperty name="color" value="#66CC00"/>
    </inkml:brush>
  </inkml:definitions>
  <inkml:trace contextRef="#ctx0" brushRef="#br0">5 0 10138 0 0,'-3'3'1480'0'0,"3"-3"-1375"0"0,0 0 1 0 0,-1 0 0 0 0,1 1-1 0 0,0-1 1 0 0,0 0 0 0 0,0 0-1 0 0,0 1 1 0 0,0-1 0 0 0,0 0-1 0 0,0 1 1 0 0,0-1 0 0 0,0 0-1 0 0,0 0 1 0 0,0 1 0 0 0,0-1-1 0 0,0 0 1 0 0,0 1 0 0 0,0-1-1 0 0,0 0 1 0 0,0 0 0 0 0,0 1-1 0 0,0-1 1 0 0,1 0 0 0 0,-1 0 0 0 0,0 1 105 0 0,0-1-105 0 0,16 4 3038 0 0,28-7-182 0 0,-36 3-2810 0 0,37-5 1002 0 0,34-1-3623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6.194"/>
    </inkml:context>
    <inkml:brush xml:id="br0">
      <inkml:brushProperty name="width" value="0.1" units="cm"/>
      <inkml:brushProperty name="height" value="0.1" units="cm"/>
      <inkml:brushProperty name="color" value="#66CC00"/>
    </inkml:brush>
  </inkml:definitions>
  <inkml:trace contextRef="#ctx0" brushRef="#br0">0 69 12899 0 0,'1'1'138'0'0,"0"0"0"0"0,0-1 0 0 0,-1 1 0 0 0,1 0 0 0 0,0-1 1 0 0,0 1-1 0 0,0-1 0 0 0,0 1 0 0 0,0-1 0 0 0,0 0 0 0 0,0 1 0 0 0,0-1 0 0 0,0 0 1 0 0,0 0-1 0 0,0 0 0 0 0,0 1 0 0 0,0-1 0 0 0,0 0 0 0 0,0 0 0 0 0,0-1 0 0 0,0 1 1 0 0,0 0-1 0 0,1 0 0 0 0,31-6 2544 0 0,-22 3-2390 0 0,71-13 2385 0 0,42-6-2137 0 0,-102 17-1222 0 0,-21 5 479 0 0,-1 0 1 0 0,1 0-1 0 0,0-1 0 0 0,-1 1 1 0 0,1 0-1 0 0,0-1 1 0 0,-1 1-1 0 0,1 0 0 0 0,-1-1 1 0 0,1 1-1 0 0,-1-1 1 0 0,1 1-1 0 0,-1 0 0 0 0,1-1 1 0 0,-1 0-1 0 0,0 1 0 0 0,1-1 1 0 0,-1 0 95 0 0,0 0 0 0 0,0 1 0 0 0,-1-1 0 0 0,1 0 0 0 0,0 0 0 0 0,-1 1 1 0 0,1-1-1 0 0,-1 0 0 0 0,1 1 0 0 0,-1-1 0 0 0,1 1 0 0 0,-1-1 0 0 0,1 1 0 0 0,-2-2 0 0 0,2 2 36 0 0,-7-5 17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6.366"/>
    </inkml:context>
    <inkml:brush xml:id="br0">
      <inkml:brushProperty name="width" value="0.1" units="cm"/>
      <inkml:brushProperty name="height" value="0.1" units="cm"/>
      <inkml:brushProperty name="color" value="#66CC00"/>
    </inkml:brush>
  </inkml:definitions>
  <inkml:trace contextRef="#ctx0" brushRef="#br0">52 1 10138 0 0,'-6'8'262'0'0,"1"1"-1"0"0,1 0 1 0 0,0 0-1 0 0,0 0 1 0 0,1 1-1 0 0,0-1 1 0 0,0 1-1 0 0,1 0 1 0 0,1-1-1 0 0,-2 16 1 0 0,-11 145 3545 0 0,14-146-3260 0 0,1 0 0 0 0,1 0-1 0 0,1 0 1 0 0,1-1 0 0 0,8 29 0 0 0,-9-43-533 0 0,1 0-1 0 0,0 0 1 0 0,0 0 0 0 0,1-1-1 0 0,0 0 1 0 0,0 0 0 0 0,1 0-1 0 0,7 7 1 0 0,-11-12-180 0 0,1-1 0 0 0,-1 0 1 0 0,1 0-1 0 0,0 0 0 0 0,-1 0 0 0 0,1 0 0 0 0,0-1 0 0 0,0 1 1 0 0,0-1-1 0 0,1 0 0 0 0,3 2 0 0 0,-4-3-128 0 0,-1 0 1 0 0,0 0-1 0 0,1 0 1 0 0,-1 0-1 0 0,1 0 1 0 0,-1 0-1 0 0,0 0 1 0 0,1-1-1 0 0,-1 0 0 0 0,0 1 1 0 0,1-1-1 0 0,-1 0 1 0 0,0 0-1 0 0,0 0 1 0 0,0 0-1 0 0,0 0 1 0 0,3-3-1 0 0,11-10-1880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6.507"/>
    </inkml:context>
    <inkml:brush xml:id="br0">
      <inkml:brushProperty name="width" value="0.1" units="cm"/>
      <inkml:brushProperty name="height" value="0.1" units="cm"/>
      <inkml:brushProperty name="color" value="#66CC00"/>
    </inkml:brush>
  </inkml:definitions>
  <inkml:trace contextRef="#ctx0" brushRef="#br0">212 0 15667 0 0,'-3'3'339'0'0,"0"-1"-1"0"0,0 0 1 0 0,0 1 0 0 0,1 0-1 0 0,-1-1 1 0 0,1 1-1 0 0,0 0 1 0 0,0 0-1 0 0,0 1 1 0 0,-2 4 0 0 0,-3 3 93 0 0,-61 101 1478 0 0,26-39-3826 0 0,-3-4-4500 0 0,25-44 3888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6.660"/>
    </inkml:context>
    <inkml:brush xml:id="br0">
      <inkml:brushProperty name="width" value="0.1" units="cm"/>
      <inkml:brushProperty name="height" value="0.1" units="cm"/>
      <inkml:brushProperty name="color" value="#66CC00"/>
    </inkml:brush>
  </inkml:definitions>
  <inkml:trace contextRef="#ctx0" brushRef="#br0">1 41 17052 0 0,'14'-1'857'0'0,"-1"0"1"0"0,1-1 0 0 0,15-5-1 0 0,4-1 179 0 0,20-1-461 0 0,0 3 1 0 0,-1 2-1 0 0,1 2 0 0 0,56 5 1 0 0,-79-1-514 0 0,-6-1-1637 0 0,-8 1-4007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7.747"/>
    </inkml:context>
    <inkml:brush xml:id="br0">
      <inkml:brushProperty name="width" value="0.1" units="cm"/>
      <inkml:brushProperty name="height" value="0.1" units="cm"/>
      <inkml:brushProperty name="color" value="#66CC00"/>
    </inkml:brush>
  </inkml:definitions>
  <inkml:trace contextRef="#ctx0" brushRef="#br0">16 1 8290 0 0,'-7'3'736'0'0,"4"-1"-584"0"0,-3 0 1248 0 0,6 0-904 0 0,0 3 1729 0 0,30-19-5754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8.537"/>
    </inkml:context>
    <inkml:brush xml:id="br0">
      <inkml:brushProperty name="width" value="0.1" units="cm"/>
      <inkml:brushProperty name="height" value="0.1" units="cm"/>
      <inkml:brushProperty name="color" value="#66CC00"/>
    </inkml:brush>
  </inkml:definitions>
  <inkml:trace contextRef="#ctx0" brushRef="#br0">6 0 11058 0 0,'-5'7'4921'0'0,"32"2"-1512"0"0,-4-4-1991 0 0,46 1 0 0 0,-44-4-1275 0 0,38 6 0 0 0,-62-8-205 0 0,0 0 0 0 0,0 1 0 0 0,0-1 0 0 0,0 0-1 0 0,0 0 1 0 0,0 0 0 0 0,0 1 0 0 0,0-1 0 0 0,-1 1 0 0 0,1-1 0 0 0,0 1-1 0 0,0-1 1 0 0,0 1 0 0 0,0-1 0 0 0,-1 1 0 0 0,1-1 0 0 0,0 1-1 0 0,-1 0 1 0 0,1 0 0 0 0,-1-1 0 0 0,1 1 0 0 0,0 0 0 0 0,-1 0 0 0 0,0 0-1 0 0,1 0 1 0 0,-1-1 0 0 0,1 1 0 0 0,-1 2 0 0 0,0 0-514 0 0,0 0 1 0 0,0 0 0 0 0,-1 0-1 0 0,1 0 1 0 0,-1 0 0 0 0,0 0-1 0 0,-2 4 1 0 0,2-3-128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9.030"/>
    </inkml:context>
    <inkml:brush xml:id="br0">
      <inkml:brushProperty name="width" value="0.1" units="cm"/>
      <inkml:brushProperty name="height" value="0.1" units="cm"/>
      <inkml:brushProperty name="color" value="#66CC00"/>
    </inkml:brush>
  </inkml:definitions>
  <inkml:trace contextRef="#ctx0" brushRef="#br0">285 1 5065 0 0,'0'0'138'0'0,"-1"0"0"0"0,1 0 0 0 0,0 0 0 0 0,-1 1 0 0 0,1-1 1 0 0,-1 0-1 0 0,1 0 0 0 0,0 1 0 0 0,-1-1 0 0 0,1 0 0 0 0,0 0 0 0 0,-1 1 0 0 0,1-1 0 0 0,0 0 0 0 0,-1 1 0 0 0,1-1 0 0 0,0 1 0 0 0,0-1 0 0 0,0 0 0 0 0,-1 1 1 0 0,1-1-1 0 0,0 1 0 0 0,0-1 0 0 0,0 1 0 0 0,0-1 0 0 0,0 1 0 0 0,0-1 0 0 0,0 0 0 0 0,0 1 0 0 0,0-1 0 0 0,0 1 0 0 0,0-1 0 0 0,0 1 0 0 0,0-1 1 0 0,0 1-1 0 0,0-1 0 0 0,0 1 0 0 0,0-1 0 0 0,1 0 0 0 0,-1 1 0 0 0,0-1 0 0 0,1 1 0 0 0,20 15 3979 0 0,2 0-3685 0 0,-22-15-588 0 0,-1-1 0 0 0,1 1-1 0 0,-1-1 1 0 0,1 1 0 0 0,-1-1 0 0 0,1 1 0 0 0,-1-1 0 0 0,0 1-1 0 0,1 0 1 0 0,-1-1 0 0 0,0 1 0 0 0,1 0 0 0 0,-1-1 0 0 0,0 1 0 0 0,0 0-1 0 0,0-1 1 0 0,1 1 0 0 0,-1 0 0 0 0,0 0 0 0 0,0-1 0 0 0,0 1 0 0 0,0 0-1 0 0,0-1 1 0 0,-1 1 0 0 0,1 0 0 0 0,0 0 0 0 0,0-1 0 0 0,0 1-1 0 0,-1 0 1 0 0,-21 33-4451 0 0,-19 13 4747 0 0,19-24 800 0 0,6-5-194 0 0,7-10-249 0 0,1 1-1 0 0,1 0 1 0 0,0 0-1 0 0,0 0 1 0 0,0 1 0 0 0,-4 11-1 0 0,10-20-455 0 0,1 0 0 0 0,-1 0-1 0 0,1 0 1 0 0,-1 0 0 0 0,1 0-1 0 0,0-1 1 0 0,0 1 0 0 0,-1 0 0 0 0,1 0-1 0 0,0 0 1 0 0,0 0 0 0 0,0 0-1 0 0,0 0 1 0 0,0 0 0 0 0,0 0 0 0 0,0 0-1 0 0,0 0 1 0 0,1 0 0 0 0,-1 0-1 0 0,0 0 1 0 0,1-1 0 0 0,-1 1 0 0 0,0 0-1 0 0,1 0 1 0 0,-1 0 0 0 0,1 0-1 0 0,0 1 1 0 0,1-2 29 0 0,-1 1 0 0 0,1 0-1 0 0,-1 0 1 0 0,1-1 0 0 0,-1 1 0 0 0,1 0-1 0 0,-1-1 1 0 0,1 0 0 0 0,0 1-1 0 0,-1-1 1 0 0,1 0 0 0 0,0 0 0 0 0,-1 0-1 0 0,3 0 1 0 0,7-1 310 0 0,-1 0 0 0 0,1-1 0 0 0,17-6 0 0 0,-17 4-144 0 0,0-1 0 0 0,0 0-1 0 0,0-1 1 0 0,11-8 0 0 0,-10 6 131 0 0,26-12 0 0 0,-38 19-339 0 0,1 1 1 0 0,0 0 0 0 0,-1-1-1 0 0,1 1 1 0 0,-1 0 0 0 0,1 0-1 0 0,0 0 1 0 0,-1 0 0 0 0,1 0-1 0 0,0 0 1 0 0,-1 0 0 0 0,1 0-1 0 0,0 0 1 0 0,-1 0 0 0 0,1 0-1 0 0,0 0 1 0 0,-1 0 0 0 0,1 0-1 0 0,-1 1 1 0 0,1-1 0 0 0,0 0-1 0 0,-1 0 1 0 0,1 1 0 0 0,-1-1-1 0 0,1 0 1 0 0,-1 1 0 0 0,1-1-1 0 0,-1 1 1 0 0,1-1 0 0 0,-1 1-1 0 0,1-1 1 0 0,-1 1 0 0 0,0-1-1 0 0,1 1 1 0 0,-1-1 0 0 0,0 1-1 0 0,1-1 1 0 0,-1 1 0 0 0,0 0-1 0 0,0-1 1 0 0,1 1 0 0 0,-1-1-1 0 0,0 1 1 0 0,0 0 0 0 0,0-1-1 0 0,0 1 1 0 0,0 0 0 0 0,0-1-1 0 0,0 1 1 0 0,0 0 0 0 0,0 8 245 0 0,0-1 1 0 0,0 0 0 0 0,-2 11-1 0 0,1-8-26 0 0,-2 43 388 0 0,-3 1 0 0 0,-13 54 0 0 0,13-86-551 0 0,0-1-1 0 0,-2 0 0 0 0,0 0 1 0 0,-1-1-1 0 0,-1 0 1 0 0,-1-1-1 0 0,-21 29 0 0 0,25-40-67 0 0,-1 0-1 0 0,0 0 0 0 0,-1 0 0 0 0,0-1 0 0 0,0-1 0 0 0,-1 1 1 0 0,0-1-1 0 0,0-1 0 0 0,0 0 0 0 0,-13 5 0 0 0,19-9-11 0 0,0-1-1 0 0,0 1 1 0 0,0-1 0 0 0,0 0-1 0 0,-1 0 1 0 0,1-1 0 0 0,0 1-1 0 0,-1-1 1 0 0,1 0 0 0 0,0 0-1 0 0,-1 0 1 0 0,1-1-1 0 0,0 1 1 0 0,0-1 0 0 0,-1 0-1 0 0,1 0 1 0 0,0-1 0 0 0,0 1-1 0 0,0-1 1 0 0,0 0 0 0 0,1 0-1 0 0,-1 0 1 0 0,0-1-1 0 0,1 1 1 0 0,-1-1 0 0 0,1 0-1 0 0,0 0 1 0 0,0 0 0 0 0,0 0-1 0 0,-4-8 1 0 0,2 3-153 0 0,0-1 1 0 0,0 0-1 0 0,1 0 0 0 0,0 0 1 0 0,1-1-1 0 0,0 1 0 0 0,1-1 1 0 0,0 0-1 0 0,0 1 0 0 0,1-1 0 0 0,0 0 1 0 0,1 0-1 0 0,1-17 0 0 0,2 2-409 0 0,0 0 0 0 0,2 0 0 0 0,1 1 0 0 0,11-31 0 0 0,-2 16-919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9.308"/>
    </inkml:context>
    <inkml:brush xml:id="br0">
      <inkml:brushProperty name="width" value="0.1" units="cm"/>
      <inkml:brushProperty name="height" value="0.1" units="cm"/>
      <inkml:brushProperty name="color" value="#66CC00"/>
    </inkml:brush>
  </inkml:definitions>
  <inkml:trace contextRef="#ctx0" brushRef="#br0">13 0 12899 0 0,'-2'8'289'0'0,"1"0"0"0"0,0 0 0 0 0,1 0 0 0 0,0 0 0 0 0,0 0 1 0 0,1 0-1 0 0,0 0 0 0 0,2 10 0 0 0,1-3-592 0 0,0-1 1 0 0,1 1 0 0 0,10 19-1 0 0,-51-92-4197 0 0,35 58 4495 0 0,0-1-1 0 0,1 0 0 0 0,0 1 1 0 0,-1-1-1 0 0,1 0 0 0 0,-1 0 0 0 0,1 0 1 0 0,0 0-1 0 0,0 1 0 0 0,-1-1 1 0 0,1 0-1 0 0,0 0 0 0 0,0 0 0 0 0,0 0 1 0 0,0 0-1 0 0,0 0 0 0 0,0 0 0 0 0,0 1 1 0 0,0-1-1 0 0,0 0 0 0 0,1 0 1 0 0,-1 0-1 0 0,0 0 0 0 0,0 0 0 0 0,1 1 1 0 0,-1-1-1 0 0,1-1 0 0 0,1-1-15 0 0,1 1 0 0 0,-1 0 0 0 0,0-1-1 0 0,1 1 1 0 0,-1 0 0 0 0,4-1 0 0 0,-4 1 9 0 0,4-2-41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9.462"/>
    </inkml:context>
    <inkml:brush xml:id="br0">
      <inkml:brushProperty name="width" value="0.1" units="cm"/>
      <inkml:brushProperty name="height" value="0.1" units="cm"/>
      <inkml:brushProperty name="color" value="#66CC00"/>
    </inkml:brush>
  </inkml:definitions>
  <inkml:trace contextRef="#ctx0" brushRef="#br0">0 23 6449 0 0,'12'-1'807'0'0,"0"-1"-1"0"0,0 0 0 0 0,15-4 1 0 0,27-4 1385 0 0,-49 9-2116 0 0,-1 1 1 0 0,1 0 0 0 0,-1 0-1 0 0,1 0 1 0 0,-1 1 0 0 0,1 0-1 0 0,-1 0 1 0 0,0 0 0 0 0,8 3-1 0 0,-12-4-170 0 0,1 0 0 0 0,0 0 0 0 0,-1 0 0 0 0,1 0 0 0 0,0 1 0 0 0,-1-1 0 0 0,1 0 0 0 0,0 1 0 0 0,-1-1 0 0 0,1 0 0 0 0,-1 1 0 0 0,1-1 0 0 0,-1 1 0 0 0,1-1 0 0 0,-1 1 0 0 0,1-1 0 0 0,-1 1 0 0 0,1-1 0 0 0,-1 1 0 0 0,0-1 0 0 0,1 1 0 0 0,-1 0 0 0 0,0-1 0 0 0,0 1 0 0 0,1 0 0 0 0,-1-1 0 0 0,0 1 0 0 0,0 0 0 0 0,0-1 0 0 0,0 1 0 0 0,0 0 0 0 0,0-1 0 0 0,0 1 0 0 0,0 0 0 0 0,0-1 0 0 0,0 1 0 0 0,0 0 0 0 0,0-1 0 0 0,0 1 0 0 0,-1 0 0 0 0,1-1 0 0 0,0 1 0 0 0,-1 0 0 0 0,1-1-1 0 0,0 1 1 0 0,-1-1 0 0 0,1 1 0 0 0,0-1 0 0 0,-1 1 0 0 0,1-1 0 0 0,-1 1 0 0 0,1-1 0 0 0,-2 1 0 0 0,-6 6 60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9.603"/>
    </inkml:context>
    <inkml:brush xml:id="br0">
      <inkml:brushProperty name="width" value="0.1" units="cm"/>
      <inkml:brushProperty name="height" value="0.1" units="cm"/>
      <inkml:brushProperty name="color" value="#66CC00"/>
    </inkml:brush>
  </inkml:definitions>
  <inkml:trace contextRef="#ctx0" brushRef="#br0">1 198 11058 0 0,'0'5'488'0'0,"1"-3"105"0"0,1-2-473 0 0,2 0-120 0 0,-1 0 0 0 0,1-2 0 0 0,5 1 320 0 0,1-5 48 0 0,10-2 8 0 0,4-7 0 0 0,4-2-688 0 0,-1-4-136 0 0,-3 1-24 0 0,1-3-8 0 0,-4 1 408 0 0,-2-3 72 0 0,-3 2 0 0 0,-3 2 0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9.836"/>
    </inkml:context>
    <inkml:brush xml:id="br0">
      <inkml:brushProperty name="width" value="0.1" units="cm"/>
      <inkml:brushProperty name="height" value="0.1" units="cm"/>
      <inkml:brushProperty name="color" value="#66CC00"/>
    </inkml:brush>
  </inkml:definitions>
  <inkml:trace contextRef="#ctx0" brushRef="#br0">49 0 4145 0 0,'-12'43'2106'0'0,"-4"10"4365"0"0,2-21-5295 0 0,14-32-1234 0 0,0 1-1 0 0,0-1 1 0 0,0 0 0 0 0,0 0 0 0 0,0 0 0 0 0,0 0 0 0 0,0 0 0 0 0,0 1 0 0 0,0-1 0 0 0,0 0 0 0 0,0 0-1 0 0,0 0 1 0 0,0 0 0 0 0,0 0 0 0 0,-1 1 0 0 0,-3 0-1685 0 0,2-9-607 0 0,2-14-593 0 0,1 15 2709 0 0,-1 0 1 0 0,1 0-1 0 0,0 0 1 0 0,0 0-1 0 0,1 0 0 0 0,0 0 1 0 0,1 0-1 0 0,-1 0 0 0 0,1 0 1 0 0,0 1-1 0 0,5-7 1 0 0,-7 12 342 0 0,0 0 0 0 0,0 0 0 0 0,0 0 0 0 0,0 0 0 0 0,0 0 0 0 0,1 0 0 0 0,-1 0 0 0 0,0 1 0 0 0,0-1 0 0 0,1 0 0 0 0,-1 1 0 0 0,1-1 0 0 0,-1 1 0 0 0,1-1 0 0 0,-1 1 0 0 0,0 0 0 0 0,1 0 0 0 0,-1-1 0 0 0,1 1 0 0 0,0 0 0 0 0,-1 0 0 0 0,1 0 0 0 0,-1 1 0 0 0,0-1 0 0 0,1 0 0 0 0,-1 1 0 0 0,1-1 0 0 0,-1 1 0 0 0,1-1 0 0 0,-1 1 0 0 0,0 0 0 0 0,1-1 0 0 0,-1 1 0 0 0,2 1 0 0 0,0 0 14 0 0,-1 0-1 0 0,1 1 1 0 0,0-1 0 0 0,-1 1-1 0 0,1-1 1 0 0,-1 1-1 0 0,0 0 1 0 0,0 0 0 0 0,0 0-1 0 0,-1 0 1 0 0,1 0-1 0 0,0 0 1 0 0,1 5 0 0 0,-2-2-305 0 0,1-1 0 0 0,-1 0 1 0 0,0 0-1 0 0,0 0 1 0 0,-1 1-1 0 0,0-1 1 0 0,0 0-1 0 0,0 1 1 0 0,0-1-1 0 0,-1 1 0 0 0,0-1 1 0 0,0 0-1 0 0,0 0 1 0 0,-4 9-1 0 0,-3-1 182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19.960"/>
    </inkml:context>
    <inkml:brush xml:id="br0">
      <inkml:brushProperty name="width" value="0.1" units="cm"/>
      <inkml:brushProperty name="height" value="0.1" units="cm"/>
      <inkml:brushProperty name="color" value="#66CC00"/>
    </inkml:brush>
  </inkml:definitions>
  <inkml:trace contextRef="#ctx0" brushRef="#br0">0 14 14747 0 0,'29'-8'3882'0'0,"-21"6"-3640"0"0,-4 1-178 0 0,1 1-1 0 0,-1-1 0 0 0,0 0 0 0 0,1 1 1 0 0,-1 0-1 0 0,0 0 0 0 0,0 0 0 0 0,1 1 1 0 0,-1-1-1 0 0,0 1 0 0 0,0 0 0 0 0,1 0 1 0 0,-1 0-1 0 0,6 4 0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0.116"/>
    </inkml:context>
    <inkml:brush xml:id="br0">
      <inkml:brushProperty name="width" value="0.1" units="cm"/>
      <inkml:brushProperty name="height" value="0.1" units="cm"/>
      <inkml:brushProperty name="color" value="#66CC00"/>
    </inkml:brush>
  </inkml:definitions>
  <inkml:trace contextRef="#ctx0" brushRef="#br0">8 0 11522 0 0,'-4'16'513'0'0,"2"-5"95"0"0,1 1-480 0 0,1-1-128 0 0,1-4 0 0 0,1 0 0 0 0,0 2 112 0 0,0 8 0 0 0,3 11 0 0 0,0 4 0 0 0,4 0 96 0 0,0-6 16 0 0,0-6 8 0 0,1-6-3905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0.318"/>
    </inkml:context>
    <inkml:brush xml:id="br0">
      <inkml:brushProperty name="width" value="0.1" units="cm"/>
      <inkml:brushProperty name="height" value="0.1" units="cm"/>
      <inkml:brushProperty name="color" value="#66CC00"/>
    </inkml:brush>
  </inkml:definitions>
  <inkml:trace contextRef="#ctx0" brushRef="#br0">0 6 14747 0 0,'3'-1'185'0'0,"-1"0"0"0"0,0 0 0 0 0,0 1 0 0 0,1-1 1 0 0,-1 1-1 0 0,0-1 0 0 0,1 1 0 0 0,-1 0 0 0 0,0 0 0 0 0,1 0 0 0 0,-1 0 0 0 0,4 1 0 0 0,4-1 582 0 0,53 2 1397 0 0,87 12-1 0 0,-141-13-2141 0 0,44 10 190 0 0,-50-10-253 0 0,0 0 0 0 0,0-1 0 0 0,0 2 0 0 0,-1-1 0 0 0,1 0 0 0 0,0 1 0 0 0,-1-1 1 0 0,1 1-1 0 0,-1 0 0 0 0,1 0 0 0 0,-1 0 0 0 0,0 0 0 0 0,0 0 0 0 0,4 4 0 0 0,-6-5-31 0 0,0 0 0 0 0,1 0 0 0 0,-1 0 0 0 0,0-1 0 0 0,1 1 0 0 0,-1 0 0 0 0,0 0 0 0 0,0 0 0 0 0,0 0 0 0 0,0 0 0 0 0,0 0 0 0 0,0 0 0 0 0,0 0 0 0 0,0-1 0 0 0,0 1 0 0 0,0 0 0 0 0,-1 0 0 0 0,1 0-1 0 0,0 0 1 0 0,0 0 0 0 0,-1 0 0 0 0,1-1 0 0 0,-2 3 0 0 0,-14 15-3372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0.488"/>
    </inkml:context>
    <inkml:brush xml:id="br0">
      <inkml:brushProperty name="width" value="0.1" units="cm"/>
      <inkml:brushProperty name="height" value="0.1" units="cm"/>
      <inkml:brushProperty name="color" value="#66CC00"/>
    </inkml:brush>
  </inkml:definitions>
  <inkml:trace contextRef="#ctx0" brushRef="#br0">0 1 15667 0 0,'2'1'154'0'0,"-1"1"0"0"0,0-1-1 0 0,1 0 1 0 0,-1 1-1 0 0,1-1 1 0 0,-1 0 0 0 0,1 0-1 0 0,0 0 1 0 0,-1 0 0 0 0,1 0-1 0 0,0 0 1 0 0,0-1 0 0 0,3 2-1 0 0,28 4 1218 0 0,-17-4-508 0 0,27 6-67 0 0,-23-6-297 0 0,-1 2 0 0 0,1 0 1 0 0,35 14-1 0 0,-54-18-505 0 0,14 9-885 0 0,-15-9 829 0 0,0 0-1 0 0,1 0 1 0 0,-1 0-1 0 0,0 0 0 0 0,0 1 1 0 0,0-1-1 0 0,1 0 0 0 0,-1 0 1 0 0,0 0-1 0 0,0 1 0 0 0,0-1 1 0 0,1 0-1 0 0,-1 0 0 0 0,0 1 1 0 0,0-1-1 0 0,0 0 0 0 0,0 1 1 0 0,0-1-1 0 0,0 0 1 0 0,0 0-1 0 0,0 1 0 0 0,1-1 1 0 0,-1 0-1 0 0,0 1 0 0 0,0-1 1 0 0,0 0-1 0 0,0 1 0 0 0,-1-1 1 0 0,1 0-1 0 0,0 0 0 0 0,0 1 1 0 0,0-1-1 0 0,0 0 0 0 0,0 1 1 0 0,0-1-1 0 0,0 0 0 0 0,0 0 1 0 0,-1 1-1 0 0,1-1 1 0 0,0 0-1 0 0,0 0 0 0 0,0 1 1 0 0,-1-1-1 0 0,1 0 0 0 0,0 0 1 0 0,0 0-1 0 0,-1 1 0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0.642"/>
    </inkml:context>
    <inkml:brush xml:id="br0">
      <inkml:brushProperty name="width" value="0.1" units="cm"/>
      <inkml:brushProperty name="height" value="0.1" units="cm"/>
      <inkml:brushProperty name="color" value="#66CC00"/>
    </inkml:brush>
  </inkml:definitions>
  <inkml:trace contextRef="#ctx0" brushRef="#br0">1 1 6449 0 0,'0'0'41'0'0,"0"0"0"0"0,0 0 0 0 0,0 1 1 0 0,0-1-1 0 0,-1 0 0 0 0,2 0 0 0 0,-1 1 0 0 0,0-1 0 0 0,0 0 0 0 0,0 0 0 0 0,0 1 0 0 0,0-1 0 0 0,0 0 0 0 0,0 0 0 0 0,0 1 0 0 0,0-1 0 0 0,0 0 0 0 0,0 0 0 0 0,1 1 0 0 0,-1-1 0 0 0,0 0 0 0 0,0 0 0 0 0,0 0 0 0 0,0 1 0 0 0,1-1 0 0 0,-1 0 0 0 0,0 0 0 0 0,0 0 0 0 0,1 0 0 0 0,-1 1 0 0 0,0-1 0 0 0,0 0 0 0 0,0 0 1 0 0,1 0-1 0 0,-1 0 0 0 0,0 0 0 0 0,0 0 0 0 0,1 0 0 0 0,-1 0 0 0 0,0 0 0 0 0,1 0 0 0 0,-1 0 0 0 0,17 6 2308 0 0,-14-5-2044 0 0,47 11 2931 0 0,-35-9-2570 0 0,0 1 0 0 0,-1 0 0 0 0,1 1 0 0 0,20 9 0 0 0,-34-14-787 0 0,0 1-1 0 0,-1-1 1 0 0,1 0-1 0 0,0 0 1 0 0,-1 1-1 0 0,1-1 1 0 0,0 0-1 0 0,-1 1 1 0 0,1-1-1 0 0,-1 1 1 0 0,1-1-1 0 0,-1 1 1 0 0,1-1-1 0 0,-1 1 1 0 0,1 0-1 0 0,-1-1 1 0 0,1 1-1 0 0,-1-1 1 0 0,0 1-1 0 0,1 0 1 0 0,-1-1-1 0 0,0 1 1 0 0,0 0-1 0 0,1-1 1 0 0,-1 1-1 0 0,0 0 1 0 0,0 0-1 0 0,0-1 1 0 0,0 1-1 0 0,0 0 1 0 0,0 0-1 0 0,0-1 1 0 0,0 1-1 0 0,0 0 1 0 0,0 0-1 0 0,-1-1 1 0 0,1 1-1 0 0,0 0 1 0 0,0-1-1 0 0,-1 1 1 0 0,1 0-1 0 0,0-1 1 0 0,-1 1-1 0 0,1 0 1 0 0,-1-1-1 0 0,1 1 1 0 0,-1-1-1 0 0,1 1 1 0 0,-2 0-1 0 0,-18 14-4588 0 0,7-9 4334 0 0,-11 3 208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0.813"/>
    </inkml:context>
    <inkml:brush xml:id="br0">
      <inkml:brushProperty name="width" value="0.1" units="cm"/>
      <inkml:brushProperty name="height" value="0.1" units="cm"/>
      <inkml:brushProperty name="color" value="#66CC00"/>
    </inkml:brush>
  </inkml:definitions>
  <inkml:trace contextRef="#ctx0" brushRef="#br0">1 30 13363 0 0,'7'2'308'0'0,"-1"0"1"0"0,1-1 0 0 0,0 0-1 0 0,0 0 1 0 0,1 0-1 0 0,-1-1 1 0 0,0 0 0 0 0,0-1-1 0 0,0 1 1 0 0,10-3-1 0 0,8 0 516 0 0,240-18 3856 0 0,-222 15-4988 0 0,-19 2-2801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1.030"/>
    </inkml:context>
    <inkml:brush xml:id="br0">
      <inkml:brushProperty name="width" value="0.1" units="cm"/>
      <inkml:brushProperty name="height" value="0.1" units="cm"/>
      <inkml:brushProperty name="color" value="#66CC00"/>
    </inkml:brush>
  </inkml:definitions>
  <inkml:trace contextRef="#ctx0" brushRef="#br0">82 0 11979 0 0,'-1'1'248'0'0,"-1"-1"0"0"0,1 0 0 0 0,-1 1 0 0 0,1-1 0 0 0,-1 1 0 0 0,1 0 0 0 0,0 0 0 0 0,0-1 0 0 0,-1 1 1 0 0,1 0-1 0 0,0 0 0 0 0,0 0 0 0 0,0 0 0 0 0,0 0 0 0 0,0 1 0 0 0,0-1 0 0 0,0 0 0 0 0,0 0 0 0 0,0 1 1 0 0,1-1-1 0 0,-1 0 0 0 0,0 3 0 0 0,-14 37 1604 0 0,14-38-1682 0 0,-7 28 651 0 0,2 0 1 0 0,-3 39-1 0 0,1 65-755 0 0,6-90 56 0 0,-1 10-242 0 0,-1 4-1065 0 0,8 109-1 0 0,0-141-3735 0 0,3-5-1520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2.802"/>
    </inkml:context>
    <inkml:brush xml:id="br0">
      <inkml:brushProperty name="width" value="0.1" units="cm"/>
      <inkml:brushProperty name="height" value="0.1" units="cm"/>
      <inkml:brushProperty name="color" value="#66CC00"/>
    </inkml:brush>
  </inkml:definitions>
  <inkml:trace contextRef="#ctx0" brushRef="#br0">199 50 6449 0 0,'-2'-3'735'0'0,"0"1"0"0"0,0-1 0 0 0,0 0 0 0 0,1 1 0 0 0,-1-1 0 0 0,1 0 0 0 0,0 0 0 0 0,0 0 0 0 0,0 0 0 0 0,0-1-1 0 0,1 1 1 0 0,-1 0 0 0 0,1 0 0 0 0,-1-5 0 0 0,0 28 292 0 0,-1 0 0 0 0,-1 0 0 0 0,-10 37 0 0 0,1-21-1428 0 0,-20 48 0 0 0,29-78 51 0 0,0-1 1 0 0,0 1-1 0 0,-1-1 0 0 0,1 1 1 0 0,-1-1-1 0 0,-1 0 0 0 0,-8 8 1 0 0,11-11 107 0 0,1-1 0 0 0,0 0 1 0 0,-1 0-1 0 0,1 0 0 0 0,-1 0 1 0 0,1 0-1 0 0,-1 0 1 0 0,0 0-1 0 0,1-1 0 0 0,-1 1 1 0 0,0-1-1 0 0,0 1 0 0 0,0-1 1 0 0,1 1-1 0 0,-1-1 0 0 0,0 0 1 0 0,0 0-1 0 0,0 0 0 0 0,1 0 1 0 0,-1 0-1 0 0,0-1 1 0 0,0 1-1 0 0,0 0 0 0 0,1-1 1 0 0,-1 1-1 0 0,0-1 0 0 0,0 0 1 0 0,1 0-1 0 0,-1 1 0 0 0,1-1 1 0 0,-1 0-1 0 0,-1-2 0 0 0,-14-14 189 0 0,11 5 53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2.942"/>
    </inkml:context>
    <inkml:brush xml:id="br0">
      <inkml:brushProperty name="width" value="0.1" units="cm"/>
      <inkml:brushProperty name="height" value="0.1" units="cm"/>
      <inkml:brushProperty name="color" value="#66CC00"/>
    </inkml:brush>
  </inkml:definitions>
  <inkml:trace contextRef="#ctx0" brushRef="#br0">1 10 1840 0 0,'16'-3'2029'0'0,"1"0"1"0"0,-1 1-1 0 0,1 1 0 0 0,0 1 0 0 0,0 0 0 0 0,22 4 0 0 0,20 6-476 0 0,-58-10-1710 0 0,0 0 1 0 0,0 1-1 0 0,-1-1 0 0 0,1 0 0 0 0,0 0 1 0 0,0 1-1 0 0,0-1 0 0 0,-1 1 0 0 0,1-1 1 0 0,0 0-1 0 0,-1 1 0 0 0,1 0 1 0 0,0-1-1 0 0,-1 1 0 0 0,1-1 0 0 0,-1 1 1 0 0,1 0-1 0 0,0 0 0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3.081"/>
    </inkml:context>
    <inkml:brush xml:id="br0">
      <inkml:brushProperty name="width" value="0.1" units="cm"/>
      <inkml:brushProperty name="height" value="0.1" units="cm"/>
      <inkml:brushProperty name="color" value="#66CC00"/>
    </inkml:brush>
  </inkml:definitions>
  <inkml:trace contextRef="#ctx0" brushRef="#br0">1 169 6449 0 0,'0'0'26'0'0,"0"1"-1"0"0,0-1 0 0 0,0 0 1 0 0,0 0-1 0 0,0 0 0 0 0,0 1 0 0 0,0-1 1 0 0,0 0-1 0 0,0 0 0 0 0,1 0 0 0 0,-1 0 1 0 0,0 1-1 0 0,0-1 0 0 0,0 0 1 0 0,0 0-1 0 0,0 0 0 0 0,1 0 0 0 0,-1 0 1 0 0,0 1-1 0 0,0-1 0 0 0,0 0 1 0 0,0 0-1 0 0,1 0 0 0 0,-1 0 0 0 0,0 0 1 0 0,0 0-1 0 0,0 0 0 0 0,1 0 1 0 0,-1 0-1 0 0,0 0 0 0 0,0 0 0 0 0,0 0 1 0 0,1 0-1 0 0,-1 0 0 0 0,0 0 1 0 0,1 0-1 0 0,12-2 1008 0 0,14-7 301 0 0,-27 9-1324 0 0,18-8-166 0 0,0-1-1 0 0,-1-1 1 0 0,0 0-1 0 0,-1-1 1 0 0,0 0 0 0 0,0-2-1 0 0,-2 0 1 0 0,1 0 0 0 0,-2-2-1 0 0,15-18 1 0 0,-16 17 156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3.236"/>
    </inkml:context>
    <inkml:brush xml:id="br0">
      <inkml:brushProperty name="width" value="0.1" units="cm"/>
      <inkml:brushProperty name="height" value="0.1" units="cm"/>
      <inkml:brushProperty name="color" value="#66CC00"/>
    </inkml:brush>
  </inkml:definitions>
  <inkml:trace contextRef="#ctx0" brushRef="#br0">86 1 6449 0 0,'-5'6'893'0'0,"0"2"-1"0"0,1-1 1 0 0,0 0-1 0 0,0 1 1 0 0,1 0-1 0 0,0 0 1 0 0,-3 9-1 0 0,-1 3 170 0 0,-4 12 803 0 0,7-19-1845 0 0,0 0 0 0 0,-1 0 1 0 0,-8 13-1 0 0,13-26-99 0 0,0-1 0 0 0,0 1-1 0 0,0 0 1 0 0,0 0 0 0 0,0 0 0 0 0,0-1 0 0 0,0 1 0 0 0,0 0-1 0 0,0 0 1 0 0,-7-24-9775 0 0,9 20 9389 0 0,0 0 0 0 0,0 0 0 0 0,3-5 1 0 0,4 0 445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3.376"/>
    </inkml:context>
    <inkml:brush xml:id="br0">
      <inkml:brushProperty name="width" value="0.1" units="cm"/>
      <inkml:brushProperty name="height" value="0.1" units="cm"/>
      <inkml:brushProperty name="color" value="#66CC00"/>
    </inkml:brush>
  </inkml:definitions>
  <inkml:trace contextRef="#ctx0" brushRef="#br0">0 42 1376 0 0,'15'-6'26'0'0,"17"-3"72"0"0,-29 8 293 0 0,0 0-1 0 0,0-1 0 0 0,-1 1 0 0 0,1 0 1 0 0,0-1-1 0 0,-1 0 0 0 0,4-2 0 0 0,6-4 1415 0 0,-11 8-1588 0 0,0-1 0 0 0,0 1 0 0 0,-1-1 0 0 0,1 1 0 0 0,0 0 0 0 0,0-1 0 0 0,0 1 0 0 0,0 0 0 0 0,-1-1 0 0 0,1 1-1 0 0,0 0 1 0 0,0 0 0 0 0,0 0 0 0 0,0 0 0 0 0,0 0 0 0 0,0 0 0 0 0,0 0 0 0 0,0 0 0 0 0,0 0 0 0 0,-1 0 0 0 0,1 1 0 0 0,0-1 0 0 0,2 1 0 0 0,-3 0-136 0 0,0-1 0 0 0,1 1-1 0 0,-1 0 1 0 0,0 0-1 0 0,0-1 1 0 0,1 1 0 0 0,-1 0-1 0 0,0 0 1 0 0,0 0 0 0 0,0 0-1 0 0,0-1 1 0 0,0 1 0 0 0,0 0-1 0 0,-1 0 1 0 0,1 0-1 0 0,0-1 1 0 0,0 1 0 0 0,0 0-1 0 0,-1 0 1 0 0,0 0 0 0 0,-1 6-498 0 0,-2 0 1 0 0,1 0-1 0 0,-1 0 1 0 0,-6 8-1 0 0,9-15 410 0 0,-1 3-774 0 0,0 0 0 0 0,-1 0 0 0 0,1 0 0 0 0,-1 0-1 0 0,0-1 1 0 0,0 1 0 0 0,0-1 0 0 0,-5 3 0 0 0,4-4 638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3.483"/>
    </inkml:context>
    <inkml:brush xml:id="br0">
      <inkml:brushProperty name="width" value="0.1" units="cm"/>
      <inkml:brushProperty name="height" value="0.1" units="cm"/>
      <inkml:brushProperty name="color" value="#66CC00"/>
    </inkml:brush>
  </inkml:definitions>
  <inkml:trace contextRef="#ctx0" brushRef="#br0">1 6 456 0 0,'16'3'0'0'0,"-13"-3"0"0"0,-1 0 0 0 0,0-2 0 0 0,1 1 288 0 0,4-1 8 0 0,0 0 8 0 0,2 0 0 0 0,-2 2-224 0 0,-2 0-80 0 0,-1 2 0 0 0,-4 2 72 0 0,0-3-72 0 0,-4 3 0 0 0,-1 1 0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3.668"/>
    </inkml:context>
    <inkml:brush xml:id="br0">
      <inkml:brushProperty name="width" value="0.1" units="cm"/>
      <inkml:brushProperty name="height" value="0.1" units="cm"/>
      <inkml:brushProperty name="color" value="#66CC00"/>
    </inkml:brush>
  </inkml:definitions>
  <inkml:trace contextRef="#ctx0" brushRef="#br0">2 22 6913 0 0,'-2'10'5535'0'0,"23"-7"-1272"0"0,-10-2-4268 0 0,49 2 2616 0 0,62-4 0 0 0,-81-3-2732 0 0,1-1 1 0 0,57-14-1 0 0,-71 10-2881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3.856"/>
    </inkml:context>
    <inkml:brush xml:id="br0">
      <inkml:brushProperty name="width" value="0.1" units="cm"/>
      <inkml:brushProperty name="height" value="0.1" units="cm"/>
      <inkml:brushProperty name="color" value="#66CC00"/>
    </inkml:brush>
  </inkml:definitions>
  <inkml:trace contextRef="#ctx0" brushRef="#br0">71 1 12899 0 0,'-4'2'179'0'0,"1"0"1"0"0,0 1 0 0 0,0 0 0 0 0,0 0-1 0 0,0 0 1 0 0,0 0 0 0 0,1 0 0 0 0,0 1-1 0 0,-4 6 1 0 0,2-1 486 0 0,1 1 0 0 0,-5 18 0 0 0,7-24-451 0 0,-7 31 1105 0 0,-4 49 0 0 0,10-66-1236 0 0,1 0 1 0 0,1 0 0 0 0,1 0 0 0 0,5 30-1 0 0,-6-46-251 0 0,1 0 0 0 0,-1-1 0 0 0,0 1 0 0 0,1 0 0 0 0,-1 0-1 0 0,1-1 1 0 0,0 1 0 0 0,0 0 0 0 0,-1-1 0 0 0,1 1 0 0 0,0-1 0 0 0,0 1 0 0 0,0-1-1 0 0,1 1 1 0 0,-1-1 0 0 0,0 0 0 0 0,3 2 0 0 0,-3-2 27 0 0,1-1-1 0 0,-1 0 1 0 0,1 1 0 0 0,-1-1-1 0 0,1 0 1 0 0,-1 0 0 0 0,1 0 0 0 0,0 0-1 0 0,-1 0 1 0 0,1 0 0 0 0,-1 0-1 0 0,1-1 1 0 0,-1 1 0 0 0,1-1-1 0 0,-1 1 1 0 0,1-1 0 0 0,-1 1 0 0 0,0-1-1 0 0,1 0 1 0 0,1-1 0 0 0,12-6 93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3.994"/>
    </inkml:context>
    <inkml:brush xml:id="br0">
      <inkml:brushProperty name="width" value="0.1" units="cm"/>
      <inkml:brushProperty name="height" value="0.1" units="cm"/>
      <inkml:brushProperty name="color" value="#66CC00"/>
    </inkml:brush>
  </inkml:definitions>
  <inkml:trace contextRef="#ctx0" brushRef="#br0">175 0 7834 0 0,'-6'2'696'0'0,"1"1"-560"0"0,3 1-136 0 0,1-1 0 0 0,-1 1 384 0 0,-3 1 40 0 0,-6 6 16 0 0,-5 6 0 0 0,-3 4-288 0 0,-1 2-56 0 0,3 0-16 0 0,-1-5 0 0 0,4-4-80 0 0,0-4 0 0 0,2-1 0 0 0,-1-2 0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4.118"/>
    </inkml:context>
    <inkml:brush xml:id="br0">
      <inkml:brushProperty name="width" value="0.1" units="cm"/>
      <inkml:brushProperty name="height" value="0.1" units="cm"/>
      <inkml:brushProperty name="color" value="#66CC00"/>
    </inkml:brush>
  </inkml:definitions>
  <inkml:trace contextRef="#ctx0" brushRef="#br0">0 1 4609 0 0,'59'3'2881'0'0,"-45"-3"-1997"0"0,-1 1 0 0 0,1 0-1 0 0,21 5 1 0 0,-33-6-1005 0 0,0 1 0 0 0,1 0 0 0 0,-1 0-1 0 0,0 0 1 0 0,0 0 0 0 0,0 0 0 0 0,0 1 0 0 0,0-1 0 0 0,0 1 0 0 0,2 1-1 0 0,-3-2 52 0 0,0 0-1 0 0,-1-1 0 0 0,1 1 0 0 0,0 0 1 0 0,-1 0-1 0 0,1 0 0 0 0,-1 0 0 0 0,1 0 0 0 0,-1 0 1 0 0,1 0-1 0 0,-1 0 0 0 0,0 0 0 0 0,1 0 1 0 0,-1 1-1 0 0,0-1 0 0 0,0 0 0 0 0,0 0 0 0 0,0 0 1 0 0,0 0-1 0 0,0 0 0 0 0,0 0 0 0 0,0 1 0 0 0,-1 0 1 0 0,-2 8 70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4.304"/>
    </inkml:context>
    <inkml:brush xml:id="br0">
      <inkml:brushProperty name="width" value="0.1" units="cm"/>
      <inkml:brushProperty name="height" value="0.1" units="cm"/>
      <inkml:brushProperty name="color" value="#66CC00"/>
    </inkml:brush>
  </inkml:definitions>
  <inkml:trace contextRef="#ctx0" brushRef="#br0">0 51 9218 0 0,'33'-2'4019'0'0,"46"-8"0"0"0,-21 2-2006 0 0,23-1-69 0 0,139-11-616 0 0,-215 19-1627 0 0,-1 1 0 0 0,0 0 1 0 0,0 0-1 0 0,1 0 0 0 0,-1 0 0 0 0,0 1 1 0 0,0 0-1 0 0,0 0 0 0 0,1 0 1 0 0,-1 0-1 0 0,0 1 0 0 0,5 2 0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4.474"/>
    </inkml:context>
    <inkml:brush xml:id="br0">
      <inkml:brushProperty name="width" value="0.1" units="cm"/>
      <inkml:brushProperty name="height" value="0.1" units="cm"/>
      <inkml:brushProperty name="color" value="#66CC00"/>
    </inkml:brush>
  </inkml:definitions>
  <inkml:trace contextRef="#ctx0" brushRef="#br0">19 0 9674 0 0,'-7'14'424'0'0,"1"-5"96"0"0,3 2-416 0 0,1-3-104 0 0,2-2 0 0 0,0-1 0 0 0,0 2 280 0 0,0 7 32 0 0,4 7 8 0 0,-1 4 1 0 0,2 1-97 0 0,1-5-8 0 0,-1-1-8 0 0,0-4 0 0 0,-1-6-1713 0 0,-1-5-351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4.676"/>
    </inkml:context>
    <inkml:brush xml:id="br0">
      <inkml:brushProperty name="width" value="0.1" units="cm"/>
      <inkml:brushProperty name="height" value="0.1" units="cm"/>
      <inkml:brushProperty name="color" value="#66CC00"/>
    </inkml:brush>
  </inkml:definitions>
  <inkml:trace contextRef="#ctx0" brushRef="#br0">0 61 11979 0 0,'12'-5'730'0'0,"-1"2"1"0"0,0 0 0 0 0,1 0 0 0 0,0 1 0 0 0,17-1 0 0 0,2-1 390 0 0,42-6 1173 0 0,-37 6-1999 0 0,68-17 1 0 0,-103 20-412 0 0,0 1 0 0 0,0 0 1 0 0,0 0-1 0 0,0-1 0 0 0,0 1 1 0 0,0 0-1 0 0,0 0 0 0 0,0 0 1 0 0,0 0-1 0 0,0 0 0 0 0,0 0 1 0 0,0 0-1 0 0,1 1 0 0 0,-2-1 17 0 0,1 0-1 0 0,-1 0 0 0 0,0 0 1 0 0,1 1-1 0 0,-1-1 0 0 0,0 0 0 0 0,0 0 1 0 0,0 0-1 0 0,1 1 0 0 0,-1-1 0 0 0,0 0 1 0 0,0 0-1 0 0,0 1 0 0 0,1-1 1 0 0,-1 0-1 0 0,0 1 0 0 0,0-1 0 0 0,0 0 1 0 0,0 1-1 0 0,0-1 0 0 0,0 0 0 0 0,0 0 1 0 0,0 1-1 0 0,0-1 0 0 0,0 0 1 0 0,0 1-1 0 0,0 3-501 0 0,-1-1 0 0 0,0 1 0 0 0,0-1 0 0 0,0 0 0 0 0,-3 7 0 0 0,2-6 766 0 0,-24 43-2781 0 0,15-31-1088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4.846"/>
    </inkml:context>
    <inkml:brush xml:id="br0">
      <inkml:brushProperty name="width" value="0.1" units="cm"/>
      <inkml:brushProperty name="height" value="0.1" units="cm"/>
      <inkml:brushProperty name="color" value="#66CC00"/>
    </inkml:brush>
  </inkml:definitions>
  <inkml:trace contextRef="#ctx0" brushRef="#br0">0 156 11314 0 0,'5'0'95'0'0,"-1"1"-1"0"0,0-1 1 0 0,1 1-1 0 0,-1-1 1 0 0,1-1-1 0 0,-1 1 0 0 0,1-1 1 0 0,-1 1-1 0 0,0-1 1 0 0,1-1-1 0 0,-1 1 0 0 0,0-1 1 0 0,0 1-1 0 0,5-4 1 0 0,-7 4-23 0 0,83-51 3938 0 0,-77 46-4088 0 0,0 0 0 0 0,0 0 0 0 0,-1-1 1 0 0,0-1-1 0 0,0 1 0 0 0,0-1 0 0 0,9-16 0 0 0,-12 14-2268 0 0,-4 10 2254 0 0,0 0 0 0 0,0 0 1 0 0,0-1-1 0 0,0 1 0 0 0,0 0 0 0 0,0 0 0 0 0,1-1 1 0 0,-1 1-1 0 0,0 0 0 0 0,0 0 0 0 0,0-1 1 0 0,0 1-1 0 0,0 0 0 0 0,0 0 0 0 0,0-1 0 0 0,0 1 1 0 0,-1 0-1 0 0,1 0 0 0 0,0-1 0 0 0,0 1 1 0 0,0 0-1 0 0,0 0 0 0 0,0-1 0 0 0,0 1 0 0 0,0 0 1 0 0,-2-2-735 0 0,-3 2 668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4.986"/>
    </inkml:context>
    <inkml:brush xml:id="br0">
      <inkml:brushProperty name="width" value="0.1" units="cm"/>
      <inkml:brushProperty name="height" value="0.1" units="cm"/>
      <inkml:brushProperty name="color" value="#66CC00"/>
    </inkml:brush>
  </inkml:definitions>
  <inkml:trace contextRef="#ctx0" brushRef="#br0">1 67 1032 0 0,'8'0'0'0'0,"-2"0"0"0"0,1 0 0 0 0,0-1 96 0 0,-2 1-96 0 0,0-2 0 0 0,4 0 0 0 0,5-1 0 0 0,7-3 832 0 0,8-1 161 0 0,-1 0 23 0 0,-4-2 8 0 0,-3 2-1256 0 0,-7 0-248 0 0,2-1-56 0 0,-5 0-8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5.142"/>
    </inkml:context>
    <inkml:brush xml:id="br0">
      <inkml:brushProperty name="width" value="0.1" units="cm"/>
      <inkml:brushProperty name="height" value="0.1" units="cm"/>
      <inkml:brushProperty name="color" value="#66CC00"/>
    </inkml:brush>
  </inkml:definitions>
  <inkml:trace contextRef="#ctx0" brushRef="#br0">405 1 7834 0 0,'-21'15'1395'0'0,"2"1"-1"0"0,-24 24 1 0 0,-16 15 859 0 0,-18 1-720 0 0,66-49-2042 0 0,-1 0 0 0 0,0-1 0 0 0,0 0 0 0 0,0-1 0 0 0,-14 3-1 0 0,21-7 359 0 0,1 0 0 0 0,0 0 0 0 0,-1-1 0 0 0,1 0 0 0 0,-1 1 0 0 0,1-2 0 0 0,-1 1 0 0 0,1 0 0 0 0,-1-1 0 0 0,1 0 0 0 0,0 0 0 0 0,-1 0 0 0 0,1-1-1 0 0,0 1 1 0 0,0-1 0 0 0,0 0 0 0 0,0 0 0 0 0,-6-5 0 0 0,-3-4 150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25.280"/>
    </inkml:context>
    <inkml:brush xml:id="br0">
      <inkml:brushProperty name="width" value="0.1" units="cm"/>
      <inkml:brushProperty name="height" value="0.1" units="cm"/>
      <inkml:brushProperty name="color" value="#66CC00"/>
    </inkml:brush>
  </inkml:definitions>
  <inkml:trace contextRef="#ctx0" brushRef="#br0">0 0 12899 0 0,'20'20'576'0'0,"-10"-10"112"0"0,3 3-552 0 0,-5-4-136 0 0,-2-4 0 0 0,-1-2 0 0 0,4 4 968 0 0,7 7 169 0 0,7 6 31 0 0,5 3 8 0 0,2-2-568 0 0,-6-4-104 0 0,-4-3-24 0 0,-3-6-8 0 0,-3-3-1384 0 0,-1-7-272 0 0,-3-5-64 0 0,-3-4-1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4.693"/>
    </inkml:context>
    <inkml:brush xml:id="br0">
      <inkml:brushProperty name="width" value="0.1" units="cm"/>
      <inkml:brushProperty name="height" value="0.1" units="cm"/>
      <inkml:brushProperty name="color" value="#E71224"/>
    </inkml:brush>
  </inkml:definitions>
  <inkml:trace contextRef="#ctx0" brushRef="#br0">210 1 13363 0 0,'-2'0'283'0'0,"0"1"-1"0"0,0-1 1 0 0,0 1 0 0 0,0-1 0 0 0,0 1 0 0 0,0 0 0 0 0,1 0-1 0 0,-1 0 1 0 0,0 0 0 0 0,1 0 0 0 0,-1 0 0 0 0,-2 3-1 0 0,-21 20 1499 0 0,16-14-1082 0 0,-4 3-638 0 0,4-6-337 0 0,1 1-1 0 0,0 1 0 0 0,-10 14 0 0 0,17-20 175 0 0,0-1 0 0 0,0 0 0 0 0,0 0 0 0 0,1 1 0 0 0,-1-1-1 0 0,1 0 1 0 0,-1 1 0 0 0,1-1 0 0 0,0 1 0 0 0,0-1 0 0 0,0 0 0 0 0,0 1 0 0 0,1-1-1 0 0,-1 3 1 0 0,12 37 685 0 0,-5-21-59 0 0,0 9 92 0 0,-1 0 1 0 0,-2 0 0 0 0,-1 1-1 0 0,-1 0 1 0 0,-3 39-1 0 0,0-49-523 0 0,-1 1 0 0 0,-2-2 0 0 0,0 1 0 0 0,-1 0 0 0 0,-1-1 0 0 0,-1 0 0 0 0,-1 0 0 0 0,-15 29-1 0 0,19-43-81 0 0,1 0 0 0 0,-1-1-1 0 0,-1 1 1 0 0,-8 8-1 0 0,13-13-134 0 0,-1 0-1 0 0,0 0 0 0 0,0 0 1 0 0,0-1-1 0 0,0 1 0 0 0,0 0 1 0 0,0 0-1 0 0,0-1 0 0 0,0 1 1 0 0,0-1-1 0 0,-1 1 0 0 0,1-1 1 0 0,0 1-1 0 0,0-1 0 0 0,0 0 0 0 0,-1 0 1 0 0,1 1-1 0 0,0-1 0 0 0,-1 0 1 0 0,1 0-1 0 0,0 0 0 0 0,0 0 1 0 0,-1-1-1 0 0,1 1 0 0 0,0 0 1 0 0,0 0-1 0 0,0-1 0 0 0,-1 1 1 0 0,1-1-1 0 0,0 1 0 0 0,0-1 1 0 0,0 0-1 0 0,-2 0 0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5.156"/>
    </inkml:context>
    <inkml:brush xml:id="br0">
      <inkml:brushProperty name="width" value="0.1" units="cm"/>
      <inkml:brushProperty name="height" value="0.1" units="cm"/>
      <inkml:brushProperty name="color" value="#E71224"/>
    </inkml:brush>
  </inkml:definitions>
  <inkml:trace contextRef="#ctx0" brushRef="#br0">1 31 14283 0 0,'0'0'69'0'0,"-1"1"0"0"0,1 0 0 0 0,0-1 0 0 0,0 1 0 0 0,0-1 0 0 0,0 1 0 0 0,0-1 0 0 0,0 1 0 0 0,0-1 0 0 0,0 1 0 0 0,0-1 0 0 0,0 1 0 0 0,0-1 0 0 0,1 1 0 0 0,-1 0 0 0 0,0-1 0 0 0,0 1 0 0 0,0-1 0 0 0,1 0 0 0 0,-1 1 1 0 0,0-1-1 0 0,0 1 0 0 0,1-1 0 0 0,-1 1 0 0 0,1-1 0 0 0,-1 0 0 0 0,0 1 0 0 0,1-1 0 0 0,0 1 0 0 0,1 0 138 0 0,0 0-1 0 0,0 0 1 0 0,0 0 0 0 0,0 0 0 0 0,0 0 0 0 0,0 0-1 0 0,4 0 1 0 0,3 0 274 0 0,-1 0 0 0 0,1 0-1 0 0,10-1 1 0 0,15-4-565 0 0,-1-1 1 0 0,61-18-1 0 0,-3 1-5160 0 0,-87 21 5035 0 0,0 0 0 0 0,0 1-1 0 0,0 0 1 0 0,0-1-1 0 0,1 1 1 0 0,5 1-1 0 0,-9-1 366 0 0,0 1 0 0 0,-1-1-1 0 0,1 0 1 0 0,0 0 0 0 0,0 0-1 0 0,0 1 1 0 0,0-1-1 0 0,0 1 1 0 0,0-1 0 0 0,-1 0-1 0 0,1 1 1 0 0,0 0-1 0 0,0-1 1 0 0,-1 1 0 0 0,1-1-1 0 0,0 1 1 0 0,-1 0-1 0 0,1-1 1 0 0,-1 1 0 0 0,1 0-1 0 0,-1 0 1 0 0,1 0 0 0 0,-1-1-1 0 0,1 1 1 0 0,-1 0-1 0 0,0 0 1 0 0,1 0 0 0 0,-1 0-1 0 0,0 0 1 0 0,0 0-1 0 0,0 0 1 0 0,0 0 0 0 0,0 1 502 0 0,-1 3-527 0 0,-6 31 271 0 0,1 0-1 0 0,2 1 1 0 0,1 53 0 0 0,2-56-196 0 0,15 458 155 0 0,-11-424-716 0 0,-11-81-2190 0 0,-2-11-39 0 0,2 2-3199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5.374"/>
    </inkml:context>
    <inkml:brush xml:id="br0">
      <inkml:brushProperty name="width" value="0.1" units="cm"/>
      <inkml:brushProperty name="height" value="0.1" units="cm"/>
      <inkml:brushProperty name="color" value="#E71224"/>
    </inkml:brush>
  </inkml:definitions>
  <inkml:trace contextRef="#ctx0" brushRef="#br0">1 1 4609 0 0,'0'1'208'0'0,"1"1"1"0"0,-1-1-1 0 0,1 0 0 0 0,0 1 0 0 0,-1-1 1 0 0,1 0-1 0 0,0 0 0 0 0,0 0 0 0 0,0 1 1 0 0,0-1-1 0 0,0 0 0 0 0,0 0 1 0 0,2 1-1 0 0,19 16 1981 0 0,-15-12-1195 0 0,6 4-20 0 0,12 9-1262 0 0,-14-4-4011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5.513"/>
    </inkml:context>
    <inkml:brush xml:id="br0">
      <inkml:brushProperty name="width" value="0.1" units="cm"/>
      <inkml:brushProperty name="height" value="0.1" units="cm"/>
      <inkml:brushProperty name="color" value="#E71224"/>
    </inkml:brush>
  </inkml:definitions>
  <inkml:trace contextRef="#ctx0" brushRef="#br0">0 0 7370 0 0,'0'3'260'0'0,"1"-1"1"0"0,0 0 0 0 0,-1 0 0 0 0,1 1 0 0 0,0-1 0 0 0,0 0-1 0 0,1 0 1 0 0,-1 0 0 0 0,0 0 0 0 0,3 3 0 0 0,4 7 629 0 0,9 19 990 0 0,4 6-113 0 0,-12-12-3331 0 0,-9-25 1559 0 0,0 0 0 0 0,0 0 0 0 0,0 0 0 0 0,0 0 0 0 0,0 1 0 0 0,0-1 0 0 0,0 0 0 0 0,0 0 1 0 0,0 0-1 0 0,0 0 0 0 0,0 1 0 0 0,0-1 0 0 0,-1 0 0 0 0,1 0 0 0 0,0 0 0 0 0,0 0 0 0 0,0 0 0 0 0,0 1 0 0 0,0-1 0 0 0,0 0 0 0 0,-1 0 0 0 0,1 0 0 0 0,0 0 0 0 0,0 0 0 0 0,0 0 0 0 0,0 0 0 0 0,-1 0 0 0 0,1 0 0 0 0,0 0 0 0 0,0 0 0 0 0,0 0 1 0 0,0 0-1 0 0,-1 0 0 0 0,1 0 0 0 0,0 0 0 0 0,0 0 0 0 0,0 0 0 0 0,-1 0 0 0 0,1 0 0 0 0,0 0 0 0 0,0 0 0 0 0,0 0 0 0 0,0 0 0 0 0,-1 0 0 0 0,1 0 0 0 0,0 0 0 0 0,0 0 0 0 0,0 0 0 0 0,0 0 0 0 0,0-1 0 0 0,-1 1 0 0 0,1 0 0 0 0,-6-2-5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5.716"/>
    </inkml:context>
    <inkml:brush xml:id="br0">
      <inkml:brushProperty name="width" value="0.1" units="cm"/>
      <inkml:brushProperty name="height" value="0.1" units="cm"/>
      <inkml:brushProperty name="color" value="#E71224"/>
    </inkml:brush>
  </inkml:definitions>
  <inkml:trace contextRef="#ctx0" brushRef="#br0">1 28 13363 0 0,'0'0'41'0'0,"0"-1"0"0"0,0 1 0 0 0,0-1 0 0 0,0 1 0 0 0,0 0 0 0 0,0-1 0 0 0,0 1 0 0 0,0 0 0 0 0,0-1 0 0 0,0 1 0 0 0,0 0 0 0 0,0-1 0 0 0,0 1 0 0 0,0 0 0 0 0,0-1 0 0 0,0 1 0 0 0,0 0 0 0 0,0-1 0 0 0,0 1 0 0 0,1 0 0 0 0,-1-1 0 0 0,0 1 0 0 0,0 0 0 0 0,0-1 0 0 0,1 1 0 0 0,-1 0 0 0 0,0 0 0 0 0,0-1 0 0 0,1 1 0 0 0,-1 0 0 0 0,0 0 0 0 0,1-1 0 0 0,-1 1 0 0 0,0 0 0 0 0,1 0 0 0 0,-1 0 0 0 0,0 0 0 0 0,1 0 0 0 0,-1 0 0 0 0,0-1 0 0 0,1 1 0 0 0,0 0 0 0 0,20-4 810 0 0,-15 3-300 0 0,37-4 340 0 0,-1 1 0 0 0,57 2 1 0 0,85 14 2509 0 0,-101-5-2871 0 0,-62-5-989 0 0,1-1-1 0 0,0 0 1 0 0,0-2-1 0 0,0 0 1 0 0,41-9-1 0 0,-41 2-6921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6.936"/>
    </inkml:context>
    <inkml:brush xml:id="br0">
      <inkml:brushProperty name="width" value="0.1" units="cm"/>
      <inkml:brushProperty name="height" value="0.1" units="cm"/>
      <inkml:brushProperty name="color" value="#E71224"/>
    </inkml:brush>
  </inkml:definitions>
  <inkml:trace contextRef="#ctx0" brushRef="#br0">1 0 16131 0 0,'5'25'4133'0'0,"13"10"-2961"0"0,-16-31-851 0 0,34 57 599 0 0,-8-22-3413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7.120"/>
    </inkml:context>
    <inkml:brush xml:id="br0">
      <inkml:brushProperty name="width" value="0.1" units="cm"/>
      <inkml:brushProperty name="height" value="0.1" units="cm"/>
      <inkml:brushProperty name="color" value="#E71224"/>
    </inkml:brush>
  </inkml:definitions>
  <inkml:trace contextRef="#ctx0" brushRef="#br0">124 1 12899 0 0,'-9'8'611'0'0,"6"-6"-520"0"0,1 0 0 0 0,0 0 0 0 0,0 0 0 0 0,0 0-1 0 0,0 1 1 0 0,0-1 0 0 0,1 0 0 0 0,-1 1 0 0 0,0-1 0 0 0,1 1-1 0 0,0 0 1 0 0,0-1 0 0 0,-1 5 0 0 0,-29 89 2043 0 0,16-23-1018 0 0,-3 11-2717 0 0,0-31-4839 0 0,11-40 4179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7.400"/>
    </inkml:context>
    <inkml:brush xml:id="br0">
      <inkml:brushProperty name="width" value="0.1" units="cm"/>
      <inkml:brushProperty name="height" value="0.1" units="cm"/>
      <inkml:brushProperty name="color" value="#E71224"/>
    </inkml:brush>
  </inkml:definitions>
  <inkml:trace contextRef="#ctx0" brushRef="#br0">0 36 16588 0 0,'1'-2'129'0'0,"0"1"1"0"0,0 0-1 0 0,0-1 0 0 0,0 1 1 0 0,0 0-1 0 0,0 0 1 0 0,1-1-1 0 0,-1 1 1 0 0,0 0-1 0 0,1 0 1 0 0,-1 0-1 0 0,1 1 1 0 0,-1-1-1 0 0,1 0 1 0 0,-1 0-1 0 0,1 1 1 0 0,-1-1-1 0 0,1 1 1 0 0,0 0-1 0 0,1-1 1 0 0,40-5 1104 0 0,-34 6-984 0 0,160-9 1128 0 0,-138 9-1905 0 0,-1 1 0 0 0,1 2 0 0 0,45 11-1 0 0,-75-14 542 0 0,0 0 0 0 0,0 0-1 0 0,0 0 1 0 0,0 1-1 0 0,1-1 1 0 0,-1 1 0 0 0,0-1-1 0 0,0 1 1 0 0,0-1 0 0 0,0 1-1 0 0,0-1 1 0 0,0 1-1 0 0,0 0 1 0 0,0 0 0 0 0,0 0-1 0 0,0-1 1 0 0,-1 1 0 0 0,1 0-1 0 0,0 0 1 0 0,0 0-1 0 0,0 2 1 0 0,-1-2 53 0 0,0 0 0 0 0,0 0 0 0 0,0 0 0 0 0,0 0 0 0 0,0 0 0 0 0,-1 0 1 0 0,1 0-1 0 0,0 0 0 0 0,0 0 0 0 0,-1 0 0 0 0,1 0 0 0 0,-1 0 0 0 0,1 0 0 0 0,-1 0 0 0 0,1 0 0 0 0,-1 0 0 0 0,0-1 0 0 0,1 1 0 0 0,-1 0 0 0 0,0 0 0 0 0,0-1 1 0 0,0 1-1 0 0,1-1 0 0 0,-3 2 0 0 0,-78 65-999 0 0,67-57-153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7.708"/>
    </inkml:context>
    <inkml:brush xml:id="br0">
      <inkml:brushProperty name="width" value="0.1" units="cm"/>
      <inkml:brushProperty name="height" value="0.1" units="cm"/>
      <inkml:brushProperty name="color" value="#E71224"/>
    </inkml:brush>
  </inkml:definitions>
  <inkml:trace contextRef="#ctx0" brushRef="#br0">211 1 12899 0 0,'-1'3'627'0'0,"-1"0"0"0"0,0 1 1 0 0,0-1-1 0 0,0 0 0 0 0,-5 4 1 0 0,0 2 130 0 0,-12 20 418 0 0,-38 50-144 0 0,47-67-1831 0 0,0 0 0 0 0,-1-1 0 0 0,0 0 0 0 0,-15 10 0 0 0,23-19 611 0 0,1 0 1 0 0,-1-1-1 0 0,0 1 0 0 0,0-1 0 0 0,0 1 1 0 0,0-1-1 0 0,-7 2 0 0 0,-4-2 147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8.113"/>
    </inkml:context>
    <inkml:brush xml:id="br0">
      <inkml:brushProperty name="width" value="0.1" units="cm"/>
      <inkml:brushProperty name="height" value="0.1" units="cm"/>
      <inkml:brushProperty name="color" value="#E71224"/>
    </inkml:brush>
  </inkml:definitions>
  <inkml:trace contextRef="#ctx0" brushRef="#br0">74 1 14747 0 0,'-1'2'272'0'0,"-1"0"-1"0"0,1 0 1 0 0,-1 0 0 0 0,1 0-1 0 0,0 1 1 0 0,0-1 0 0 0,0 0-1 0 0,0 1 1 0 0,1-1-1 0 0,-2 5 1 0 0,-2 30 1040 0 0,2-17-563 0 0,-7 59 430 0 0,6-41-3217 0 0,-11 53 1 0 0,9-71 1393 0 0,-3 14-109 0 0,-5 39 1 0 0,12-63 871 0 0,0 1 0 0 0,1-1 0 0 0,0 1-1 0 0,1-1 1 0 0,0 1 0 0 0,1-1 0 0 0,0 0 0 0 0,4 13 0 0 0,-5-20-35 0 0,0 0 0 0 0,1 0-1 0 0,-1-1 1 0 0,1 1 0 0 0,-1-1 0 0 0,1 1 0 0 0,0-1 0 0 0,0 0 0 0 0,0 1 0 0 0,1-1 0 0 0,-1 0 0 0 0,0 0-1 0 0,1-1 1 0 0,-1 1 0 0 0,1 0 0 0 0,-1-1 0 0 0,1 0 0 0 0,0 1 0 0 0,0-1 0 0 0,0 0 0 0 0,0-1 0 0 0,0 1-1 0 0,0 0 1 0 0,4 0 0 0 0,7 0 258 0 0,1-1 0 0 0,-1 0-1 0 0,0-1 1 0 0,15-3 0 0 0,-4 2 139 0 0,28-2 747 0 0,101 5-1 0 0,-152 0-1207 0 0,-1-1-1 0 0,0 0 1 0 0,1 1-1 0 0,-1-1 0 0 0,0 0 1 0 0,1 0-1 0 0,-1 0 0 0 0,0 0 1 0 0,1-1-1 0 0,-1 1 0 0 0,1 0 1 0 0,-1 0-1 0 0,0-1 1 0 0,0 1-1 0 0,1-1 0 0 0,-1 1 1 0 0,0-1-1 0 0,0 0 0 0 0,1 1 1 0 0,-1-1-1 0 0,0 0 0 0 0,0 0 1 0 0,0 0-1 0 0,0 0 1 0 0,0 0-1 0 0,0 0 0 0 0,1-2 1 0 0,-1 0 8 0 0,0-1 1 0 0,-1 1 0 0 0,1-1 0 0 0,-1 1 0 0 0,0 0 0 0 0,1-1 0 0 0,-1 1 0 0 0,-1-1-1 0 0,0-6 1 0 0,-5-30-1036 0 0,-17-59-1 0 0,17 78-6672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8.659"/>
    </inkml:context>
    <inkml:brush xml:id="br0">
      <inkml:brushProperty name="width" value="0.1" units="cm"/>
      <inkml:brushProperty name="height" value="0.1" units="cm"/>
      <inkml:brushProperty name="color" value="#E71224"/>
    </inkml:brush>
  </inkml:definitions>
  <inkml:trace contextRef="#ctx0" brushRef="#br0">0 36 11522 0 0,'25'-9'5044'0'0,"1"4"-3594"0"0,6-3-176 0 0,1 3 0 0 0,55-3 0 0 0,-85 8-1232 0 0,-1 0-1 0 0,1 0 1 0 0,-1 1-1 0 0,1-1 1 0 0,0 1 0 0 0,-1-1-1 0 0,1 1 1 0 0,-1 0 0 0 0,1 0-1 0 0,-1 0 1 0 0,0 1-1 0 0,1-1 1 0 0,-1 0 0 0 0,3 3-1 0 0,-4-3-167 0 0,0 0-1 0 0,0 0 0 0 0,0 0 1 0 0,0 0-1 0 0,-1 1 0 0 0,1-1 0 0 0,0 0 1 0 0,0 0-1 0 0,-1 1 0 0 0,1-1 1 0 0,-1 0-1 0 0,1 1 0 0 0,-1-1 1 0 0,1 1-1 0 0,-1-1 0 0 0,0 1 0 0 0,0-1 1 0 0,0 1-1 0 0,0-1 0 0 0,0 0 1 0 0,0 1-1 0 0,0-1 0 0 0,0 1 1 0 0,0-1-1 0 0,-1 1 0 0 0,0 2 0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8.816"/>
    </inkml:context>
    <inkml:brush xml:id="br0">
      <inkml:brushProperty name="width" value="0.1" units="cm"/>
      <inkml:brushProperty name="height" value="0.1" units="cm"/>
      <inkml:brushProperty name="color" value="#E71224"/>
    </inkml:brush>
  </inkml:definitions>
  <inkml:trace contextRef="#ctx0" brushRef="#br0">1 89 8754 0 0,'5'0'776'0'0,"0"0"-616"0"0,-3 0-160 0 0,0-2 0 0 0,2 0 592 0 0,1 0 88 0 0,5-1 24 0 0,8-4 1 0 0,1 0 175 0 0,1-2 40 0 0,-3 0 8 0 0,-4 2 0 0 0,-1 0-1248 0 0,-5 2-240 0 0,-5 0-48 0 0,-1-2-16 0 0,1 0 528 0 0,-4-2 96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9"/>
    </inkml:context>
    <inkml:brush xml:id="br0">
      <inkml:brushProperty name="width" value="0.1" units="cm"/>
      <inkml:brushProperty name="height" value="0.1" units="cm"/>
      <inkml:brushProperty name="color" value="#E71224"/>
    </inkml:brush>
  </inkml:definitions>
  <inkml:trace contextRef="#ctx0" brushRef="#br0">240 0 16588 0 0,'-22'147'3547'0'0,"2"-7"-2343"0"0,13-105-1001 0 0,-3 0-1 0 0,-14 38 0 0 0,18-59-496 0 0,-1 0-1 0 0,0-1 1 0 0,-1 1 0 0 0,0-1-1 0 0,-1-1 1 0 0,0 1-1 0 0,-18 17 1 0 0,24-27-352 0 0,0 0 0 0 0,-1 0 0 0 0,1 0 0 0 0,-1-1 0 0 0,0 1 1 0 0,0-1-1 0 0,0 0 0 0 0,0 0 0 0 0,0 0 0 0 0,-1 0 0 0 0,1-1 0 0 0,-8 2 0 0 0,-6-2-3402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9.172"/>
    </inkml:context>
    <inkml:brush xml:id="br0">
      <inkml:brushProperty name="width" value="0.1" units="cm"/>
      <inkml:brushProperty name="height" value="0.1" units="cm"/>
      <inkml:brushProperty name="color" value="#E71224"/>
    </inkml:brush>
  </inkml:definitions>
  <inkml:trace contextRef="#ctx0" brushRef="#br0">13 1 9674 0 0,'-6'17'864'0'0,"3"-6"-696"0"0,1-1-168 0 0,0-1 0 0 0,2 0 600 0 0,0-6 81 0 0,0 3 23 0 0,0 4 0 0 0,0 8-320 0 0,0 3-56 0 0,2 2-8 0 0,0-6-8 0 0,0-2-1576 0 0,-1-5-312 0 0,3-5-65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9.326"/>
    </inkml:context>
    <inkml:brush xml:id="br0">
      <inkml:brushProperty name="width" value="0.1" units="cm"/>
      <inkml:brushProperty name="height" value="0.1" units="cm"/>
      <inkml:brushProperty name="color" value="#E71224"/>
    </inkml:brush>
  </inkml:definitions>
  <inkml:trace contextRef="#ctx0" brushRef="#br0">0 31 11979 0 0,'25'-9'1671'0'0,"-11"3"48"0"0,0 1 0 0 0,17-3-1 0 0,-28 7-1593 0 0,1 0 1 0 0,0 1-1 0 0,0 0 0 0 0,0-1 0 0 0,0 1 0 0 0,0 1 0 0 0,-1-1 0 0 0,1 0 0 0 0,0 1 0 0 0,0 0 0 0 0,0 0 1 0 0,-1 0-1 0 0,5 2 0 0 0,-6-2-250 0 0,-1 0 1 0 0,0 0 0 0 0,1 0-1 0 0,-1 0 1 0 0,0 0 0 0 0,0 0-1 0 0,0 0 1 0 0,0 0 0 0 0,0 0-1 0 0,0 1 1 0 0,0-1-1 0 0,0 1 1 0 0,-1-1 0 0 0,1 0-1 0 0,0 1 1 0 0,-1-1 0 0 0,1 1-1 0 0,-1-1 1 0 0,1 1 0 0 0,-1 0-1 0 0,0 2 1 0 0,1 1-360 0 0,-1 0 0 0 0,-1 0 0 0 0,1 1 0 0 0,-1-1 0 0 0,-2 8 0 0 0,-1 1 369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9.450"/>
    </inkml:context>
    <inkml:brush xml:id="br0">
      <inkml:brushProperty name="width" value="0.1" units="cm"/>
      <inkml:brushProperty name="height" value="0.1" units="cm"/>
      <inkml:brushProperty name="color" value="#E71224"/>
    </inkml:brush>
  </inkml:definitions>
  <inkml:trace contextRef="#ctx0" brushRef="#br0">1 137 7834 0 0,'3'0'696'0'0,"1"-1"-560"0"0,-1 1-136 0 0,1-2 0 0 0,1 0 512 0 0,0 0 80 0 0,8-3 16 0 0,4-4 0 0 0,8-3 40 0 0,3-2 17 0 0,-3 0-1 0 0,-4-2 0 0 0,0 2-1064 0 0,-3-2-208 0 0,-3 2-48 0 0,-1-2-9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9.682"/>
    </inkml:context>
    <inkml:brush xml:id="br0">
      <inkml:brushProperty name="width" value="0.1" units="cm"/>
      <inkml:brushProperty name="height" value="0.1" units="cm"/>
      <inkml:brushProperty name="color" value="#E71224"/>
    </inkml:brush>
  </inkml:definitions>
  <inkml:trace contextRef="#ctx0" brushRef="#br0">1 68 13363 0 0,'6'-1'355'0'0,"0"0"-1"0"0,0-1 1 0 0,-1 0 0 0 0,1 0-1 0 0,0 0 1 0 0,10-7 0 0 0,4 0 33 0 0,-10 5-336 0 0,12-6 351 0 0,45-10 0 0 0,-61 18-613 0 0,0 1 0 0 0,1 0 1 0 0,-1 0-1 0 0,1 1 0 0 0,-1 0 1 0 0,1 0-1 0 0,-1 0 0 0 0,1 1 0 0 0,-1 0 1 0 0,0 0-1 0 0,1 1 0 0 0,6 2 1 0 0,-12-4 0 0 0,0 1 1 0 0,-1-1 0 0 0,1 0-1 0 0,0 1 1 0 0,0-1 0 0 0,-1 1-1 0 0,1-1 1 0 0,0 1-1 0 0,-1-1 1 0 0,1 1 0 0 0,0-1-1 0 0,-1 1 1 0 0,1-1 0 0 0,-1 1-1 0 0,1 0 1 0 0,-1-1 0 0 0,1 1-1 0 0,-1 0 1 0 0,1 0-1 0 0,-1-1 1 0 0,0 1 0 0 0,0 0-1 0 0,1 0 1 0 0,-1 1 0 0 0,-1 1 93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49.928"/>
    </inkml:context>
    <inkml:brush xml:id="br0">
      <inkml:brushProperty name="width" value="0.1" units="cm"/>
      <inkml:brushProperty name="height" value="0.1" units="cm"/>
      <inkml:brushProperty name="color" value="#E71224"/>
    </inkml:brush>
  </inkml:definitions>
  <inkml:trace contextRef="#ctx0" brushRef="#br0">31 48 14283 0 0,'4'-1'181'0'0,"1"0"-1"0"0,-1-1 1 0 0,0 1 0 0 0,0-1 0 0 0,0 0-1 0 0,0 0 1 0 0,0 0 0 0 0,0 0-1 0 0,0-1 1 0 0,-1 1 0 0 0,1-1-1 0 0,4-5 1 0 0,13-9-1018 0 0,-54 48-10054 0 0,22-19 10900 0 0,2 0 0 0 0,0 1 0 0 0,0 1 0 0 0,1-1 0 0 0,-11 28 0 0 0,17-35-33 0 0,0 1-1 0 0,1 0 1 0 0,-1 0-1 0 0,1 0 1 0 0,0-1-1 0 0,1 1 1 0 0,0 0-1 0 0,0 0 1 0 0,2 12-1 0 0,-2-17 93 0 0,0 1 0 0 0,1-1 0 0 0,-1 0 0 0 0,1 0 0 0 0,0 0 0 0 0,0 0 0 0 0,-1 0 0 0 0,1 0 0 0 0,1 0 0 0 0,-1 0 0 0 0,0-1-1 0 0,0 1 1 0 0,1 0 0 0 0,-1-1 0 0 0,1 1 0 0 0,-1-1 0 0 0,1 1 0 0 0,0-1 0 0 0,-1 0 0 0 0,1 1 0 0 0,0-1 0 0 0,0 0 0 0 0,0 0 0 0 0,0-1 0 0 0,0 1-1 0 0,0 0 1 0 0,0-1 0 0 0,0 1 0 0 0,0-1 0 0 0,1 1 0 0 0,-1-1 0 0 0,0 0 0 0 0,0 0 0 0 0,4-1 0 0 0,9-1 659 0 0,0-4-479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50.176"/>
    </inkml:context>
    <inkml:brush xml:id="br0">
      <inkml:brushProperty name="width" value="0.1" units="cm"/>
      <inkml:brushProperty name="height" value="0.1" units="cm"/>
      <inkml:brushProperty name="color" value="#E71224"/>
    </inkml:brush>
  </inkml:definitions>
  <inkml:trace contextRef="#ctx0" brushRef="#br0">1 79 11979 0 0,'5'0'358'0'0,"1"-1"1"0"0,0 1 0 0 0,-1-2-1 0 0,1 1 1 0 0,-1-1 0 0 0,1 0-1 0 0,-1 0 1 0 0,0 0 0 0 0,8-5-1 0 0,5-4 1543 0 0,20-16-1 0 0,-24 16-1735 0 0,0 0-1074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50.329"/>
    </inkml:context>
    <inkml:brush xml:id="br0">
      <inkml:brushProperty name="width" value="0.1" units="cm"/>
      <inkml:brushProperty name="height" value="0.1" units="cm"/>
      <inkml:brushProperty name="color" value="#E71224"/>
    </inkml:brush>
  </inkml:definitions>
  <inkml:trace contextRef="#ctx0" brushRef="#br0">1 145 10138 0 0,'12'-2'448'0'0,"-7"0"96"0"0,2 0-440 0 0,0-1-104 0 0,-1 1 0 0 0,-3-1 0 0 0,4-1 336 0 0,4-3 49 0 0,5-3-1 0 0,1-6 8 0 0,3 0-672 0 0,-3-2-136 0 0,-1 2-25 0 0,-4 1-7 0 0,-1 0 336 0 0,-6 1 112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50.438"/>
    </inkml:context>
    <inkml:brush xml:id="br0">
      <inkml:brushProperty name="width" value="0.1" units="cm"/>
      <inkml:brushProperty name="height" value="0.1" units="cm"/>
      <inkml:brushProperty name="color" value="#E71224"/>
    </inkml:brush>
  </inkml:definitions>
  <inkml:trace contextRef="#ctx0" brushRef="#br0">81 0 11058 0 0,'-7'18'488'0'0,"2"-7"105"0"0,1-1-473 0 0,1 1-120 0 0,1-4 0 0 0,0-2 0 0 0,0 4 160 0 0,-1 5 16 0 0,-2 9 0 0 0,-2 5 0 0 0,-1 2-840 0 0,1-2-169 0 0,0-2-31 0 0,-1-4 0 0 0,-3-1 720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50.779"/>
    </inkml:context>
    <inkml:brush xml:id="br0">
      <inkml:brushProperty name="width" value="0.1" units="cm"/>
      <inkml:brushProperty name="height" value="0.1" units="cm"/>
      <inkml:brushProperty name="color" value="#E71224"/>
    </inkml:brush>
  </inkml:definitions>
  <inkml:trace contextRef="#ctx0" brushRef="#br0">148 1 12443 0 0,'-18'110'3403'0'0,"-5"25"-1840"0"0,18-112-1892 0 0,-2 1 0 0 0,-1-1 0 0 0,-16 34 0 0 0,24-56 325 0 0,-18 30-1998 0 0,17-29 1830 0 0,0 0-1 0 0,-1-1 1 0 0,1 1-1 0 0,0-1 1 0 0,-1 1-1 0 0,1-1 1 0 0,-1 0 0 0 0,1 0-1 0 0,-1 1 1 0 0,0-1-1 0 0,1 0 1 0 0,-1 0-1 0 0,0-1 1 0 0,0 1 0 0 0,1 0-1 0 0,-4 0 1 0 0,5-1 168 0 0,-1 0 0 0 0,1 0 0 0 0,-1 0 0 0 0,0 0 0 0 0,1 0 0 0 0,-1 0 0 0 0,1 0 1 0 0,-1-1-1 0 0,1 1 0 0 0,-1 0 0 0 0,1 0 0 0 0,-1 0 0 0 0,1-1 0 0 0,-1 1 0 0 0,1 0 0 0 0,-1-1 1 0 0,1 1-1 0 0,-1 0 0 0 0,1-1 0 0 0,0 1 0 0 0,-1-1 0 0 0,1 1 0 0 0,0 0 0 0 0,-1-2 0 0 0,-3-6 4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51.198"/>
    </inkml:context>
    <inkml:brush xml:id="br0">
      <inkml:brushProperty name="width" value="0.1" units="cm"/>
      <inkml:brushProperty name="height" value="0.1" units="cm"/>
      <inkml:brushProperty name="color" value="#E71224"/>
    </inkml:brush>
  </inkml:definitions>
  <inkml:trace contextRef="#ctx0" brushRef="#br0">1 152 3225 0 0,'2'1'697'0'0,"1"0"0"0"0,-1 0 0 0 0,1 0 0 0 0,-1 0 0 0 0,1-1 0 0 0,0 1 0 0 0,-1-1 0 0 0,1 0 0 0 0,0 1 0 0 0,-1-1 0 0 0,1-1 0 0 0,0 1 0 0 0,3-1 0 0 0,38-8 4380 0 0,-37 7-5607 0 0,26-8 1236 0 0,0-2 0 0 0,60-31-1 0 0,14-6-4598 0 0,-86 38 2099 0 0,-19 10 1749 0 0,-1 1-1 0 0,0-1 1 0 0,-1 0 0 0 0,1 0-1 0 0,0 0 1 0 0,0 1-1 0 0,0-1 1 0 0,0 0 0 0 0,-1 0-1 0 0,1 0 1 0 0,0 0-1 0 0,-1 0 1 0 0,1-1-1 0 0,-1 1 1 0 0,1 0 0 0 0,-1 0-1 0 0,1 0 1 0 0,-1-3 825 0 0,-1 10-488 0 0,-9 53 1517 0 0,2 0-1 0 0,-1 65 1 0 0,18 126-1046 0 0,16-30-668 0 0,-11-109-379 0 0,-13-102 152 0 0,0 4-430 0 0,-3-14 21 0 0,-4-7-240 0 0,-14-23-2184 0 0,7 7-2683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51.367"/>
    </inkml:context>
    <inkml:brush xml:id="br0">
      <inkml:brushProperty name="width" value="0.1" units="cm"/>
      <inkml:brushProperty name="height" value="0.1" units="cm"/>
      <inkml:brushProperty name="color" value="#E71224"/>
    </inkml:brush>
  </inkml:definitions>
  <inkml:trace contextRef="#ctx0" brushRef="#br0">1 0 13827 0 0,'6'4'495'0'0,"1"-1"1"0"0,-1 0-1 0 0,1 0 1 0 0,0 0-1 0 0,0-1 1 0 0,0 0-1 0 0,1-1 1 0 0,-1 0-1 0 0,13 1 1 0 0,10 2 373 0 0,-14-1-485 0 0,-11-3-379 0 0,0 0 0 0 0,0 1 0 0 0,-1 0 1 0 0,1 0-1 0 0,-1 0 0 0 0,1 0 0 0 0,0 1 1 0 0,-1 0-1 0 0,0 0 0 0 0,0 0 0 0 0,5 3 1 0 0,-29 4-8270 0 0,17-9 7678 0 0,-12 4-188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51.496"/>
    </inkml:context>
    <inkml:brush xml:id="br0">
      <inkml:brushProperty name="width" value="0.1" units="cm"/>
      <inkml:brushProperty name="height" value="0.1" units="cm"/>
      <inkml:brushProperty name="color" value="#E71224"/>
    </inkml:brush>
  </inkml:definitions>
  <inkml:trace contextRef="#ctx0" brushRef="#br0">1 88 11058 0 0,'4'2'739'0'0,"0"-1"0"0"0,0-1-1 0 0,0 1 1 0 0,0 0 0 0 0,0-1-1 0 0,4 0 1 0 0,19-1 514 0 0,-1-1 1 0 0,0-1 0 0 0,33-8-1 0 0,32-17-1506 0 0,-82 25-1713 0 0,1-2 1 0 0,-1 1 0 0 0,18-13-1 0 0,-4-2-2776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7:59.933"/>
    </inkml:context>
    <inkml:brush xml:id="br0">
      <inkml:brushProperty name="width" value="0.1" units="cm"/>
      <inkml:brushProperty name="height" value="0.1" units="cm"/>
      <inkml:brushProperty name="color" value="#FFFFFF"/>
    </inkml:brush>
  </inkml:definitions>
  <inkml:trace contextRef="#ctx0" brushRef="#br0">233 36 5985 0 0,'-9'-19'3226'0'0,"8"19"-3090"0"0,1-1 0 0 0,-1 1 0 0 0,1-1 0 0 0,0 1 0 0 0,0-1 0 0 0,-1 1 0 0 0,1-1 0 0 0,0 1 0 0 0,0-1 0 0 0,0 1 0 0 0,-1-1 0 0 0,1 1 0 0 0,0-1 0 0 0,0 0 0 0 0,0 1 0 0 0,0-1 0 0 0,0 1 0 0 0,0-1 0 0 0,0 1 0 0 0,0-1 0 0 0,1 0 0 0 0,-1 1 0 0 0,0-1 0 0 0,0 1 0 0 0,0-1 0 0 0,0 1 0 0 0,1-1 0 0 0,-1 0 0 0 0,1 1-53 0 0,0 1 0 0 0,-1-1 0 0 0,1 1 0 0 0,-1-1 1 0 0,1 1-1 0 0,-1-1 0 0 0,1 1 0 0 0,-1-1 0 0 0,0 1 1 0 0,1-1-1 0 0,-1 1 0 0 0,1 0 0 0 0,-1-1 0 0 0,0 1 0 0 0,0 0 1 0 0,1-1-1 0 0,-1 1 0 0 0,0 0 0 0 0,0-1 0 0 0,0 1 0 0 0,0 1 1 0 0,3 16 950 0 0,-3-3-417 0 0,0 1-1 0 0,-1-1 0 0 0,-1 1 0 0 0,0-1 1 0 0,-1 0-1 0 0,0 0 0 0 0,-11 27 0 0 0,-49 96 398 0 0,49-112-960 0 0,-31 45 0 0 0,41-65-436 0 0,-1 1-1 0 0,-1-1 0 0 0,1 0 0 0 0,-1 0 1 0 0,-1 0-1 0 0,1-1 0 0 0,-1 0 0 0 0,1 0 1 0 0,-1-1-1 0 0,-1 1 0 0 0,-10 3 0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0.196"/>
    </inkml:context>
    <inkml:brush xml:id="br0">
      <inkml:brushProperty name="width" value="0.1" units="cm"/>
      <inkml:brushProperty name="height" value="0.1" units="cm"/>
      <inkml:brushProperty name="color" value="#FFFFFF"/>
    </inkml:brush>
  </inkml:definitions>
  <inkml:trace contextRef="#ctx0" brushRef="#br0">0 14 5409 0 0,'1'1'40'0'0,"0"0"0"0"0,0 0 0 0 0,0 0 0 0 0,0-1 0 0 0,0 1 0 0 0,0 0 0 0 0,0-1 0 0 0,0 1 0 0 0,0 0 0 0 0,1-1 0 0 0,-1 0 0 0 0,0 1 0 0 0,0-1 0 0 0,0 0 0 0 0,1 1 0 0 0,-1-1 0 0 0,3 0 0 0 0,28 1 1032 0 0,-22-1-274 0 0,33 0 860 0 0,0-3 0 0 0,47-8 0 0 0,-20 2-1309 0 0,-70 9-385 0 0,29-1-77 0 0,-28 1-51 0 0,0 0-1 0 0,0 0 1 0 0,-1 0-1 0 0,1 0 0 0 0,0 0 1 0 0,0 0-1 0 0,-1 0 1 0 0,1 0-1 0 0,0 0 0 0 0,0 0 1 0 0,-1 1-1 0 0,1-1 1 0 0,0 0-1 0 0,0 1 0 0 0,-1-1 1 0 0,1 0-1 0 0,-1 1 1 0 0,1-1-1 0 0,0 1 0 0 0,-1-1 1 0 0,1 1-1 0 0,-1-1 1 0 0,1 1-1 0 0,-1-1 0 0 0,1 1 1 0 0,-1 0-1 0 0,1-1 1 0 0,-1 1-1 0 0,0 0 0 0 0,1-1 1 0 0,-1 1-1 0 0,0 1 1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0.398"/>
    </inkml:context>
    <inkml:brush xml:id="br0">
      <inkml:brushProperty name="width" value="0.1" units="cm"/>
      <inkml:brushProperty name="height" value="0.1" units="cm"/>
      <inkml:brushProperty name="color" value="#FFFFFF"/>
    </inkml:brush>
  </inkml:definitions>
  <inkml:trace contextRef="#ctx0" brushRef="#br0">0 25 10594 0 0,'1'1'61'0'0,"-1"-1"1"0"0,0 0-1 0 0,0 1 0 0 0,1-1 0 0 0,-1 1 0 0 0,0-1 1 0 0,1 1-1 0 0,-1-1 0 0 0,1 0 0 0 0,-1 1 0 0 0,0-1 1 0 0,1 0-1 0 0,-1 0 0 0 0,1 1 0 0 0,-1-1 0 0 0,1 0 1 0 0,-1 0-1 0 0,1 1 0 0 0,-1-1 0 0 0,1 0 1 0 0,-1 0-1 0 0,1 0 0 0 0,-1 0 0 0 0,1 0 0 0 0,-1 0 1 0 0,1 0-1 0 0,0 0 0 0 0,20 1 1435 0 0,-15 0-992 0 0,10-2 274 0 0,1 0 0 0 0,-1 0 0 0 0,0-2 0 0 0,0 0 0 0 0,15-5 0 0 0,-7 2-2100 0 0,29-4 1 0 0,-52 10 1048 0 0,0-1 1 0 0,0 1-1 0 0,0 0 1 0 0,-1 0-1 0 0,1 0 1 0 0,0 0-1 0 0,0 1 1 0 0,0-1-1 0 0,0 0 1 0 0,0 0-1 0 0,0 0 1 0 0,0 1-1 0 0,-1-1 1 0 0,1 0-1 0 0,0 1 1 0 0,0-1-1 0 0,1 2 1 0 0,1 8-4342 0 0,-3-9 4384 0 0,-1-1-1 0 0,1 1 0 0 0,0-1 1 0 0,0 1-1 0 0,-1 1-461 0 0,-3 7-92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0.924"/>
    </inkml:context>
    <inkml:brush xml:id="br0">
      <inkml:brushProperty name="width" value="0.1" units="cm"/>
      <inkml:brushProperty name="height" value="0.1" units="cm"/>
      <inkml:brushProperty name="color" value="#FFFFFF"/>
    </inkml:brush>
  </inkml:definitions>
  <inkml:trace contextRef="#ctx0" brushRef="#br0">2 119 6913 0 0,'-1'1'41'0'0,"1"-1"-1"0"0,0 0 0 0 0,0 0 0 0 0,0 1 0 0 0,0-1 0 0 0,0 0 0 0 0,0 0 1 0 0,-1 1-1 0 0,1-1 0 0 0,0 0 0 0 0,0 0 0 0 0,0 1 0 0 0,0-1 0 0 0,0 0 1 0 0,0 1-1 0 0,0-1 0 0 0,0 0 0 0 0,0 0 0 0 0,0 1 0 0 0,0-1 0 0 0,1 0 1 0 0,-1 0-1 0 0,0 1 0 0 0,0-1 0 0 0,0 0 0 0 0,0 0 0 0 0,0 1 0 0 0,0-1 1 0 0,1 0-1 0 0,-1 0 0 0 0,0 1 0 0 0,0-1 0 0 0,0 0 0 0 0,0 0 0 0 0,1 0 1 0 0,-1 0-1 0 0,0 1 0 0 0,0-1 0 0 0,1 0 0 0 0,10 8 697 0 0,-9-8-619 0 0,9 6 149 0 0,0-1-1 0 0,0-1 1 0 0,1 0-1 0 0,-1-1 1 0 0,1 0-1 0 0,0-1 1 0 0,0 0 0 0 0,0-1-1 0 0,0 0 1 0 0,0-1-1 0 0,22-2 1 0 0,1-2-568 0 0,0-2 0 0 0,61-18 0 0 0,-93 23 286 0 0,15-4 589 0 0,0-1 1 0 0,30-15-1 0 0,-43 18-443 0 0,0 1-1 0 0,0-1 0 0 0,-1-1 0 0 0,1 1 0 0 0,-1 0 1 0 0,0-1-1 0 0,0 0 0 0 0,-1 0 0 0 0,1-1 0 0 0,-1 1 1 0 0,1 0-1 0 0,-2-1 0 0 0,1 0 0 0 0,3-6 0 0 0,-5 8-84 0 0,0-2-69 0 0,1 1 0 0 0,0 0 1 0 0,0 0-1 0 0,0 0 0 0 0,5-7 1 0 0,-6 11 31 0 0,0 1 0 0 0,-1-1 0 0 0,1 0 0 0 0,-1 0 0 0 0,1 1 1 0 0,-1-1-1 0 0,0 0 0 0 0,1 1 0 0 0,-1-1 0 0 0,1 1 0 0 0,-1-1 1 0 0,0 1-1 0 0,1-1 0 0 0,-1 1 0 0 0,0-1 0 0 0,1 1 1 0 0,-1-1-1 0 0,0 1 0 0 0,0-1 0 0 0,1 1 0 0 0,-1 0 0 0 0,7 14 438 0 0,-4-3-118 0 0,0 1 0 0 0,0-1 0 0 0,-2 1 1 0 0,1 0-1 0 0,-2 0 0 0 0,0 16 0 0 0,-3-9-163 0 0,0-1-1 0 0,-8 23 1 0 0,-3 16 137 0 0,9-17-272 0 0,2 0-1 0 0,2 0 0 0 0,2 0 0 0 0,1 0 0 0 0,2 0 0 0 0,19 77 0 0 0,-16-89 42 0 0,2-1-1 0 0,0-1 1 0 0,2 0-1 0 0,19 34 1 0 0,-22-47 11 0 0,0 0 0 0 0,1 0 0 0 0,1-1 0 0 0,0 0 0 0 0,1-1 0 0 0,1 0 0 0 0,-1-1 0 0 0,2 0 0 0 0,15 11 0 0 0,-23-19-55 0 0,0-1-1 0 0,0 1 1 0 0,0-1-1 0 0,0 1 1 0 0,0-2-1 0 0,0 1 1 0 0,1 0-1 0 0,-1-1 1 0 0,1 0-1 0 0,-1 0 1 0 0,1-1-1 0 0,-1 0 1 0 0,1 0-1 0 0,7 0 1 0 0,-10-1-12 0 0,1 0 1 0 0,-1 0 0 0 0,1 0-1 0 0,-1 0 1 0 0,0-1 0 0 0,1 1-1 0 0,-1-1 1 0 0,0 0 0 0 0,0 0-1 0 0,0 0 1 0 0,0 0 0 0 0,-1 0-1 0 0,1-1 1 0 0,-1 1 0 0 0,1-1-1 0 0,-1 0 1 0 0,0 0 0 0 0,0 0-1 0 0,0 0 1 0 0,0 0 0 0 0,0 0-1 0 0,-1 0 1 0 0,2-4 0 0 0,2-8-6 0 0,-1 1 0 0 0,-1-1 0 0 0,0 0 1 0 0,0 0-1 0 0,0-28 0 0 0,-4 9-1360 0 0,-6-50-1 0 0,2 50-5388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1.249"/>
    </inkml:context>
    <inkml:brush xml:id="br0">
      <inkml:brushProperty name="width" value="0.1" units="cm"/>
      <inkml:brushProperty name="height" value="0.1" units="cm"/>
      <inkml:brushProperty name="color" value="#FFFFFF"/>
    </inkml:brush>
  </inkml:definitions>
  <inkml:trace contextRef="#ctx0" brushRef="#br0">0 0 9218 0 0,'11'10'811'0'0,"-1"-2"1"0"0,1 0 0 0 0,0 0-1 0 0,1-1 1 0 0,0 0-1 0 0,0-1 1 0 0,17 7-1 0 0,-13-7-708 0 0,1-1 1 0 0,0-1-1 0 0,0 0 0 0 0,0-1 1 0 0,23 1-1 0 0,-23-4-1632 0 0,0-1 0 0 0,-1-1-1 0 0,20-4 1 0 0,-32 5 1205 0 0,19-2-1851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1.372"/>
    </inkml:context>
    <inkml:brush xml:id="br0">
      <inkml:brushProperty name="width" value="0.1" units="cm"/>
      <inkml:brushProperty name="height" value="0.1" units="cm"/>
      <inkml:brushProperty name="color" value="#FFFFFF"/>
    </inkml:brush>
  </inkml:definitions>
  <inkml:trace contextRef="#ctx0" brushRef="#br0">168 0 4609 0 0,'-14'9'200'0'0,"5"-4"48"0"0,0 0-248 0 0,2 1 0 0 0,2-3 0 0 0,-1 1 0 0 0,-1-1-168 0 0,-3 4-88 0 0,-8 4-8 0 0,-5 1-8 0 0,-5 4 272 0 0,-4-2-64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1.512"/>
    </inkml:context>
    <inkml:brush xml:id="br0">
      <inkml:brushProperty name="width" value="0.1" units="cm"/>
      <inkml:brushProperty name="height" value="0.1" units="cm"/>
      <inkml:brushProperty name="color" value="#FFFFFF"/>
    </inkml:brush>
  </inkml:definitions>
  <inkml:trace contextRef="#ctx0" brushRef="#br0">1 85 13363 0 0,'43'-1'2076'0'0,"47"-6"1"0"0,-69 4-1993 0 0,-1-1 1 0 0,0-1-1 0 0,0 0 1 0 0,27-13-1 0 0,-43 17-354 0 0,-1 0 0 0 0,0-1 0 0 0,0 1 0 0 0,-1-1-1 0 0,1 0 1 0 0,0 0 0 0 0,-1 0 0 0 0,1 0-1 0 0,-1-1 1 0 0,1 1 0 0 0,-1-1 0 0 0,0 1-1 0 0,2-5 1 0 0,0-3 230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1.696"/>
    </inkml:context>
    <inkml:brush xml:id="br0">
      <inkml:brushProperty name="width" value="0.1" units="cm"/>
      <inkml:brushProperty name="height" value="0.1" units="cm"/>
      <inkml:brushProperty name="color" value="#FFFFFF"/>
    </inkml:brush>
  </inkml:definitions>
  <inkml:trace contextRef="#ctx0" brushRef="#br0">82 0 9994 0 0,'-5'11'288'0'0,"1"1"0"0"0,0-1 0 0 0,0 1 0 0 0,-3 22 0 0 0,-2 51 1368 0 0,5-34-359 0 0,-40 528 2116 0 0,43-555-4847 0 0,2-5-4474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1.883"/>
    </inkml:context>
    <inkml:brush xml:id="br0">
      <inkml:brushProperty name="width" value="0.1" units="cm"/>
      <inkml:brushProperty name="height" value="0.1" units="cm"/>
      <inkml:brushProperty name="color" value="#FFFFFF"/>
    </inkml:brush>
  </inkml:definitions>
  <inkml:trace contextRef="#ctx0" brushRef="#br0">443 0 15667 0 0,'-18'12'761'0'0,"0"1"0"0"0,1 1 0 0 0,1 0 0 0 0,1 1 0 0 0,0 1 0 0 0,-15 20 0 0 0,-4 3-409 0 0,26-30-254 0 0,-88 89 480 0 0,85-89-1020 0 0,0 1 0 0 0,-1-2 0 0 0,0 0 0 0 0,0 0 0 0 0,-1-1 0 0 0,0 0 1 0 0,-18 6-1 0 0,26-12-325 0 0,0 1 1 0 0,0-1 0 0 0,-1-1 0 0 0,1 1-1 0 0,0-1 1 0 0,-9 0 0 0 0,-1-1-1155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2.037"/>
    </inkml:context>
    <inkml:brush xml:id="br0">
      <inkml:brushProperty name="width" value="0.1" units="cm"/>
      <inkml:brushProperty name="height" value="0.1" units="cm"/>
      <inkml:brushProperty name="color" value="#FFFFFF"/>
    </inkml:brush>
  </inkml:definitions>
  <inkml:trace contextRef="#ctx0" brushRef="#br0">1 0 16131 0 0,'7'1'377'0'0,"1"1"0"0"0,0 0 0 0 0,-1 0 0 0 0,1 1 0 0 0,-1-1 0 0 0,0 2 0 0 0,0-1 0 0 0,0 1 0 0 0,7 5 0 0 0,15 7 553 0 0,38 14 119 0 0,42 22-3011 0 0,-94-43 1752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2.583"/>
    </inkml:context>
    <inkml:brush xml:id="br0">
      <inkml:brushProperty name="width" value="0.1" units="cm"/>
      <inkml:brushProperty name="height" value="0.1" units="cm"/>
      <inkml:brushProperty name="color" value="#FFFFFF"/>
    </inkml:brush>
  </inkml:definitions>
  <inkml:trace contextRef="#ctx0" brushRef="#br0">21 0 4145 0 0,'-3'8'637'0'0,"0"0"1"0"0,1 0-1 0 0,0 0 0 0 0,0 0 1 0 0,0 0-1 0 0,1 0 0 0 0,0 0 1 0 0,1 1-1 0 0,1 10 0 0 0,-2 215 3102 0 0,-3 121-3169 0 0,3-272-928 0 0,1-50-4033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2.877"/>
    </inkml:context>
    <inkml:brush xml:id="br0">
      <inkml:brushProperty name="width" value="0.1" units="cm"/>
      <inkml:brushProperty name="height" value="0.1" units="cm"/>
      <inkml:brushProperty name="color" value="#FFFFFF"/>
    </inkml:brush>
  </inkml:definitions>
  <inkml:trace contextRef="#ctx0" brushRef="#br0">0 30 10594 0 0,'1'1'114'0'0,"0"0"1"0"0,-1 0-1 0 0,1 0 0 0 0,-1 0 0 0 0,1-1 0 0 0,0 1 0 0 0,0 0 1 0 0,0 0-1 0 0,-1-1 0 0 0,1 1 0 0 0,0 0 0 0 0,0-1 1 0 0,0 1-1 0 0,0-1 0 0 0,0 1 0 0 0,0-1 0 0 0,0 0 0 0 0,0 1 1 0 0,0-1-1 0 0,2 0 0 0 0,26 8 820 0 0,-28-8-780 0 0,12 2 38 0 0,-1 0-1 0 0,0-1 0 0 0,1-1 1 0 0,-1 0-1 0 0,1-1 0 0 0,18-2 0 0 0,71-23 1626 0 0,-10 2-1025 0 0,-88 23-705 0 0,-1 1 1 0 0,1-1-1 0 0,0 1 1 0 0,0 0-1 0 0,0 0 1 0 0,-1 0-1 0 0,1 1 1 0 0,0-1-1 0 0,0 1 1 0 0,-1 0-1 0 0,1 0 1 0 0,-1 0-1 0 0,7 3 0 0 0,-9-3-44 0 0,1 0-1 0 0,-1 0 0 0 0,1 0 0 0 0,-1 0 0 0 0,0 1 0 0 0,1-1 0 0 0,-1 0 0 0 0,0 1 0 0 0,0-1 0 0 0,0 1 0 0 0,0-1 0 0 0,0 1 1 0 0,0 0-1 0 0,-1-1 0 0 0,1 1 0 0 0,0 0 0 0 0,-1 0 0 0 0,1-1 0 0 0,-1 1 0 0 0,0 0 0 0 0,0 0 0 0 0,1 0 0 0 0,-1-1 1 0 0,-1 1-1 0 0,1 0 0 0 0,0 0 0 0 0,0 0 0 0 0,-1-1 0 0 0,0 4 0 0 0,0 2-226 0 0,-1 0 0 0 0,0 0 0 0 0,0 0 0 0 0,-1-1 0 0 0,-5 10 0 0 0,2-5-783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3.066"/>
    </inkml:context>
    <inkml:brush xml:id="br0">
      <inkml:brushProperty name="width" value="0.1" units="cm"/>
      <inkml:brushProperty name="height" value="0.1" units="cm"/>
      <inkml:brushProperty name="color" value="#FFFFFF"/>
    </inkml:brush>
  </inkml:definitions>
  <inkml:trace contextRef="#ctx0" brushRef="#br0">1 1 14283 0 0,'5'1'632'0'0,"-1"1"136"0"0,1 2-616 0 0,0-2-152 0 0,-1-1 0 0 0,-1-1 0 0 0,3 2 496 0 0,4 0 73 0 0,4 1 7 0 0,4 1 8 0 0,1 1-384 0 0,-3-1-72 0 0,-2-1-24 0 0,-3-1 0 0 0,-1 1-1464 0 0,-4 1-297 0 0,-5 1-55 0 0,-1 1-16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3.205"/>
    </inkml:context>
    <inkml:brush xml:id="br0">
      <inkml:brushProperty name="width" value="0.1" units="cm"/>
      <inkml:brushProperty name="height" value="0.1" units="cm"/>
      <inkml:brushProperty name="color" value="#FFFFFF"/>
    </inkml:brush>
  </inkml:definitions>
  <inkml:trace contextRef="#ctx0" brushRef="#br0">1 101 3225 0 0,'7'-3'288'0'0,"-2"1"-288"0"0,0 2 0 0 0,1-2 0 0 0,-3 0 1072 0 0,2 0 160 0 0,2-1 33 0 0,4-1 7 0 0,7-3-728 0 0,4-3-136 0 0,3-1-32 0 0,-2-3-8 0 0,2 0-296 0 0,-8 0-72 0 0,1 2 0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3.529"/>
    </inkml:context>
    <inkml:brush xml:id="br0">
      <inkml:brushProperty name="width" value="0.1" units="cm"/>
      <inkml:brushProperty name="height" value="0.1" units="cm"/>
      <inkml:brushProperty name="color" value="#FFFFFF"/>
    </inkml:brush>
  </inkml:definitions>
  <inkml:trace contextRef="#ctx0" brushRef="#br0">34 1 9674 0 0,'-11'14'424'0'0,"6"-6"96"0"0,0 1-416 0 0,1-2-104 0 0,3-1 0 0 0,1-3 0 0 0,0 2 104 0 0,-2 6 0 0 0,0 5 0 0 0,0 3 0 0 0,1 0-1000 0 0,1-3-192 0 0,1-3-48 0 0,1-5-9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3.962"/>
    </inkml:context>
    <inkml:brush xml:id="br0">
      <inkml:brushProperty name="width" value="0.1" units="cm"/>
      <inkml:brushProperty name="height" value="0.1" units="cm"/>
      <inkml:brushProperty name="color" value="#FFFFFF"/>
    </inkml:brush>
  </inkml:definitions>
  <inkml:trace contextRef="#ctx0" brushRef="#br0">1 108 16588 0 0,'1'-1'444'0'0,"1"-1"1"0"0,0 1-1 0 0,0-1 1 0 0,1 1-1 0 0,-1 0 1 0 0,0 0-1 0 0,0 0 1 0 0,1 0-1 0 0,2 0 1 0 0,5-3 225 0 0,25-11 168 0 0,0 1 0 0 0,67-15 0 0 0,79-1-4295 0 0,-176 30 3150 0 0,3-2-876 0 0,0 2 0 0 0,0-1 0 0 0,0 1 0 0 0,0 0 0 0 0,0 0 0 0 0,14 4 0 0 0,-22-4 1224 0 0,1 0 0 0 0,-1 0 0 0 0,0 0 1 0 0,0 0-1 0 0,0 1 0 0 0,1-1 0 0 0,-1 0 0 0 0,0 0 0 0 0,0 1 0 0 0,0-1 0 0 0,0 0 1 0 0,0 0-1 0 0,1 1 0 0 0,-1-1 0 0 0,0 0 0 0 0,0 1 0 0 0,0-1 0 0 0,0 0 1 0 0,0 0-1 0 0,0 1 0 0 0,0-1 0 0 0,0 0 0 0 0,0 0 0 0 0,0 1 0 0 0,0-1 1 0 0,0 0-1 0 0,0 1 0 0 0,0-1 0 0 0,0 0 0 0 0,-1 0 0 0 0,1 1 0 0 0,0-1 1 0 0,0 0-1 0 0,0 0 0 0 0,0 1 0 0 0,0-1 0 0 0,-1 0 0 0 0,1 0 0 0 0,0 1 1 0 0,0-1-1 0 0,-1 0 0 0 0,-2 9 3165 0 0,-8 28-2621 0 0,2 1 1 0 0,2 0-1 0 0,1 0 0 0 0,0 40 0 0 0,4 2 117 0 0,8 79 1 0 0,53 358 452 0 0,-38-347-962 0 0,-20-165-163 0 0,0-2-13 0 0,-1 0 0 0 0,1 0 0 0 0,-1 0 0 0 0,0 0 0 0 0,1 0 0 0 0,-2 0 0 0 0,1-1 0 0 0,0 1 0 0 0,0 0 0 0 0,-1 0 0 0 0,0 0 0 0 0,-1 5 0 0 0,1-8-14 0 0,1 0 1 0 0,0 0 0 0 0,-1 1 0 0 0,1-1-1 0 0,0 0 1 0 0,0 0 0 0 0,-1 0-1 0 0,1 0 1 0 0,-1 0 0 0 0,1 1 0 0 0,0-1-1 0 0,-1 0 1 0 0,1 0 0 0 0,0 0 0 0 0,-1 0-1 0 0,1 0 1 0 0,0 0 0 0 0,-1 0-1 0 0,1 0 1 0 0,0-1 0 0 0,-1 1 0 0 0,1 0-1 0 0,0 0 1 0 0,-1 0 0 0 0,1 0 0 0 0,0 0-1 0 0,-1 0 1 0 0,1-1 0 0 0,0 1-1 0 0,-1 0 1 0 0,1 0 0 0 0,0-1 0 0 0,0 1-1 0 0,-1 0 1 0 0,1 0 0 0 0,0-1 0 0 0,-1 1-1 0 0,-10-13 97 0 0,-25-38-3224 0 0,-34-68 0 0 0,66 112 2628 0 0,-20-35-6611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4.164"/>
    </inkml:context>
    <inkml:brush xml:id="br0">
      <inkml:brushProperty name="width" value="0.1" units="cm"/>
      <inkml:brushProperty name="height" value="0.1" units="cm"/>
      <inkml:brushProperty name="color" value="#FFFFFF"/>
    </inkml:brush>
  </inkml:definitions>
  <inkml:trace contextRef="#ctx0" brushRef="#br0">0 0 11170 0 0,'3'3'275'0'0,"0"0"-1"0"0,0-1 1 0 0,0 1-1 0 0,1-1 1 0 0,-1 1-1 0 0,0-1 0 0 0,1 0 1 0 0,-1-1-1 0 0,1 1 1 0 0,0-1-1 0 0,0 1 1 0 0,-1-1-1 0 0,1 0 0 0 0,6 0 1 0 0,17 7 2132 0 0,-6-1-1698 0 0,-16-6-1213 0 0,0 1 0 0 0,0-1 0 0 0,0 1 0 0 0,8 4 0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4.293"/>
    </inkml:context>
    <inkml:brush xml:id="br0">
      <inkml:brushProperty name="width" value="0.1" units="cm"/>
      <inkml:brushProperty name="height" value="0.1" units="cm"/>
      <inkml:brushProperty name="color" value="#FFFFFF"/>
    </inkml:brush>
  </inkml:definitions>
  <inkml:trace contextRef="#ctx0" brushRef="#br0">1 0 5985 0 0,'11'5'761'0'0,"0"-2"1"0"0,0 0-1 0 0,0 0 0 0 0,1-1 0 0 0,-1 0 0 0 0,19 0 0 0 0,8 1 505 0 0,-25-1-628 0 0,44 7-1079 0 0,-51-7 147 0 0,0-1 1 0 0,0 1-1 0 0,-1 0 1 0 0,1 0-1 0 0,-1 1 1 0 0,1-1-1 0 0,4 5 1 0 0,-6-2 246 0 0,-6 1-20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4.492"/>
    </inkml:context>
    <inkml:brush xml:id="br0">
      <inkml:brushProperty name="width" value="0.1" units="cm"/>
      <inkml:brushProperty name="height" value="0.1" units="cm"/>
      <inkml:brushProperty name="color" value="#FFFFFF"/>
    </inkml:brush>
  </inkml:definitions>
  <inkml:trace contextRef="#ctx0" brushRef="#br0">319 0 13827 0 0,'-3'1'166'0'0,"0"-1"0"0"0,1 1 1 0 0,-1-1-1 0 0,1 1 0 0 0,-1 0 0 0 0,0 0 0 0 0,1 0 1 0 0,0 1-1 0 0,-1-1 0 0 0,1 0 0 0 0,0 1 0 0 0,-1 0 0 0 0,1-1 1 0 0,0 1-1 0 0,0 0 0 0 0,1 0 0 0 0,-1 0 0 0 0,0 0 1 0 0,1 1-1 0 0,-2 2 0 0 0,-59 92 2145 0 0,-5 7-3021 0 0,59-93 105 0 0,-1 0 0 0 0,-1 0 0 0 0,0-1 0 0 0,0 0 0 0 0,-1-1 0 0 0,-18 12 0 0 0,26-19 568 0 0,0 0 1 0 0,0-1-1 0 0,0 1 0 0 0,-1-1 0 0 0,1 0 0 0 0,-1 1 0 0 0,1-1 1 0 0,-1-1-1 0 0,-3 2 0 0 0,-11-2 37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4.661"/>
    </inkml:context>
    <inkml:brush xml:id="br0">
      <inkml:brushProperty name="width" value="0.1" units="cm"/>
      <inkml:brushProperty name="height" value="0.1" units="cm"/>
      <inkml:brushProperty name="color" value="#FFFFFF"/>
    </inkml:brush>
  </inkml:definitions>
  <inkml:trace contextRef="#ctx0" brushRef="#br0">74 0 12443 0 0,'-4'148'5311'0'0,"-9"-1"-4680"0"0,11-131-1493 0 0,0-1 0 0 0,-2 0-1 0 0,-8 24 1 0 0,9-30-469 0 0,-1 0 0 0 0,-1-1 0 0 0,1 1 1 0 0,-7 7-1 0 0,1-3-1198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4.846"/>
    </inkml:context>
    <inkml:brush xml:id="br0">
      <inkml:brushProperty name="width" value="0.1" units="cm"/>
      <inkml:brushProperty name="height" value="0.1" units="cm"/>
      <inkml:brushProperty name="color" value="#FFFFFF"/>
    </inkml:brush>
  </inkml:definitions>
  <inkml:trace contextRef="#ctx0" brushRef="#br0">1 178 15203 0 0,'86'-20'3790'0'0,"-60"13"-3500"0"0,-6 2-197 0 0,0-1 1 0 0,-1-1 0 0 0,0 0-1 0 0,0-2 1 0 0,26-15-1 0 0,-42 23-410 0 0,-1-1-1 0 0,0 0 1 0 0,0 0-1 0 0,0 0 1 0 0,0 0-1 0 0,0 0 1 0 0,0 0-1 0 0,0 0 1 0 0,0-1-1 0 0,-1 1 1 0 0,0-1-1 0 0,1 0 1 0 0,-1 1-1 0 0,0-1 1 0 0,0 0-1 0 0,0 1 1 0 0,-1-1-1 0 0,1 0 1 0 0,-1 0-1 0 0,1 0 1 0 0,-1 0-1 0 0,0 0 1 0 0,0 0-1 0 0,0 1 1 0 0,-1-1-1 0 0,1 0 1 0 0,-1 0-1 0 0,-1-4 1 0 0,-3-9-358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5.018"/>
    </inkml:context>
    <inkml:brush xml:id="br0">
      <inkml:brushProperty name="width" value="0.1" units="cm"/>
      <inkml:brushProperty name="height" value="0.1" units="cm"/>
      <inkml:brushProperty name="color" value="#FFFFFF"/>
    </inkml:brush>
  </inkml:definitions>
  <inkml:trace contextRef="#ctx0" brushRef="#br0">0 0 6449 0 0,'2'24'1234'0'0,"1"0"0"0"0,1 0-1 0 0,2 0 1 0 0,0-1-1 0 0,15 36 1 0 0,-11-30-814 0 0,57 140 3361 0 0,-51-135-3021 0 0,2-1 1 0 0,40 57 0 0 0,-53-84-724 0 0,0 0 1 0 0,0 0 0 0 0,1-1-1 0 0,-1 1 1 0 0,1-1 0 0 0,8 5 0 0 0,-13-9-60 0 0,0-1 0 0 0,0 1 0 0 0,0 0 0 0 0,1-1 0 0 0,-1 1 1 0 0,0-1-1 0 0,0 1 0 0 0,0-1 0 0 0,0 1 0 0 0,1-1 0 0 0,-1 0 0 0 0,0 0 1 0 0,0 0-1 0 0,1 1 0 0 0,-1-1 0 0 0,0 0 0 0 0,0-1 0 0 0,1 1 1 0 0,-1 0-1 0 0,0 0 0 0 0,0 0 0 0 0,0-1 0 0 0,1 1 0 0 0,-1-1 0 0 0,0 1 1 0 0,0-1-1 0 0,0 1 0 0 0,0-1 0 0 0,0 0 0 0 0,0 1 0 0 0,0-1 1 0 0,0 0-1 0 0,0 0 0 0 0,0 0 0 0 0,0 0 0 0 0,0 0 0 0 0,-1 0 0 0 0,1 0 1 0 0,0 0-1 0 0,-1 0 0 0 0,1 0 0 0 0,-1 0 0 0 0,1 0 0 0 0,-1-1 1 0 0,1 1-1 0 0,-1-2 0 0 0,5-16-554 0 0,-1-2-711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05.237"/>
    </inkml:context>
    <inkml:brush xml:id="br0">
      <inkml:brushProperty name="width" value="0.1" units="cm"/>
      <inkml:brushProperty name="height" value="0.1" units="cm"/>
      <inkml:brushProperty name="color" value="#FFFFFF"/>
    </inkml:brush>
  </inkml:definitions>
  <inkml:trace contextRef="#ctx0" brushRef="#br0">239 0 6449 0 0,'0'2'129'0'0,"1"0"-1"0"0,0 0 0 0 0,0 0 1 0 0,0-1-1 0 0,0 1 0 0 0,0 0 1 0 0,1-1-1 0 0,-1 1 0 0 0,0-1 0 0 0,1 1 1 0 0,0-1-1 0 0,-1 0 0 0 0,1 1 1 0 0,2 0-1 0 0,4 4 71 0 0,80 62 318 0 0,-87-67-520 0 0,0 0 0 0 0,-1 0-1 0 0,1-1 1 0 0,0 1 0 0 0,-1 0 0 0 0,1 0-1 0 0,0 0 1 0 0,-1 0 0 0 0,1 0 0 0 0,-1 0 0 0 0,0 1-1 0 0,1-1 1 0 0,-1 0 0 0 0,0 0 0 0 0,1 0 0 0 0,-1 0-1 0 0,0 0 1 0 0,0 0 0 0 0,0 1 0 0 0,0-1 0 0 0,0 0-1 0 0,0 0 1 0 0,-1 0 0 0 0,1 0 0 0 0,0 0 0 0 0,-1 0-1 0 0,1 1 1 0 0,0-1 0 0 0,-1 0 0 0 0,1 0 0 0 0,-1 0-1 0 0,0 0 1 0 0,1 0 0 0 0,-1-1 0 0 0,0 1-1 0 0,1 0 1 0 0,-3 1 0 0 0,-3 5-42 0 0,-1 0 0 0 0,0-1 1 0 0,-14 9-1 0 0,10-7 21 0 0,-168 120 656 0 0,92-69 2651 0 0,50-36-1712 0 0,45-33-3587 0 0,1 1 1175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7.195"/>
    </inkml:context>
    <inkml:brush xml:id="br0">
      <inkml:brushProperty name="width" value="0.1" units="cm"/>
      <inkml:brushProperty name="height" value="0.1" units="cm"/>
      <inkml:brushProperty name="color" value="#E71224"/>
    </inkml:brush>
  </inkml:definitions>
  <inkml:trace contextRef="#ctx0" brushRef="#br0">0 1 6913 0 0,'0'8'305'0'0,"0"-6"63"0"0,0 2-296 0 0,0-2-72 0 0,0-1 0 0 0,2-1 0 0 0,0 0-416 0 0,3 2 167 0 0,0-2 1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8.634"/>
    </inkml:context>
    <inkml:brush xml:id="br0">
      <inkml:brushProperty name="width" value="0.1" units="cm"/>
      <inkml:brushProperty name="height" value="0.1" units="cm"/>
      <inkml:brushProperty name="color" value="#E71224"/>
    </inkml:brush>
  </inkml:definitions>
  <inkml:trace contextRef="#ctx0" brushRef="#br0">0 1 3225 0 0,'5'15'288'0'0,"-3"-6"-288"0"0,0 0 0 0 0,1-2 0 0 0,1-2 376 0 0,-2-1 16 0 0,1 3 8 0 0,6 5 0 0 0,3 6-80 0 0,4 5-8 0 0,2-2-8 0 0,1-2 0 0 0,1 1-304 0 0,-3-5 0 0 0,3 1 0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6.497"/>
    </inkml:context>
    <inkml:brush xml:id="br0">
      <inkml:brushProperty name="width" value="0.1" units="cm"/>
      <inkml:brushProperty name="height" value="0.1" units="cm"/>
      <inkml:brushProperty name="color" value="#E71224"/>
    </inkml:brush>
  </inkml:definitions>
  <inkml:trace contextRef="#ctx0" brushRef="#br0">21 3 5065 0 0,'0'-1'65'0'0,"0"1"0"0"0,0 0 1 0 0,0 0-1 0 0,0 0 0 0 0,-1 0 0 0 0,1-1 0 0 0,0 1 0 0 0,0 0 1 0 0,0 0-1 0 0,-1 0 0 0 0,1 0 0 0 0,0 0 0 0 0,0 0 0 0 0,-1 0 1 0 0,1-1-1 0 0,0 1 0 0 0,0 0 0 0 0,0 0 0 0 0,-1 0 0 0 0,1 0 0 0 0,0 0 1 0 0,0 0-1 0 0,-1 0 0 0 0,1 0 0 0 0,0 0 0 0 0,0 0 0 0 0,-1 0 1 0 0,1 1-1 0 0,0-1 0 0 0,0 0 0 0 0,-1 0 0 0 0,1 0 0 0 0,0 0 1 0 0,0 0-1 0 0,0 0 0 0 0,-1 0 0 0 0,1 1 0 0 0,-7 10 1988 0 0,2 16 332 0 0,5-17-2036 0 0,1 1 0 0 0,1-1 1 0 0,0 1-1 0 0,0-1 0 0 0,1 0 1 0 0,0 0-1 0 0,7 15 0 0 0,39 64-2717 0 0,-39-73 569 0 0,6 10-2758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6.696"/>
    </inkml:context>
    <inkml:brush xml:id="br0">
      <inkml:brushProperty name="width" value="0.1" units="cm"/>
      <inkml:brushProperty name="height" value="0.1" units="cm"/>
      <inkml:brushProperty name="color" value="#E71224"/>
    </inkml:brush>
  </inkml:definitions>
  <inkml:trace contextRef="#ctx0" brushRef="#br0">4 1 4145 0 0,'-1'10'184'0'0,"-1"-4"40"0"0,2-1-224 0 0,0 0 0 0 0,0-1 0 0 0,2-3 0 0 0,-1 3 224 0 0,1 3 0 0 0,4 4 0 0 0,1 1 0 0 0,0-2-40 0 0,0 1-8 0 0,1-2 0 0 0,-1 0 0 0 0,1 1-976 0 0,0 1-192 0 0,1 3-32 0 0,2-4-17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6.867"/>
    </inkml:context>
    <inkml:brush xml:id="br0">
      <inkml:brushProperty name="width" value="0.1" units="cm"/>
      <inkml:brushProperty name="height" value="0.1" units="cm"/>
      <inkml:brushProperty name="color" value="#E71224"/>
    </inkml:brush>
  </inkml:definitions>
  <inkml:trace contextRef="#ctx0" brushRef="#br0">0 0 7834 0 0,'0'3'280'0'0,"1"0"1"0"0,-1 0-1 0 0,1 0 1 0 0,-1 0-1 0 0,1 0 1 0 0,0 0-1 0 0,0-1 1 0 0,0 1-1 0 0,0 0 1 0 0,0 0-1 0 0,1-1 1 0 0,-1 1 0 0 0,1-1-1 0 0,0 0 1 0 0,0 1-1 0 0,0-1 1 0 0,0 0-1 0 0,0 0 1 0 0,4 3-1 0 0,41 36 2558 0 0,-25-22-4091 0 0,0 0 1 0 0,34 41 0 0 0,-42-41 898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7.037"/>
    </inkml:context>
    <inkml:brush xml:id="br0">
      <inkml:brushProperty name="width" value="0.1" units="cm"/>
      <inkml:brushProperty name="height" value="0.1" units="cm"/>
      <inkml:brushProperty name="color" value="#E71224"/>
    </inkml:brush>
  </inkml:definitions>
  <inkml:trace contextRef="#ctx0" brushRef="#br0">4 0 5985 0 0,'-2'9'264'0'0,"1"-4"56"0"0,1 1-256 0 0,0-3-64 0 0,0-1 0 0 0,1 2 0 0 0,1-1 240 0 0,2 4 33 0 0,3 2 7 0 0,0 3 0 0 0,2 6-280 0 0,3-2 0 0 0,0 0 0 0 0,1-1 0 0 0,2 5 0 0 0,1-3 0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7.813"/>
    </inkml:context>
    <inkml:brush xml:id="br0">
      <inkml:brushProperty name="width" value="0.1" units="cm"/>
      <inkml:brushProperty name="height" value="0.1" units="cm"/>
      <inkml:brushProperty name="color" value="#E71224"/>
    </inkml:brush>
  </inkml:definitions>
  <inkml:trace contextRef="#ctx0" brushRef="#br0">103 0 5529 0 0,'-6'0'826'0'0,"1"1"0"0"0,0-1 0 0 0,-1 1 0 0 0,1 0 0 0 0,0 0 0 0 0,-10 3 0 0 0,12-3-877 0 0,1 0 0 0 0,-1 1 0 0 0,1-1 0 0 0,0 0-1 0 0,0 1 1 0 0,0 0 0 0 0,0-1 0 0 0,0 1 0 0 0,0 0 0 0 0,0 0-1 0 0,0 0 1 0 0,1 0 0 0 0,-1 0 0 0 0,1 1 0 0 0,0-1 0 0 0,0 0-1 0 0,-2 4 1 0 0,-9 23-1298 0 0,3-14 1094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8.006"/>
    </inkml:context>
    <inkml:brush xml:id="br0">
      <inkml:brushProperty name="width" value="0.1" units="cm"/>
      <inkml:brushProperty name="height" value="0.1" units="cm"/>
      <inkml:brushProperty name="color" value="#E71224"/>
    </inkml:brush>
  </inkml:definitions>
  <inkml:trace contextRef="#ctx0" brushRef="#br0">13 0 4609 0 0,'-4'6'232'0'0,"3"-5"-170"0"0,0 1-1 0 0,0-1 0 0 0,0 1 1 0 0,1 0-1 0 0,-1-1 1 0 0,0 1-1 0 0,1 0 0 0 0,-1-1 1 0 0,1 1-1 0 0,-1 0 1 0 0,1-1-1 0 0,0 1 1 0 0,0 0-1 0 0,-1 0 0 0 0,1 0 1 0 0,1-1-1 0 0,-1 3 1 0 0,3 11 188 0 0,1 1 0 0 0,0-1 0 0 0,1-1 0 0 0,0 1 0 0 0,1-1 0 0 0,17 27 0 0 0,7 20-4421 0 0,-26-50 3758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8.155"/>
    </inkml:context>
    <inkml:brush xml:id="br0">
      <inkml:brushProperty name="width" value="0.1" units="cm"/>
      <inkml:brushProperty name="height" value="0.1" units="cm"/>
      <inkml:brushProperty name="color" value="#E71224"/>
    </inkml:brush>
  </inkml:definitions>
  <inkml:trace contextRef="#ctx0" brushRef="#br0">1 0 3225 0 0,'4'14'431'0'0,"1"-1"0"0"0,0 0 1 0 0,1 0-1 0 0,0 0 1 0 0,1-1-1 0 0,1 0 0 0 0,0 0 1 0 0,0-1-1 0 0,1 0 0 0 0,13 11 1 0 0,-7-7-964 0 0,1 1 1 0 0,-2 1 0 0 0,0 0 0 0 0,-1 1 0 0 0,13 24-1 0 0,-13-21 503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8.309"/>
    </inkml:context>
    <inkml:brush xml:id="br0">
      <inkml:brushProperty name="width" value="0.1" units="cm"/>
      <inkml:brushProperty name="height" value="0.1" units="cm"/>
      <inkml:brushProperty name="color" value="#E71224"/>
    </inkml:brush>
  </inkml:definitions>
  <inkml:trace contextRef="#ctx0" brushRef="#br0">1 1 4609 0 0,'6'14'631'0'0,"1"-1"-1"0"0,0 0 1 0 0,1 0-1 0 0,1-1 1 0 0,10 12-1 0 0,54 55 1341 0 0,-71-78-1980 0 0,94 92-3368 0 0,-73-71 2384 0 0,0-3 634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8.478"/>
    </inkml:context>
    <inkml:brush xml:id="br0">
      <inkml:brushProperty name="width" value="0.1" units="cm"/>
      <inkml:brushProperty name="height" value="0.1" units="cm"/>
      <inkml:brushProperty name="color" value="#E71224"/>
    </inkml:brush>
  </inkml:definitions>
  <inkml:trace contextRef="#ctx0" brushRef="#br0">0 1 3681 0 0,'1'9'390'0'0,"1"1"0"0"0,0-1 1 0 0,1 0-1 0 0,0 0 0 0 0,0 0 0 0 0,1 0 1 0 0,7 13-1 0 0,-5-10-47 0 0,1 0-322 0 0,1 0 0 0 0,0-1 1 0 0,1 0-1 0 0,0 0 0 0 0,0-1 1 0 0,1 0-1 0 0,1-1 1 0 0,14 11-1 0 0,2 3-2114 0 0,-7-6-175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6:59.720"/>
    </inkml:context>
    <inkml:brush xml:id="br0">
      <inkml:brushProperty name="width" value="0.1" units="cm"/>
      <inkml:brushProperty name="height" value="0.1" units="cm"/>
      <inkml:brushProperty name="color" value="#E71224"/>
    </inkml:brush>
  </inkml:definitions>
  <inkml:trace contextRef="#ctx0" brushRef="#br0">62 156 1840 0 0,'-5'-4'223'0'0,"0"0"-1"0"0,0 0 0 0 0,1 0 1 0 0,0-1-1 0 0,0 0 0 0 0,0 0 1 0 0,1 0-1 0 0,-5-7 0 0 0,5 7-176 0 0,1 2 14 0 0,0 0 0 0 0,0 0-1 0 0,0-1 1 0 0,1 1-1 0 0,-1-1 1 0 0,1 1-1 0 0,0-1 1 0 0,0 0-1 0 0,0 1 1 0 0,-1-6-1 0 0,3 7-43 0 0,-1 0-1 0 0,0 1 1 0 0,0-1 0 0 0,1 0-1 0 0,-1 1 1 0 0,1-1-1 0 0,-1 0 1 0 0,1 1 0 0 0,0-1-1 0 0,0 1 1 0 0,0-1-1 0 0,-1 1 1 0 0,1-1 0 0 0,1 1-1 0 0,-1 0 1 0 0,0-1-1 0 0,0 1 1 0 0,0 0 0 0 0,1 0-1 0 0,-1 0 1 0 0,1 0-1 0 0,-1 0 1 0 0,1 0 0 0 0,-1 1-1 0 0,3-2 1 0 0,7-3-116 0 0,-1 1 1 0 0,1 1 0 0 0,0 0-1 0 0,0 0 1 0 0,1 1-1 0 0,-1 1 1 0 0,0-1-1 0 0,1 2 1 0 0,-1 0 0 0 0,0 0-1 0 0,1 1 1 0 0,18 4-1 0 0,-28-5 20 0 0,0 1-1 0 0,0-1 0 0 0,0 1 1 0 0,0-1-1 0 0,0 1 1 0 0,0 0-1 0 0,0 0 0 0 0,0 0 1 0 0,0 0-1 0 0,-1 0 0 0 0,1 0 1 0 0,-1 1-1 0 0,1-1 0 0 0,0 0 1 0 0,-1 1-1 0 0,0-1 0 0 0,1 1 1 0 0,-1 0-1 0 0,0-1 0 0 0,2 4 1 0 0,-2-1 111 0 0,0-1-1 0 0,0 0 1 0 0,-1 0 0 0 0,1 1 0 0 0,-1-1 0 0 0,0 0-1 0 0,0 1 1 0 0,0-1 0 0 0,0 0 0 0 0,0 1 0 0 0,-2 4-1 0 0,-2 6 424 0 0,0 0 0 0 0,-1 0 0 0 0,-1-1 0 0 0,-11 21 0 0 0,9-19 82 0 0,-16 21 1 0 0,21-32-569 0 0,-1 0 1 0 0,1 0 0 0 0,-1 0-1 0 0,0-1 1 0 0,0 1-1 0 0,0-1 1 0 0,0 0 0 0 0,0 0-1 0 0,-7 3 1 0 0,10-5-17 0 0,0-1 43 0 0,1 0 0 0 0,0 0 1 0 0,0 0-1 0 0,0 0 0 0 0,0 0 0 0 0,0 0 0 0 0,0 0 0 0 0,-1 1 0 0 0,1-1 0 0 0,0 0 0 0 0,0 0 0 0 0,0 0 0 0 0,0 0 1 0 0,-1 0-1 0 0,1 0 0 0 0,0 0 0 0 0,0 0 0 0 0,0 0 0 0 0,0 0 0 0 0,-1 0 0 0 0,1 0 0 0 0,0 0 0 0 0,0 0 0 0 0,0 0 0 0 0,0 0 1 0 0,-1 0-1 0 0,1 0 0 0 0,0-1 0 0 0,0 1 0 0 0,0 0 0 0 0,0 0 0 0 0,-1 0 0 0 0,1 0 0 0 0,0 0 0 0 0,0 0 0 0 0,0 0 1 0 0,0 0-1 0 0,0-1 0 0 0,0 1 0 0 0,0 0 0 0 0,-1 0 0 0 0,1 0 0 0 0,-2-7 65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21.964"/>
    </inkml:context>
    <inkml:brush xml:id="br0">
      <inkml:brushProperty name="width" value="0.1" units="cm"/>
      <inkml:brushProperty name="height" value="0.1" units="cm"/>
      <inkml:brushProperty name="color" value="#E71224"/>
    </inkml:brush>
  </inkml:definitions>
  <inkml:trace contextRef="#ctx0" brushRef="#br0">2072 503 1376 0 0,'-3'-6'5212'0'0,"4"0"-4807"0"0,0 0 0 0 0,-1 0 0 0 0,0 0 0 0 0,0 0 0 0 0,0 0 0 0 0,-1 0 0 0 0,-2-11-1 0 0,-2 1 675 0 0,-1-1 1 0 0,0 1-1 0 0,-1 0 0 0 0,-1 1 0 0 0,-1 0 0 0 0,0 0 0 0 0,-12-14 0 0 0,5 0-703 0 0,4 5-200 0 0,9 20-139 0 0,0 0-1 0 0,0-1 1 0 0,0 1 0 0 0,-1 0 0 0 0,0 1-1 0 0,0-1 1 0 0,0 1 0 0 0,0 0-1 0 0,-1 0 1 0 0,1 0 0 0 0,-1 0-1 0 0,1 1 1 0 0,-6-2 0 0 0,-6-1 273 0 0,1 0 0 0 0,-31-4 0 0 0,27 6-92 0 0,-31-8 0 0 0,-172-68 287 0 0,22 23-505 0 0,137 39 0 0 0,46 13 9 0 0,0 1 1 0 0,0 1-1 0 0,-33-1 1 0 0,-52 8 60 0 0,5 0-34 0 0,77-5-36 0 0,-1 0 0 0 0,1 2 0 0 0,-1 0 0 0 0,1 1 0 0 0,0 1 0 0 0,0 0 0 0 0,0 2 0 0 0,-24 10 0 0 0,-191 76 120 0 0,225-89-131 0 0,-1 1 1 0 0,1 0 0 0 0,1 1 0 0 0,-1 0-1 0 0,1 0 1 0 0,0 1 0 0 0,0 0 0 0 0,0 1-1 0 0,1 0 1 0 0,0 0 0 0 0,1 1 0 0 0,-11 13-1 0 0,-32 50 0 0 0,-18 22 12 0 0,58-80-1 0 0,1 1 0 0 0,0 0 0 0 0,1 0 0 0 0,-11 29 0 0 0,-15 63-2 0 0,19-55-7 0 0,7-28-20 0 0,-17 32 0 0 0,18-40 29 0 0,0 0 1 0 0,0 1 0 0 0,2-1 0 0 0,0 1 0 0 0,-5 26 0 0 0,7-23-1 0 0,0 0 0 0 0,-2-1 0 0 0,0 1 0 0 0,-12 25 0 0 0,11-28 0 0 0,2 1 0 0 0,0-1 0 0 0,0 1 0 0 0,-1 32 0 0 0,-2 4 0 0 0,7-48 0 0 0,0-4 0 0 0,0 0 0 0 0,0 0 0 0 0,0 0 0 0 0,0 0 0 0 0,0 1 0 0 0,0-1 0 0 0,0 0 0 0 0,0 0 0 0 0,0 0 0 0 0,-1 0 0 0 0,1 0 0 0 0,-1 2 0 0 0,0-2 4 0 0,0 1 1 0 0,0-1-1 0 0,0 1 1 0 0,0 0 0 0 0,1 0-1 0 0,-1-1 1 0 0,1 1-1 0 0,-1 0 1 0 0,1 0 0 0 0,0 0-1 0 0,-1-1 1 0 0,1 1-1 0 0,0 0 1 0 0,1 2 0 0 0,-1 2-6 0 0,0-1 0 0 0,1 0 0 0 0,0 1 0 0 0,2 7 0 0 0,-1-8 1 0 0,-2-5 0 0 0,0 0 0 0 0,-1 0 0 0 0,1 0 0 0 0,0 0 0 0 0,0-1 0 0 0,0 1 0 0 0,-1 0 0 0 0,1 0 0 0 0,0 0 0 0 0,0 0 0 0 0,-1 0 0 0 0,1 0 0 0 0,0 0 0 0 0,0 0 0 0 0,-1 0 0 0 0,1 0 0 0 0,0 0 0 0 0,0 0 0 0 0,-1 0 0 0 0,1 0 0 0 0,0 0 0 0 0,0 0 0 0 0,-1 0 0 0 0,1 0 0 0 0,0 0 0 0 0,0 0 0 0 0,-1 0 0 0 0,1 0 0 0 0,0 1 0 0 0,0-1 0 0 0,-1 0 0 0 0,-20 13 0 0 0,21-13 0 0 0,0 0 0 0 0,0 0 0 0 0,0 0 0 0 0,0 0 0 0 0,0 0 0 0 0,0 0 0 0 0,0 0 0 0 0,0 0 0 0 0,0 1 0 0 0,0-1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0,1 0 0 0 0,-8 11 0 0 0,-4 5 0 0 0,10-11 0 0 0,2-6 0 0 0,1-1 288 0 0,1-2-235 0 0,9-12-42 0 0,-9 10-459 0 0,-6 5-497 0 0,0 1 469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22.555"/>
    </inkml:context>
    <inkml:brush xml:id="br0">
      <inkml:brushProperty name="width" value="0.1" units="cm"/>
      <inkml:brushProperty name="height" value="0.1" units="cm"/>
      <inkml:brushProperty name="color" value="#E71224"/>
    </inkml:brush>
  </inkml:definitions>
  <inkml:trace contextRef="#ctx0" brushRef="#br0">4 1 1376 0 0,'0'1'92'0'0,"-1"0"0"0"0,1 0-1 0 0,-1 0 1 0 0,1 0 0 0 0,0 0-1 0 0,-1 0 1 0 0,1 0 0 0 0,0 0 0 0 0,0 0-1 0 0,0 0 1 0 0,0 0 0 0 0,0 0-1 0 0,0 0 1 0 0,0 0 0 0 0,0 0-1 0 0,0 0 1 0 0,1 0 0 0 0,-1 0-1 0 0,0 0 1 0 0,1 0 0 0 0,-1 0-1 0 0,0 0 1 0 0,1 0 0 0 0,0 0 0 0 0,-1 0-1 0 0,2 1 1 0 0,21 30 2084 0 0,-17-23-1633 0 0,14 17 567 0 0,97 146 4426 0 0,-104-146-4724 0 0,-7-13-129 0 0,0-1 0 0 0,9 13 0 0 0,-13-23-538 0 0,-1 0 0 0 0,1 0 0 0 0,-1 0 1 0 0,1 0-1 0 0,0 0 0 0 0,0 0 0 0 0,0-1 1 0 0,0 1-1 0 0,0 0 0 0 0,0-1 0 0 0,0 0 0 0 0,0 1 1 0 0,1-1-1 0 0,-1 0 0 0 0,1 0 0 0 0,4 1 1 0 0,-3-2-65 0 0,-1 0 0 0 0,0 0 0 0 0,1-1 1 0 0,-1 1-1 0 0,0-1 0 0 0,1 0 0 0 0,-1 0 1 0 0,0 0-1 0 0,0 0 0 0 0,0 0 0 0 0,0-1 0 0 0,6-3 1 0 0,32-26 168 0 0,-36 28-231 0 0,101-93-492 0 0,-59 53-1580 0 0,-18 15-4251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27.419"/>
    </inkml:context>
    <inkml:brush xml:id="br0">
      <inkml:brushProperty name="width" value="0.1" units="cm"/>
      <inkml:brushProperty name="height" value="0.1" units="cm"/>
      <inkml:brushProperty name="color" value="#E71224"/>
    </inkml:brush>
  </inkml:definitions>
  <inkml:trace contextRef="#ctx0" brushRef="#br0">183 9 5065 0 0,'36'-3'6223'0'0,"-9"0"-3389"0"0,54 0 0 0 0,-80 3-2782 0 0,0 0 0 0 0,0 0 0 0 0,0 0 0 0 0,0 0 1 0 0,0 0-1 0 0,0 1 0 0 0,0-1 0 0 0,0 0 0 0 0,0 0 1 0 0,0 1-1 0 0,0-1 0 0 0,0 0 0 0 0,0 1 0 0 0,0-1 1 0 0,0 1-1 0 0,0 0 0 0 0,0-1 0 0 0,-1 1 0 0 0,1 0 1 0 0,0-1-1 0 0,0 1 0 0 0,-1 0 0 0 0,1 0 0 0 0,0 0 1 0 0,-1-1-1 0 0,1 1 0 0 0,-1 0 0 0 0,1 0 0 0 0,-1 0 1 0 0,1 0-1 0 0,-1 0 0 0 0,0 0 0 0 0,0 0 0 0 0,1 0 1 0 0,-1 0-1 0 0,0 0 0 0 0,0 0 0 0 0,0 0 0 0 0,0 0 1 0 0,0 1-1 0 0,0-1 0 0 0,-1 0 0 0 0,1 0 0 0 0,0 0 1 0 0,0 0-1 0 0,-1 0 0 0 0,1 0 0 0 0,0 0 0 0 0,-1 0 1 0 0,0 1-1 0 0,-3 6-36 0 0,0 0 0 0 0,-1 0 0 0 0,0 0 0 0 0,-8 9 0 0 0,12-16-19 0 0,-9 10-395 0 0,0-1 1 0 0,0 0-1 0 0,-1-1 1 0 0,-1 0-1 0 0,-24 15 1 0 0,-17 12-2873 0 0,53-36 3245 0 0,0 1-1 0 0,-1-1 1 0 0,1 0-1 0 0,0 1 1 0 0,-1-1 0 0 0,1 0-1 0 0,0 1 1 0 0,-1-1-1 0 0,1 0 1 0 0,0 1-1 0 0,-1-1 1 0 0,1 1-1 0 0,0-1 1 0 0,0 1-1 0 0,0-1 1 0 0,0 0 0 0 0,-1 1-1 0 0,1-1 1 0 0,0 1-1 0 0,0-1 1 0 0,0 1-1 0 0,0-1 1 0 0,0 1-1 0 0,0-1 1 0 0,0 1-1 0 0,0-1 1 0 0,0 1-1 0 0,0-1 1 0 0,0 1 0 0 0,1-1-1 0 0,-1 1 1 0 0,0-1-1 0 0,0 0 1 0 0,0 1-1 0 0,1-1 1 0 0,-1 1-1 0 0,0-1 1 0 0,0 0-1 0 0,1 1 1 0 0,-1-1-1 0 0,0 1 1 0 0,1-1 0 0 0,-1 0-1 0 0,1 0 1 0 0,-1 1-1 0 0,0-1 1 0 0,1 0-1 0 0,-1 1 1 0 0,1-1-1 0 0,-1 0 1 0 0,1 0-1 0 0,0 0 1 0 0,26 12 905 0 0,-26-12-829 0 0,38 9 1312 0 0,-29-8-762 0 0,1 2 0 0 0,0-1 0 0 0,-1 1 0 0 0,0 1-1 0 0,17 8 1 0 0,-25-11-506 0 0,0 0 0 0 0,0 0 0 0 0,0 1 0 0 0,0 0 0 0 0,0-1 0 0 0,0 1 0 0 0,-1 0 0 0 0,1-1-1 0 0,-1 1 1 0 0,1 0 0 0 0,-1 0 0 0 0,0 1 0 0 0,0-1 0 0 0,0 0 0 0 0,0 0 0 0 0,0 0 0 0 0,-1 1 0 0 0,1-1 0 0 0,0 0-1 0 0,-1 1 1 0 0,0-1 0 0 0,1 0 0 0 0,-1 1 0 0 0,0-1 0 0 0,-1 1 0 0 0,1-1 0 0 0,0 0 0 0 0,-1 1 0 0 0,1-1-1 0 0,-1 0 1 0 0,0 3 0 0 0,-2 2-37 0 0,1-1 0 0 0,-1 0 0 0 0,-1 0 0 0 0,1 0 0 0 0,-1 0 0 0 0,0 0 0 0 0,0-1 0 0 0,0 1 0 0 0,-1-1 0 0 0,0 0 0 0 0,0-1 0 0 0,-7 5 0 0 0,-2 2-64 0 0,-1-1 0 0 0,0 0 0 0 0,-24 10 0 0 0,26-15-161 0 0,1 0 0 0 0,0-1 0 0 0,-1 0 0 0 0,0-1 0 0 0,0-1-1 0 0,-20 2 1 0 0,28-4-161 0 0,0 1-1 0 0,-1-1 1 0 0,1 0-1 0 0,0-1 0 0 0,0 1 1 0 0,0-1-1 0 0,0 0 0 0 0,0-1 1 0 0,0 1-1 0 0,0-1 1 0 0,0 0-1 0 0,0 0 0 0 0,0 0 1 0 0,1-1-1 0 0,0 1 1 0 0,-1-1-1 0 0,1 0 0 0 0,0-1 1 0 0,-4-3-1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27.773"/>
    </inkml:context>
    <inkml:brush xml:id="br0">
      <inkml:brushProperty name="width" value="0.1" units="cm"/>
      <inkml:brushProperty name="height" value="0.1" units="cm"/>
      <inkml:brushProperty name="color" value="#E71224"/>
    </inkml:brush>
  </inkml:definitions>
  <inkml:trace contextRef="#ctx0" brushRef="#br0">131 0 4145 0 0,'-5'5'401'0'0,"0"0"0"0"0,1 0 0 0 0,0 0 0 0 0,0 1 0 0 0,0 0 1 0 0,0 0-1 0 0,1 0 0 0 0,-5 11 0 0 0,1-1 36 0 0,-8 13-59 0 0,2 2 0 0 0,1 0 0 0 0,1 0 0 0 0,-11 55 0 0 0,18-65-219 0 0,2 0-1 0 0,0 0 0 0 0,1 0 0 0 0,1 0 1 0 0,0 0-1 0 0,2 0 0 0 0,1 0 0 0 0,7 31 0 0 0,-7-45-123 0 0,-1 0 0 0 0,1 0 0 0 0,0 0 0 0 0,0 0 0 0 0,1 0 0 0 0,0-1-1 0 0,0 1 1 0 0,1-1 0 0 0,6 7 0 0 0,-9-12-28 0 0,-1 1 1 0 0,1-1-1 0 0,-1 1 1 0 0,1-1-1 0 0,0 0 0 0 0,-1 0 1 0 0,1 0-1 0 0,0 0 1 0 0,0 0-1 0 0,0 0 1 0 0,0 0-1 0 0,0 0 0 0 0,0-1 1 0 0,0 1-1 0 0,0-1 1 0 0,0 0-1 0 0,0 0 1 0 0,0 0-1 0 0,0 1 0 0 0,0-2 1 0 0,0 1-1 0 0,1 0 1 0 0,-1 0-1 0 0,0-1 1 0 0,0 1-1 0 0,0-1 1 0 0,0 0-1 0 0,0 1 0 0 0,0-1 1 0 0,-1 0-1 0 0,1 0 1 0 0,0 0-1 0 0,0-1 1 0 0,-1 1-1 0 0,1 0 0 0 0,0-1 1 0 0,1-1-1 0 0,1-2-128 0 0,0 0 0 0 0,0 0 0 0 0,0 0-1 0 0,-1 0 1 0 0,1-1 0 0 0,-1 0 0 0 0,-1 0 0 0 0,1 1-1 0 0,-1-2 1 0 0,0 1 0 0 0,0 0 0 0 0,-1 0 0 0 0,1-10-1 0 0,0 3 32 0 0,-1 0 0 0 0,-1 0-1 0 0,0 0 1 0 0,-1 0-1 0 0,-5-23 1 0 0,5 32 111 0 0,0-1-1 0 0,0 0 1 0 0,-1 0-1 0 0,0 1 1 0 0,0-1 0 0 0,0 1-1 0 0,0-1 1 0 0,-1 1-1 0 0,0 0 1 0 0,0 0-1 0 0,-6-7 1 0 0,7 9-37 0 0,-1 1-1 0 0,1-1 1 0 0,0 0 0 0 0,-1 1-1 0 0,1 0 1 0 0,0-1-1 0 0,-1 1 1 0 0,0 0 0 0 0,1 0-1 0 0,-1 0 1 0 0,0 1 0 0 0,1-1-1 0 0,-1 1 1 0 0,0-1 0 0 0,0 1-1 0 0,0 0 1 0 0,1 0 0 0 0,-1 0-1 0 0,0 0 1 0 0,0 1-1 0 0,1-1 1 0 0,-5 2 0 0 0,-2 0-2367 0 0,1 2-794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28.020"/>
    </inkml:context>
    <inkml:brush xml:id="br0">
      <inkml:brushProperty name="width" value="0.1" units="cm"/>
      <inkml:brushProperty name="height" value="0.1" units="cm"/>
      <inkml:brushProperty name="color" value="#E71224"/>
    </inkml:brush>
  </inkml:definitions>
  <inkml:trace contextRef="#ctx0" brushRef="#br0">37 1 5985 0 0,'-1'13'433'0'0,"0"0"-1"0"0,1 0 1 0 0,0-1-1 0 0,2 16 1 0 0,0 2-22 0 0,-1-7-41 0 0,4 167 2414 0 0,-7-148-3677 0 0,-1 1 0 0 0,-12 62 0 0 0,13-99 728 0 0,1 1-1 0 0,-1 0 1 0 0,-1-1-1 0 0,1 1 1 0 0,-4 6 0 0 0,-2-1 165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28.286"/>
    </inkml:context>
    <inkml:brush xml:id="br0">
      <inkml:brushProperty name="width" value="0.1" units="cm"/>
      <inkml:brushProperty name="height" value="0.1" units="cm"/>
      <inkml:brushProperty name="color" value="#E71224"/>
    </inkml:brush>
  </inkml:definitions>
  <inkml:trace contextRef="#ctx0" brushRef="#br0">153 0 7834 0 0,'-21'22'427'0'0,"1"0"0"0"0,1 1 0 0 0,1 0-1 0 0,1 2 1 0 0,1 0 0 0 0,-15 32 0 0 0,29-52-646 0 0,0-1 0 0 0,1 0 0 0 0,-1 0 0 0 0,1 1 0 0 0,0-1 0 0 0,1 1 0 0 0,-1-1 0 0 0,1 1 0 0 0,-1-1 0 0 0,1 1 0 0 0,1-1 0 0 0,-1 1 0 0 0,2 7 0 0 0,-1-9 139 0 0,0 0 0 0 0,0 0 1 0 0,1 0-1 0 0,-1-1 0 0 0,1 1 0 0 0,-1-1 1 0 0,1 1-1 0 0,0-1 0 0 0,0 1 0 0 0,0-1 1 0 0,0 0-1 0 0,0 0 0 0 0,0 0 0 0 0,1 0 1 0 0,-1-1-1 0 0,1 1 0 0 0,0 0 0 0 0,-1-1 1 0 0,1 0-1 0 0,0 0 0 0 0,5 2 0 0 0,-4-2 189 0 0,1 0 0 0 0,-1-1-1 0 0,1 1 1 0 0,-1-1 0 0 0,1 0-1 0 0,-1 0 1 0 0,1 0 0 0 0,-1-1-1 0 0,1 1 1 0 0,-1-1 0 0 0,0 0 0 0 0,1 0-1 0 0,-1-1 1 0 0,0 0 0 0 0,0 1-1 0 0,0-1 1 0 0,0-1 0 0 0,7-4-1 0 0,-3 1 22 0 0,0 0 0 0 0,-1 0-1 0 0,0-1 1 0 0,0 0-1 0 0,-1 0 1 0 0,0-1 0 0 0,9-14-1 0 0,-6 7-3423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28.660"/>
    </inkml:context>
    <inkml:brush xml:id="br0">
      <inkml:brushProperty name="width" value="0.1" units="cm"/>
      <inkml:brushProperty name="height" value="0.1" units="cm"/>
      <inkml:brushProperty name="color" value="#E71224"/>
    </inkml:brush>
  </inkml:definitions>
  <inkml:trace contextRef="#ctx0" brushRef="#br0">259 86 2761 0 0,'-9'19'4643'0'0,"15"-35"-4840"0"0,27-67-4483 0 0,-33 83 4763 0 0,0-1 0 0 0,0 1 0 0 0,0 0 0 0 0,0 0-1 0 0,0-1 1 0 0,1 1 0 0 0,-1 0 0 0 0,0 0 0 0 0,0-1 0 0 0,0 1-1 0 0,0 0 1 0 0,1 0 0 0 0,-1-1 0 0 0,0 1 0 0 0,0 0 0 0 0,1 0 0 0 0,-1 0-1 0 0,0 0 1 0 0,0-1 0 0 0,1 1 0 0 0,-1 0 0 0 0,0 0 0 0 0,0 0-1 0 0,1 0 1 0 0,-1 0 0 0 0,0 0 0 0 0,1 0 0 0 0,-1 0 0 0 0,0 0-1 0 0,1 0 1 0 0,-1 0 0 0 0,0 0 0 0 0,0 0 0 0 0,1 0 0 0 0,8 9 2397 0 0,6 20 811 0 0,-14-25-2885 0 0,5 10 267 0 0,-1 1 0 0 0,0 0 1 0 0,-2 0-1 0 0,1 1 0 0 0,-2-1 0 0 0,0 1 0 0 0,-1-1 1 0 0,-1 1-1 0 0,0 0 0 0 0,-3 18 0 0 0,-4 14 636 0 0,-25 91 0 0 0,17-85-805 0 0,-23 52-1 0 0,31-89-477 0 0,-1 0 0 0 0,0-1 0 0 0,-1 0 0 0 0,-1-1 0 0 0,0 0 0 0 0,-2 0 0 0 0,-14 14 0 0 0,23-26-24 0 0,-1 1 0 0 0,1-1 0 0 0,-1 0 1 0 0,0 0-1 0 0,0-1 0 0 0,0 1 0 0 0,-1-1 0 0 0,1 0 0 0 0,0 0 0 0 0,-1-1 0 0 0,0 1 0 0 0,1-1 0 0 0,-1 0 0 0 0,-9 1 0 0 0,11-2-24 0 0,-1 0-1 0 0,1-1 0 0 0,-1 1 0 0 0,1-1 1 0 0,-1 0-1 0 0,1 0 0 0 0,0 0 0 0 0,-1 0 1 0 0,1 0-1 0 0,0-1 0 0 0,0 0 0 0 0,0 1 1 0 0,0-1-1 0 0,0 0 0 0 0,1-1 0 0 0,-1 1 0 0 0,0 0 1 0 0,1-1-1 0 0,0 0 0 0 0,-5-5 0 0 0,4 3-86 0 0,0 0-1 0 0,0-1 0 0 0,0 0 1 0 0,1 1-1 0 0,0-1 0 0 0,0 0 0 0 0,0 0 1 0 0,1 0-1 0 0,0 0 0 0 0,-1-10 0 0 0,1 0-1015 0 0,1 0-1 0 0,4-30 1 0 0,3 4-5445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28.879"/>
    </inkml:context>
    <inkml:brush xml:id="br0">
      <inkml:brushProperty name="width" value="0.1" units="cm"/>
      <inkml:brushProperty name="height" value="0.1" units="cm"/>
      <inkml:brushProperty name="color" value="#E71224"/>
    </inkml:brush>
  </inkml:definitions>
  <inkml:trace contextRef="#ctx0" brushRef="#br0">1 1 6321 0 0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29.373"/>
    </inkml:context>
    <inkml:brush xml:id="br0">
      <inkml:brushProperty name="width" value="0.1" units="cm"/>
      <inkml:brushProperty name="height" value="0.1" units="cm"/>
      <inkml:brushProperty name="color" value="#E71224"/>
    </inkml:brush>
  </inkml:definitions>
  <inkml:trace contextRef="#ctx0" brushRef="#br0">0 0 2304 0 0,'9'23'9284'0'0,"-11"-9"-9260"0"0,0 0 0 0 0,1 1 0 0 0,1-1 1 0 0,0 0-1 0 0,3 18 0 0 0,-1-19-108 0 0,0 1-1 0 0,0 0 1 0 0,9 23-1 0 0,-10-34 67 0 0,1 0 0 0 0,-1 0 0 0 0,1 1 0 0 0,0-1-1 0 0,0-1 1 0 0,0 1 0 0 0,0 0 0 0 0,0 0-1 0 0,4 2 1 0 0,-5-4-1 0 0,1 0-1 0 0,-1 0 0 0 0,1 0 1 0 0,-1 0-1 0 0,1 0 1 0 0,-1 0-1 0 0,1-1 0 0 0,0 1 1 0 0,-1-1-1 0 0,1 1 0 0 0,0-1 1 0 0,0 0-1 0 0,-1 0 1 0 0,1 1-1 0 0,0-1 0 0 0,0 0 1 0 0,-1-1-1 0 0,1 1 1 0 0,2 0-1 0 0,-2-1-142 0 0,0 0 0 0 0,0 0 0 0 0,0 0 0 0 0,-1 1 0 0 0,1-2-1 0 0,0 1 1 0 0,0 0 0 0 0,-1 0 0 0 0,1 0 0 0 0,-1-1 0 0 0,1 1 0 0 0,1-4 0 0 0,5-5-3063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8:29.906"/>
    </inkml:context>
    <inkml:brush xml:id="br0">
      <inkml:brushProperty name="width" value="0.1" units="cm"/>
      <inkml:brushProperty name="height" value="0.1" units="cm"/>
      <inkml:brushProperty name="color" value="#E71224"/>
    </inkml:brush>
  </inkml:definitions>
  <inkml:trace contextRef="#ctx0" brushRef="#br0">8 0 5985 0 0,'-1'5'354'0'0,"0"0"0"0"0,0 0-1 0 0,1-1 1 0 0,0 1 0 0 0,0 0-1 0 0,0 0 1 0 0,0 0 0 0 0,1-1-1 0 0,1 7 1 0 0,1 11 792 0 0,-2-6-444 0 0,-1 0 1 0 0,0 0-1 0 0,-1-1 1 0 0,-1 1 0 0 0,-7 30-1 0 0,10-51-467 0 0,0 1-237 0 0,-1 1 1 0 0,1 0 0 0 0,0 0 0 0 0,0 0 0 0 0,0 0 0 0 0,1 0 0 0 0,2-6 0 0 0,2 0-62 0 0,0 0 0 0 0,0 1 1 0 0,0 0-1 0 0,1 0 0 0 0,1 1 0 0 0,-1-1 1 0 0,1 2-1 0 0,9-7 0 0 0,-16 13 86 0 0,-1-1-1 0 0,0 1 0 0 0,1 0 1 0 0,-1 0-1 0 0,0 0 0 0 0,1-1 1 0 0,-1 1-1 0 0,0 0 0 0 0,1 0 1 0 0,-1 0-1 0 0,1 0 0 0 0,-1 0 1 0 0,0 0-1 0 0,1 0 0 0 0,-1 0 1 0 0,0 0-1 0 0,1 0 0 0 0,-1 0 1 0 0,1 0-1 0 0,-1 0 0 0 0,0 0 1 0 0,1 0-1 0 0,-1 0 0 0 0,0 1 1 0 0,1-1-1 0 0,-1 0 0 0 0,0 0 1 0 0,1 0-1 0 0,-1 1 0 0 0,0-1 1 0 0,1 0-1 0 0,-1 0 0 0 0,0 1 1 0 0,0-1-1 0 0,1 0 0 0 0,-1 1 1 0 0,4 16 800 0 0,-9 22 620 0 0,1-13-976 0 0,-7 23-279 0 0,17-63-766 0 0,0 1 0 0 0,2 0 0 0 0,-1 0 0 0 0,1 1 0 0 0,1 0 0 0 0,11-11 0 0 0,72-75 3206 0 0,-92 97-2560 0 0,1 1 0 0 0,-1 0 0 0 0,0 0 0 0 0,0-1-1 0 0,0 1 1 0 0,1 0 0 0 0,-1 0 0 0 0,0 0 0 0 0,0-1 0 0 0,0 1 0 0 0,1 0-1 0 0,-1 0 1 0 0,0 0 0 0 0,1 0 0 0 0,-1-1 0 0 0,0 1 0 0 0,0 0-1 0 0,1 0 1 0 0,-1 0 0 0 0,0 0 0 0 0,1 0 0 0 0,-1 0 0 0 0,0 0-1 0 0,1 0 1 0 0,-1 0 0 0 0,0 0 0 0 0,0 0 0 0 0,1 0 0 0 0,-1 0-1 0 0,0 0 1 0 0,1 0 0 0 0,-1 0 0 0 0,1 1 0 0 0,4 9 1115 0 0,-4 18-301 0 0,-1-27-779 0 0,5 138-163 0 0,-4-126-1033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1.129"/>
    </inkml:context>
    <inkml:brush xml:id="br0">
      <inkml:brushProperty name="width" value="0.05" units="cm"/>
      <inkml:brushProperty name="height" value="0.05" units="cm"/>
      <inkml:brushProperty name="color" value="#FFFFFF"/>
    </inkml:brush>
  </inkml:definitions>
  <inkml:trace contextRef="#ctx0" brushRef="#br0">477 65 7370 0 0,'-9'-9'1234'0'0,"1"1"1"0"0,-1 0-1 0 0,-1 1 1 0 0,1 0 0 0 0,-12-6-1 0 0,17 11-1002 0 0,0 0 0 0 0,0 0 0 0 0,-1 1 1 0 0,1-1-1 0 0,0 1 0 0 0,-1 0 0 0 0,1 0 0 0 0,0 1 0 0 0,-1 0 0 0 0,1-1 0 0 0,-1 1 0 0 0,1 1 0 0 0,-1-1 0 0 0,1 1 0 0 0,0 0 1 0 0,-1 0-1 0 0,-3 1 0 0 0,-3 2-54 0 0,2 1 0 0 0,-1 0-1 0 0,0 0 1 0 0,1 1 0 0 0,0 1 0 0 0,1-1 0 0 0,-1 1 0 0 0,1 1 0 0 0,0-1 0 0 0,1 1 0 0 0,0 1-1 0 0,-8 11 1 0 0,-6 13-95 0 0,1 0 1 0 0,-15 37-1 0 0,8-11-92 0 0,-40 124 0 0 0,56-141-24 0 0,2 0 1 0 0,2 0-1 0 0,-5 86 1 0 0,12-103 30 0 0,1 0 0 0 0,2 0 0 0 0,0-1 0 0 0,1 1 0 0 0,2-1 0 0 0,0 0 0 0 0,19 45 1 0 0,-20-58 1 0 0,1 0 0 0 0,0 0 0 0 0,1 0 0 0 0,1-1 1 0 0,-1 0-1 0 0,2 0 0 0 0,13 13 0 0 0,-15-17 0 0 0,0-1 0 0 0,1 0 0 0 0,-1 0 1 0 0,1 0-1 0 0,0-1 0 0 0,1 0 0 0 0,-1-1 0 0 0,0 0 0 0 0,1 0 0 0 0,0-1 0 0 0,13 3 1 0 0,-9-4-228 0 0,0-1 1 0 0,-1 0-1 0 0,1-1 1 0 0,0 0-1 0 0,-1-1 1 0 0,1 0-1 0 0,-1-1 1 0 0,1 0-1 0 0,-1-1 1 0 0,17-8-1 0 0,9-6-6595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2.185"/>
    </inkml:context>
    <inkml:brush xml:id="br0">
      <inkml:brushProperty name="width" value="0.05" units="cm"/>
      <inkml:brushProperty name="height" value="0.05" units="cm"/>
      <inkml:brushProperty name="color" value="#FFFFFF"/>
    </inkml:brush>
  </inkml:definitions>
  <inkml:trace contextRef="#ctx0" brushRef="#br0">271 8 4609 0 0,'1'-8'11010'0'0,"-15"58"-8837"0"0,-2-1 0 0 0,-27 54 0 0 0,28-71-2143 0 0,-2-1-1 0 0,-1 0 1 0 0,-2-2 0 0 0,-26 32-1 0 0,39-53-167 0 0,1-1-1 0 0,-2 0 1 0 0,-10 9 0 0 0,14-14-342 0 0,1 0 0 0 0,-1 0 0 0 0,1 0 0 0 0,-1 0 0 0 0,0-1 0 0 0,-6 3 0 0 0,-1-2-6259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2.370"/>
    </inkml:context>
    <inkml:brush xml:id="br0">
      <inkml:brushProperty name="width" value="0.05" units="cm"/>
      <inkml:brushProperty name="height" value="0.05" units="cm"/>
      <inkml:brushProperty name="color" value="#FFFFFF"/>
    </inkml:brush>
  </inkml:definitions>
  <inkml:trace contextRef="#ctx0" brushRef="#br0">31 1 7834 0 0,'-1'11'830'0'0,"-1"0"0"0"0,1 1 1 0 0,1-1-1 0 0,1 14 0 0 0,-1 6 364 0 0,-4 106 3181 0 0,-9 69-2936 0 0,9-169-1591 0 0,-2 36-37 0 0,6-64-881 0 0,0 1 1 0 0,3 17-1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2.711"/>
    </inkml:context>
    <inkml:brush xml:id="br0">
      <inkml:brushProperty name="width" value="0.05" units="cm"/>
      <inkml:brushProperty name="height" value="0.05" units="cm"/>
      <inkml:brushProperty name="color" value="#FFFFFF"/>
    </inkml:brush>
  </inkml:definitions>
  <inkml:trace contextRef="#ctx0" brushRef="#br0">34 6 6233 0 0,'0'0'54'0'0,"0"-1"0"0"0,0 1 0 0 0,0 0 0 0 0,0 0 0 0 0,0 0 0 0 0,0 0 0 0 0,0-1 0 0 0,0 1 0 0 0,0 0 0 0 0,0 0 0 0 0,0 0 0 0 0,0-1 0 0 0,0 1 0 0 0,0 0 0 0 0,0 0 0 0 0,0 0 0 0 0,0-1 0 0 0,0 1 0 0 0,0 0 0 0 0,-1 0 0 0 0,1 0 0 0 0,0 0-1 0 0,0 0 1 0 0,0-1 0 0 0,0 1 0 0 0,0 0 0 0 0,0 0 0 0 0,-1 0 0 0 0,1 0 0 0 0,0 0 0 0 0,0-1 0 0 0,0 1 0 0 0,0 0 0 0 0,0 0 0 0 0,-1 0 0 0 0,-5 4 3349 0 0,-4 9 213 0 0,7-6-3767 0 0,0 0 672 0 0,1-1 0 0 0,0 1 0 0 0,1 0 0 0 0,0-1-1 0 0,0 1 1 0 0,0 0 0 0 0,1 11 0 0 0,-1-3 114 0 0,1 123 1722 0 0,2-115-3191 0 0,1-1 0 0 0,0 1 1 0 0,14 43-1 0 0,-12-54-3888 0 0,-1-3-1382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3.096"/>
    </inkml:context>
    <inkml:brush xml:id="br0">
      <inkml:brushProperty name="width" value="0.05" units="cm"/>
      <inkml:brushProperty name="height" value="0.05" units="cm"/>
      <inkml:brushProperty name="color" value="#FFFFFF"/>
    </inkml:brush>
  </inkml:definitions>
  <inkml:trace contextRef="#ctx0" brushRef="#br0">1 57 10594 0 0,'1'0'290'0'0,"-1"0"-232"0"0,0 0 0 0 0,0 0 0 0 0,0 0 0 0 0,0 0 0 0 0,0 0 0 0 0,0 1 0 0 0,0-1 0 0 0,0 0 0 0 0,0 0 0 0 0,0 0 0 0 0,0 0 0 0 0,0 0 0 0 0,0 0 0 0 0,0 0 0 0 0,0 0 0 0 0,0 0 0 0 0,0 0 0 0 0,0 1 0 0 0,0-1 0 0 0,0 0 0 0 0,0 0 0 0 0,0 0 0 0 0,0 0 0 0 0,0 0 0 0 0,-1 1 580 0 0,1-1-580 0 0,0 0 0 0 0,0 0 0 0 0,0 0 0 0 0,0 0 0 0 0,0 0 0 0 0,0 0 0 0 0,0 0 0 0 0,0 0 0 0 0,0 0 0 0 0,0 0 0 0 0,0 0 0 0 0,-1 0 0 0 0,1 0 0 0 0,0 0 0 0 0,0 0 0 0 0,0 0 0 0 0,13 4 1701 0 0,21-1 56 0 0,-21-5-1768 0 0,-1 0 1 0 0,0-1-1 0 0,0-1 1 0 0,0 0-1 0 0,0 0 1 0 0,-1-1 0 0 0,20-12-1 0 0,-5 3-435 0 0,-23 12 479 0 0,0 1 0 0 0,0-1 0 0 0,0 1 0 0 0,0 0 0 0 0,1 0 0 0 0,-1 0 0 0 0,0 0 0 0 0,0 1 0 0 0,1-1 0 0 0,4 1 0 0 0,-7 0 32 0 0,1 1 1 0 0,0-1-1 0 0,0 1 1 0 0,0-1-1 0 0,-1 1 1 0 0,1 0-1 0 0,0 0 1 0 0,-1 0-1 0 0,1 0 1 0 0,-1 0-1 0 0,1 0 1 0 0,-1 0-1 0 0,0 1 1 0 0,1-1-1 0 0,-1 0 1 0 0,0 1-1 0 0,0-1 0 0 0,0 1 1 0 0,0-1-1 0 0,1 4 1 0 0,-1-3-34 0 0,0 0 0 0 0,0 1 0 0 0,0-1 0 0 0,-1 1 0 0 0,1-1 0 0 0,-1 1 0 0 0,1-1 0 0 0,-1 1 1 0 0,0-1-1 0 0,0 1 0 0 0,0-1 0 0 0,-1 5 0 0 0,-7 33 128 0 0,3-22-168 0 0,-8 101 12 0 0,11-85-1288 0 0,-2 0-1 0 0,-9 42 1 0 0,9-64-126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3.314"/>
    </inkml:context>
    <inkml:brush xml:id="br0">
      <inkml:brushProperty name="width" value="0.05" units="cm"/>
      <inkml:brushProperty name="height" value="0.05" units="cm"/>
      <inkml:brushProperty name="color" value="#FFFFFF"/>
    </inkml:brush>
  </inkml:definitions>
  <inkml:trace contextRef="#ctx0" brushRef="#br0">0 18 6913 0 0,'17'1'2132'0'0,"99"-11"4968"0"0,-38 2-5485 0 0,-65 8-2085 0 0,-12 0 329 0 0,-1 0 0 0 0,1 0-1 0 0,-1 1 1 0 0,0-1 0 0 0,1 0 0 0 0,-1 0 0 0 0,1 0 0 0 0,-1 0-1 0 0,0 0 1 0 0,1 0 0 0 0,-1 1 0 0 0,0-1 0 0 0,1 0 0 0 0,-1 0-1 0 0,0 0 1 0 0,1 1 0 0 0,-1-1 0 0 0,0 0 0 0 0,0 1-1 0 0,1-1 1 0 0,-1 0 0 0 0,0 0 0 0 0,0 1 0 0 0,1-1 0 0 0,-1 0-1 0 0,0 1 1 0 0,0-1 0 0 0,0 1 0 0 0,1 0 0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3.482"/>
    </inkml:context>
    <inkml:brush xml:id="br0">
      <inkml:brushProperty name="width" value="0.05" units="cm"/>
      <inkml:brushProperty name="height" value="0.05" units="cm"/>
      <inkml:brushProperty name="color" value="#FFFFFF"/>
    </inkml:brush>
  </inkml:definitions>
  <inkml:trace contextRef="#ctx0" brushRef="#br0">1 11 6449 0 0,'3'1'508'0'0,"0"-1"-1"0"0,0 0 1 0 0,0 0-1 0 0,0 0 1 0 0,0 0-1 0 0,0-1 1 0 0,0 1-1 0 0,0-1 0 0 0,5-1 1 0 0,5-1 684 0 0,-6 2-593 0 0,25-2 1941 0 0,-31 2-2513 0 0,1 1 0 0 0,0 0 0 0 0,-1 0 0 0 0,1 0 0 0 0,0 1 0 0 0,-1-1 0 0 0,1 0 0 0 0,0 1 0 0 0,-1-1 0 0 0,1 1 0 0 0,-1-1 0 0 0,1 1 0 0 0,-1 0 0 0 0,1 0 0 0 0,1 1 0 0 0,-3-2-147 0 0,0 1-1 0 0,1-1 0 0 0,-1 1 0 0 0,1 0 0 0 0,-1 0 0 0 0,0-1 0 0 0,0 1 0 0 0,1 0 0 0 0,-1-1 1 0 0,0 1-1 0 0,0 0 0 0 0,0 0 0 0 0,0-1 0 0 0,0 1 0 0 0,0 0 0 0 0,0 0 0 0 0,0-1 0 0 0,0 1 0 0 0,0 0 1 0 0,-1-1-1 0 0,1 1 0 0 0,0 1 0 0 0,-9 15-690 0 0,4-10 758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3.732"/>
    </inkml:context>
    <inkml:brush xml:id="br0">
      <inkml:brushProperty name="width" value="0.05" units="cm"/>
      <inkml:brushProperty name="height" value="0.05" units="cm"/>
      <inkml:brushProperty name="color" value="#FFFFFF"/>
    </inkml:brush>
  </inkml:definitions>
  <inkml:trace contextRef="#ctx0" brushRef="#br0">160 0 4145 0 0,'32'0'2151'0'0,"58"2"-1742"0"0,-89-2-622 0 0,0 0 0 0 0,-1 0-1 0 0,1 0 1 0 0,0 0-1 0 0,-1 0 1 0 0,1 0-1 0 0,-1 0 1 0 0,1 1-1 0 0,0-1 1 0 0,-1 0-1 0 0,1 0 1 0 0,0 1-1 0 0,-1-1 1 0 0,1 0-1 0 0,-1 1 1 0 0,1-1 0 0 0,-1 0-1 0 0,1 1 1 0 0,-1 0 204 0 0,1-1 0 0 0,-1 0 0 0 0,0 1 0 0 0,0-1 0 0 0,0 0 0 0 0,0 1 0 0 0,0-1 0 0 0,-1 0 0 0 0,1 1 0 0 0,0-1 0 0 0,0 0 1 0 0,0 1-1 0 0,0-1 0 0 0,0 0 0 0 0,0 1 0 0 0,0-1 0 0 0,-1 0 0 0 0,1 0 0 0 0,0 1 0 0 0,0-1 0 0 0,-1 0 0 0 0,1 1 0 0 0,0-1 0 0 0,0 0 0 0 0,-1 0 1 0 0,-28 21 5223 0 0,12-10-2099 0 0,-30 36 3151 0 0,35-33-6005 0 0,-1-1 0 0 0,-1 0 0 0 0,0-1 0 0 0,-1 0 1 0 0,0-1-1 0 0,-22 12 0 0 0,26-18-1317 0 0,1 0 0 0 0,-1-1 0 0 0,-21 6 0 0 0,18-8-4390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3.919"/>
    </inkml:context>
    <inkml:brush xml:id="br0">
      <inkml:brushProperty name="width" value="0.05" units="cm"/>
      <inkml:brushProperty name="height" value="0.05" units="cm"/>
      <inkml:brushProperty name="color" value="#FFFFFF"/>
    </inkml:brush>
  </inkml:definitions>
  <inkml:trace contextRef="#ctx0" brushRef="#br0">0 0 5065 0 0,'6'14'1700'0'0,"0"0"0"0"0,1-1 0 0 0,1 0 0 0 0,14 19-1 0 0,-18-27-1389 0 0,-1-1-1 0 0,1 0 0 0 0,0 0 1 0 0,0 0-1 0 0,0 0 0 0 0,0-1 1 0 0,1 0-1 0 0,-1 1 0 0 0,1-2 0 0 0,0 1 1 0 0,0 0-1 0 0,0-1 0 0 0,0 0 1 0 0,1 0-1 0 0,7 1 0 0 0,-10-3-450 0 0,0 0 0 0 0,0 0 0 0 0,1 0 0 0 0,-1 0 0 0 0,0-1 0 0 0,0 1 0 0 0,0-1 0 0 0,0 0 0 0 0,0 0 0 0 0,0 0 0 0 0,3-2 0 0 0,4-2-1125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4.104"/>
    </inkml:context>
    <inkml:brush xml:id="br0">
      <inkml:brushProperty name="width" value="0.05" units="cm"/>
      <inkml:brushProperty name="height" value="0.05" units="cm"/>
      <inkml:brushProperty name="color" value="#FFFFFF"/>
    </inkml:brush>
  </inkml:definitions>
  <inkml:trace contextRef="#ctx0" brushRef="#br0">5 1 9674 0 0,'-3'6'864'0'0,"2"1"-696"0"0,1-3-168 0 0,1-1 0 0 0,2-1 328 0 0,-2 4 32 0 0,2 5 9 0 0,0 3-1 0 0,2 6-136 0 0,2-2-24 0 0,0-2-8 0 0,-1-5 0 0 0,1-3-1136 0 0,-2-5-233 0 0,1-2-47 0 0,-1-4 0 0 0,2-5 960 0 0,-4-3 256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4.415"/>
    </inkml:context>
    <inkml:brush xml:id="br0">
      <inkml:brushProperty name="width" value="0.05" units="cm"/>
      <inkml:brushProperty name="height" value="0.05" units="cm"/>
      <inkml:brushProperty name="color" value="#FFFFFF"/>
    </inkml:brush>
  </inkml:definitions>
  <inkml:trace contextRef="#ctx0" brushRef="#br0">75 0 10138 0 0,'0'0'76'0'0,"-1"0"-1"0"0,1 0 1 0 0,-1 0-1 0 0,1 0 1 0 0,-1 0-1 0 0,1 0 0 0 0,-1 1 1 0 0,1-1-1 0 0,-1 0 1 0 0,0 0-1 0 0,1 0 1 0 0,-1 1-1 0 0,1-1 1 0 0,0 0-1 0 0,-1 0 1 0 0,1 1-1 0 0,-1-1 1 0 0,1 0-1 0 0,-1 1 1 0 0,1-1-1 0 0,0 1 1 0 0,-1-1-1 0 0,1 0 1 0 0,0 1-1 0 0,-1-1 0 0 0,1 1 1 0 0,-1 0-1 0 0,1 1 109 0 0,0-1-1 0 0,-1 1 1 0 0,1 0-1 0 0,0-1 0 0 0,0 1 1 0 0,0 0-1 0 0,0-1 0 0 0,0 1 1 0 0,0 2-1 0 0,2 6 572 0 0,1-1 0 0 0,5 15-1 0 0,-6-20-622 0 0,31 80 1421 0 0,-10-25-1288 0 0,28 102 0 0 0,-38-94 541 0 0,10 113-1 0 0,-21-134-183 0 0,-2 0-1 0 0,-2-1 0 0 0,-11 67 1 0 0,11-102-501 0 0,0 3 44 0 0,-1-1-1 0 0,-4 14 0 0 0,7-23-137 0 0,-1-1 1 0 0,0 0-1 0 0,0 0 1 0 0,0 0-1 0 0,0 0 1 0 0,0 0-1 0 0,0 0 1 0 0,0 0-1 0 0,0-1 1 0 0,-1 1-1 0 0,1 0 1 0 0,-1-1-1 0 0,0 1 1 0 0,1-1 0 0 0,-1 1-1 0 0,0-1 1 0 0,0 0-1 0 0,0 0 1 0 0,-2 2-1 0 0,2-3-18 0 0,1 0-1 0 0,-1 0 1 0 0,1 0 0 0 0,-1 0-1 0 0,0 0 1 0 0,1 0 0 0 0,-1 0-1 0 0,1-1 1 0 0,-1 1 0 0 0,1-1-1 0 0,-1 1 1 0 0,1-1 0 0 0,0 1-1 0 0,-1-1 1 0 0,1 0 0 0 0,0 0-1 0 0,-1 0 1 0 0,1 0 0 0 0,0 0-1 0 0,0 0 1 0 0,0 0 0 0 0,0 0-1 0 0,-2-2 1 0 0,-20-29 3 0 0,23 32-12 0 0,-11-20-31 0 0,0-1 0 0 0,2 0 0 0 0,-8-24-1 0 0,-15-70-494 0 0,20 72 132 0 0,-1-4-185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4.741"/>
    </inkml:context>
    <inkml:brush xml:id="br0">
      <inkml:brushProperty name="width" value="0.05" units="cm"/>
      <inkml:brushProperty name="height" value="0.05" units="cm"/>
      <inkml:brushProperty name="color" value="#FFFFFF"/>
    </inkml:brush>
  </inkml:definitions>
  <inkml:trace contextRef="#ctx0" brushRef="#br0">1 1 11058 0 0,'0'1'125'0'0,"0"0"0"0"0,1 0 0 0 0,-1 0-1 0 0,0 0 1 0 0,1 0 0 0 0,-1 0-1 0 0,1 0 1 0 0,0 0 0 0 0,-1 0 0 0 0,1 0-1 0 0,0 0 1 0 0,-1 0 0 0 0,1-1 0 0 0,0 1-1 0 0,0 0 1 0 0,0 0 0 0 0,0-1-1 0 0,1 2 1 0 0,23 12 1061 0 0,-17-10-790 0 0,3 2 95 0 0,-1-2 0 0 0,1 1 0 0 0,17 4 0 0 0,15 1-6948 0 0,-40-9 4517 0 0,-4 3-12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5.019"/>
    </inkml:context>
    <inkml:brush xml:id="br0">
      <inkml:brushProperty name="width" value="0.05" units="cm"/>
      <inkml:brushProperty name="height" value="0.05" units="cm"/>
      <inkml:brushProperty name="color" value="#FFFFFF"/>
    </inkml:brush>
  </inkml:definitions>
  <inkml:trace contextRef="#ctx0" brushRef="#br0">122 41 12899 0 0,'0'0'89'0'0,"1"1"1"0"0,-1-1-1 0 0,1 0 1 0 0,0 1-1 0 0,-1-1 1 0 0,1 0-1 0 0,0 1 1 0 0,-1-1-1 0 0,1 0 1 0 0,0 0-1 0 0,-1 1 1 0 0,1-1-1 0 0,0 0 1 0 0,-1 0-1 0 0,1 0 1 0 0,0 0-1 0 0,0 0 1 0 0,-1 0-1 0 0,1 0 1 0 0,0 0-1 0 0,0-1 1 0 0,22-3 1116 0 0,-17 3-763 0 0,156-36 1716 0 0,-158 37-2396 0 0,-1-1 0 0 0,1 1 0 0 0,-1-1 1 0 0,1 1-1 0 0,-1 0 0 0 0,1 1 0 0 0,-1-1 0 0 0,4 1 0 0 0,-6 0 188 0 0,0-1 1 0 0,0 0-1 0 0,-1 0 0 0 0,1 1 1 0 0,0-1-1 0 0,-1 0 0 0 0,1 1 1 0 0,0-1-1 0 0,-1 0 0 0 0,1 1 1 0 0,-1-1-1 0 0,1 1 0 0 0,-1-1 1 0 0,1 1-1 0 0,-1 0 0 0 0,1-1 0 0 0,-1 1 1 0 0,1-1-1 0 0,-1 1 0 0 0,0 0 1 0 0,1-1-1 0 0,-1 1 0 0 0,0 0 1 0 0,0 0-1 0 0,1-1 0 0 0,-1 1 1 0 0,0 0-1 0 0,0 0 0 0 0,0-1 0 0 0,0 1 1 0 0,0 0-1 0 0,0 0 0 0 0,0-1 1 0 0,0 1-1 0 0,0 0 0 0 0,-1 0 1 0 0,1-1-1 0 0,0 1 0 0 0,0 0 1 0 0,-1-1-1 0 0,1 1 0 0 0,0 0 0 0 0,-1 0 1 0 0,-3 6 601 0 0,1 0 0 0 0,-1 0 0 0 0,-1-1 0 0 0,1 1 1 0 0,-1-1-1 0 0,0 0 0 0 0,-1-1 0 0 0,1 1 0 0 0,-1-1 0 0 0,0 0 0 0 0,-7 4 1 0 0,-13 8 154 0 0,-41 19 0 0 0,46-26-647 0 0,-157 86-3941 0 0,163-88 2215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5.219"/>
    </inkml:context>
    <inkml:brush xml:id="br0">
      <inkml:brushProperty name="width" value="0.05" units="cm"/>
      <inkml:brushProperty name="height" value="0.05" units="cm"/>
      <inkml:brushProperty name="color" value="#FFFFFF"/>
    </inkml:brush>
  </inkml:definitions>
  <inkml:trace contextRef="#ctx0" brushRef="#br0">55 0 7370 0 0,'0'69'5785'0'0,"-2"99"396"0"0,0-133-6092 0 0,-2-1-1 0 0,-14 61 1 0 0,3-53-714 0 0,2-16-2583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5.420"/>
    </inkml:context>
    <inkml:brush xml:id="br0">
      <inkml:brushProperty name="width" value="0.05" units="cm"/>
      <inkml:brushProperty name="height" value="0.05" units="cm"/>
      <inkml:brushProperty name="color" value="#FFFFFF"/>
    </inkml:brush>
  </inkml:definitions>
  <inkml:trace contextRef="#ctx0" brushRef="#br0">183 185 16131 0 0,'-5'0'339'0'0,"-1"0"0"0"0,1 0 0 0 0,-1 0 0 0 0,1 0 0 0 0,-1-1 0 0 0,1 0 0 0 0,0 0 0 0 0,-1-1 0 0 0,-9-3 0 0 0,6 1 39 0 0,1-1 0 0 0,-1 0 0 0 0,1-1 0 0 0,-13-10 0 0 0,13 9-198 0 0,0-1 0 0 0,0 0 0 0 0,-10-14-1 0 0,15 19-354 0 0,1-1 1 0 0,0 1-1 0 0,0-1 0 0 0,0 1 0 0 0,0-1 0 0 0,0 1 0 0 0,1-1 0 0 0,0 0 0 0 0,0 0 0 0 0,0 0 0 0 0,0 0 0 0 0,1 0 0 0 0,-1-5 1 0 0,1 8-42 0 0,1-1 0 0 0,-1 0 0 0 0,1 1 0 0 0,-1-1 1 0 0,1 1-1 0 0,0-1 0 0 0,0 1 0 0 0,0-1 1 0 0,-1 1-1 0 0,1-1 0 0 0,1 1 0 0 0,-1 0 1 0 0,0-1-1 0 0,0 1 0 0 0,0 0 0 0 0,1 0 0 0 0,-1 0 1 0 0,1 0-1 0 0,-1 0 0 0 0,1 0 0 0 0,-1 1 1 0 0,1-1-1 0 0,2-1 0 0 0,8-3 84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5.619"/>
    </inkml:context>
    <inkml:brush xml:id="br0">
      <inkml:brushProperty name="width" value="0.05" units="cm"/>
      <inkml:brushProperty name="height" value="0.05" units="cm"/>
      <inkml:brushProperty name="color" value="#FFFFFF"/>
    </inkml:brush>
  </inkml:definitions>
  <inkml:trace contextRef="#ctx0" brushRef="#br0">1 1 12899 0 0,'0'5'385'0'0,"0"0"0"0"0,0 0 1 0 0,0 0-1 0 0,1 0 0 0 0,-1 0 0 0 0,1 0 1 0 0,0 0-1 0 0,1-1 0 0 0,-1 1 0 0 0,5 7 1 0 0,-3-2-98 0 0,17 52 1606 0 0,5 14-2197 0 0,5-4-4267 0 0,-30-73 4559 0 0,-1-4 11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5.959"/>
    </inkml:context>
    <inkml:brush xml:id="br0">
      <inkml:brushProperty name="width" value="0.05" units="cm"/>
      <inkml:brushProperty name="height" value="0.05" units="cm"/>
      <inkml:brushProperty name="color" value="#FFFFFF"/>
    </inkml:brush>
  </inkml:definitions>
  <inkml:trace contextRef="#ctx0" brushRef="#br0">1 38 14283 0 0,'0'0'89'0'0,"0"-1"0"0"0,0 1 0 0 0,0-1 1 0 0,0 1-1 0 0,0-1 0 0 0,0 1 0 0 0,0 0 0 0 0,0-1 0 0 0,0 1 0 0 0,0-1 0 0 0,0 1 0 0 0,0 0 1 0 0,0-1-1 0 0,1 1 0 0 0,-1-1 0 0 0,0 1 0 0 0,0 0 0 0 0,1-1 0 0 0,-1 1 0 0 0,0 0 1 0 0,0-1-1 0 0,1 1 0 0 0,-1 0 0 0 0,0 0 0 0 0,1-1 0 0 0,-1 1 0 0 0,0 0 0 0 0,1 0 0 0 0,-1 0 1 0 0,1-1-1 0 0,-1 1 0 0 0,0 0 0 0 0,1 0 0 0 0,-1 0 0 0 0,1 0 0 0 0,-1 0 0 0 0,0 0 0 0 0,1 0 1 0 0,-1 0-1 0 0,1 0 0 0 0,0 0 0 0 0,24-4 1552 0 0,-21 4-1310 0 0,99-7 1850 0 0,-61 5-3533 0 0,52-9 1 0 0,-82 10 1018 0 0,0-1-1 0 0,22 2 1 0 0,-18 0 1094 0 0,-16 1-693 0 0,1-1 0 0 0,-1 1 0 0 0,0-1 0 0 0,1 0 0 0 0,-1 1 0 0 0,0-1-1 0 0,1 1 1 0 0,-1 0 0 0 0,0-1 0 0 0,1 1 0 0 0,-1-1 0 0 0,0 1 0 0 0,0-1 0 0 0,0 1-1 0 0,0-1 1 0 0,0 1 0 0 0,0 0 0 0 0,0-1 0 0 0,0 1 0 0 0,0-1 0 0 0,0 1-1 0 0,0 0 1 0 0,0-1 0 0 0,0 1 0 0 0,0 0 0 0 0,-2 20 29 0 0,1-20-25 0 0,-7 102 287 0 0,0-13-398 0 0,2-29-473 0 0,4-26-1696 0 0,-15 67-1 0 0,11-86-3871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6.158"/>
    </inkml:context>
    <inkml:brush xml:id="br0">
      <inkml:brushProperty name="width" value="0.05" units="cm"/>
      <inkml:brushProperty name="height" value="0.05" units="cm"/>
      <inkml:brushProperty name="color" value="#FFFFFF"/>
    </inkml:brush>
  </inkml:definitions>
  <inkml:trace contextRef="#ctx0" brushRef="#br0">0 13 10594 0 0,'0'1'187'0'0,"1"-1"-1"0"0,-1 1 1 0 0,0-1-1 0 0,0 1 1 0 0,1-1 0 0 0,-1 1-1 0 0,0-1 1 0 0,1 1-1 0 0,-1-1 1 0 0,1 1-1 0 0,-1-1 1 0 0,1 0-1 0 0,-1 1 1 0 0,1-1 0 0 0,-1 0-1 0 0,1 1 1 0 0,-1-1-1 0 0,1 0 1 0 0,-1 0-1 0 0,1 1 1 0 0,-1-1-1 0 0,1 0 1 0 0,0 0 0 0 0,-1 0-1 0 0,1 0 1 0 0,-1 0-1 0 0,1 0 1 0 0,0 0-1 0 0,-1 0 1 0 0,2 0-1 0 0,24-1 3293 0 0,-20 1-3445 0 0,6 0 581 0 0,38-4 1204 0 0,-47 4-2128 0 0,0-1 1 0 0,1 1-1 0 0,-1-1 1 0 0,0 0-1 0 0,0 0 0 0 0,0 0 1 0 0,0-1-1 0 0,0 1 1 0 0,0-1-1 0 0,0 1 1 0 0,4-5-1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6.544"/>
    </inkml:context>
    <inkml:brush xml:id="br0">
      <inkml:brushProperty name="width" value="0.05" units="cm"/>
      <inkml:brushProperty name="height" value="0.05" units="cm"/>
      <inkml:brushProperty name="color" value="#FFFFFF"/>
    </inkml:brush>
  </inkml:definitions>
  <inkml:trace contextRef="#ctx0" brushRef="#br0">248 86 13827 0 0,'17'-17'2054'0'0,"-9"7"-1368"0"0,0 1-1 0 0,1 1 1 0 0,1 0-1 0 0,-1 0 1 0 0,1 1 0 0 0,18-10-1 0 0,-28 17-705 0 0,0-1 0 0 0,0 1 0 0 0,0 0 0 0 0,0 0 0 0 0,0 0 0 0 0,1 0 0 0 0,-1 0-1 0 0,0 0 1 0 0,0 0 0 0 0,0 0 0 0 0,0 0 0 0 0,0 0 0 0 0,1 0 0 0 0,-1-1 0 0 0,0 1-1 0 0,0 0 1 0 0,0 0 0 0 0,1 0 0 0 0,-1 0 0 0 0,0 0 0 0 0,0 0 0 0 0,0 0 0 0 0,0 1 0 0 0,1-1-1 0 0,-1 0 1 0 0,0 0 0 0 0,0 0 0 0 0,0 0 0 0 0,0 0 0 0 0,1 0 0 0 0,-1 0 0 0 0,0 0-1 0 0,0 0 1 0 0,0 0 0 0 0,0 0 0 0 0,0 1 0 0 0,1-1 0 0 0,-1 0 0 0 0,0 0 0 0 0,0 0-1 0 0,0 0 1 0 0,0 1 0 0 0,-1 8-993 0 0,-8 10-1333 0 0,1-6 120 0 0,-1-1 0 0 0,0 0 0 0 0,-1 0 0 0 0,-17 15 0 0 0,-23 16 962 0 0,49-42 1264 0 0,0-1 0 0 0,0 1 0 0 0,0 0 0 0 0,0-1 0 0 0,1 1 0 0 0,-1 0 0 0 0,0-1 0 0 0,0 1 0 0 0,1 0 0 0 0,-1 0 0 0 0,1 0 0 0 0,-1 0 0 0 0,1 0 0 0 0,-1 0 0 0 0,1-1 0 0 0,-1 3 0 0 0,1-3-5 0 0,0 0 1 0 0,1 1-1 0 0,-1-1 1 0 0,0 0 0 0 0,0 0-1 0 0,1 1 1 0 0,-1-1 0 0 0,0 0-1 0 0,1 0 1 0 0,-1 1-1 0 0,0-1 1 0 0,1 0 0 0 0,-1 0-1 0 0,0 0 1 0 0,1 0-1 0 0,-1 1 1 0 0,0-1 0 0 0,1 0-1 0 0,-1 0 1 0 0,0 0 0 0 0,1 0-1 0 0,-1 0 1 0 0,1 0-1 0 0,-1 0 1 0 0,0 0 0 0 0,1 0-1 0 0,-1 0 1 0 0,1 0-1 0 0,38-7 1141 0 0,-34 6-450 0 0,13-3 2033 0 0,26-5 885 0 0,-39 9-3710 0 0,-1-1-1 0 0,0 1 0 0 0,0 0 0 0 0,1 0 0 0 0,-1 0 1 0 0,0 1-1 0 0,8 1 0 0 0,-11-1 80 0 0,-1-1 0 0 0,0 0 0 0 0,1 1 0 0 0,-1-1 0 0 0,0 0 0 0 0,1 1 0 0 0,-1-1-1 0 0,0 1 1 0 0,0-1 0 0 0,1 1 0 0 0,-1-1 0 0 0,0 0 0 0 0,0 1 0 0 0,0-1 0 0 0,0 1 0 0 0,1-1 0 0 0,-1 1 0 0 0,0-1 0 0 0,0 1-1 0 0,0-1 1 0 0,0 1 0 0 0,0-1 0 0 0,0 1 0 0 0,-1-1 0 0 0,1 1 0 0 0,0-1 0 0 0,0 1 0 0 0,0-1 0 0 0,0 1 0 0 0,0-1 0 0 0,-1 0 0 0 0,1 1-1 0 0,0-1 1 0 0,0 1 0 0 0,-1-1 0 0 0,1 0 0 0 0,0 1 0 0 0,-1-1 0 0 0,1 1 0 0 0,-14 19 1756 0 0,13-18-1461 0 0,-85 91 7458 0 0,52-59-6528 0 0,8-7-748 0 0,-43 34-1 0 0,59-53-727 0 0,0-1-1 0 0,0 0 1 0 0,-1-1-1 0 0,1 0 1 0 0,-1-1 0 0 0,-1 0-1 0 0,1-1 1 0 0,-19 5-1 0 0,30-9 144 0 0,-19 2-791 0 0,19-2 712 0 0,-1 0 1 0 0,1 0-1 0 0,-1 0 0 0 0,1 0 0 0 0,-1 0 0 0 0,1 0 0 0 0,-1-1 0 0 0,1 1 0 0 0,-1 0 0 0 0,1 0 0 0 0,-1 0 0 0 0,1-1 0 0 0,0 1 0 0 0,-1 0 0 0 0,1 0 0 0 0,-1-1 0 0 0,1 1 0 0 0,-1 0 1 0 0,1-1-1 0 0,0 1 0 0 0,-1 0 0 0 0,1-1 0 0 0,0 1 0 0 0,-1-1 0 0 0,1 1 0 0 0,0-1 0 0 0,0 1 0 0 0,0 0 0 0 0,-1-2 0 0 0,1-4-4970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6.866"/>
    </inkml:context>
    <inkml:brush xml:id="br0">
      <inkml:brushProperty name="width" value="0.05" units="cm"/>
      <inkml:brushProperty name="height" value="0.05" units="cm"/>
      <inkml:brushProperty name="color" value="#FFFFFF"/>
    </inkml:brush>
  </inkml:definitions>
  <inkml:trace contextRef="#ctx0" brushRef="#br0">42 1 5929 0 0,'1'0'19'0'0,"-1"0"1"0"0,0 0-1 0 0,0 0 0 0 0,1 0 0 0 0,-1 0 1 0 0,0 1-1 0 0,0-1 0 0 0,1 0 0 0 0,-1 0 0 0 0,0 0 1 0 0,0 1-1 0 0,0-1 0 0 0,1 0 0 0 0,-1 0 1 0 0,0 1-1 0 0,0-1 0 0 0,0 0 0 0 0,0 0 0 0 0,0 1 1 0 0,0-1-1 0 0,1 0 0 0 0,-1 0 0 0 0,0 1 1 0 0,0-1-1 0 0,0 0 0 0 0,0 1 0 0 0,0-1 0 0 0,0 0 1 0 0,0 1-1 0 0,0-1 0 0 0,0 0 0 0 0,0 0 1 0 0,-1 1-1 0 0,0 16-45 0 0,0-10 374 0 0,-8 65 7522 0 0,-3 0-3739 0 0,-11 96-1024 0 0,23-166-3094 0 0,0 1 1 0 0,1 0-1 0 0,-1-1 1 0 0,0 1-1 0 0,1 0 1 0 0,-1-1-1 0 0,1 1 1 0 0,0-1-1 0 0,0 1 1 0 0,0-1-1 0 0,0 1 1 0 0,1-1-1 0 0,-1 0 1 0 0,1 1-1 0 0,-1-1 1 0 0,1 0-1 0 0,0 0 1 0 0,-1 0-1 0 0,1 0 1 0 0,0 0-1 0 0,1-1 1 0 0,-1 1 0 0 0,3 1-1 0 0,7 4 78 0 0,-1-1-1 0 0,1-1 1 0 0,22 7-1 0 0,-9-3 47 0 0,1 2 28 0 0,1-1 0 0 0,1-1 0 0 0,-1-2 0 0 0,35 5 0 0 0,-59-12-145 0 0,-1 1 0 0 0,0-1 1 0 0,1 0-1 0 0,-1 0 0 0 0,0-1 0 0 0,1 1 0 0 0,-1 0 0 0 0,0-1 1 0 0,1 0-1 0 0,-1 1 0 0 0,0-1 0 0 0,0 0 0 0 0,0 0 0 0 0,0 0 1 0 0,0 0-1 0 0,0-1 0 0 0,0 1 0 0 0,3-3 0 0 0,-3 1 1 0 0,1 0-1 0 0,0 0 0 0 0,-1 0 1 0 0,0-1-1 0 0,0 1 0 0 0,0-1 1 0 0,0 0-1 0 0,-1 1 1 0 0,3-9-1 0 0,-1-2-40 0 0,0-1 0 0 0,-1 1 1 0 0,0-1-1 0 0,-2-27 0 0 0,-8-69-2523 0 0,5 83-5244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7.690"/>
    </inkml:context>
    <inkml:brush xml:id="br0">
      <inkml:brushProperty name="width" value="0.05" units="cm"/>
      <inkml:brushProperty name="height" value="0.05" units="cm"/>
      <inkml:brushProperty name="color" value="#FFFFFF"/>
    </inkml:brush>
  </inkml:definitions>
  <inkml:trace contextRef="#ctx0" brushRef="#br0">2 1 10594 0 0,'-1'5'453'0'0,"1"1"-1"0"0,0-1 1 0 0,-1 1-1 0 0,2 0 1 0 0,-1-1-1 0 0,1 1 1 0 0,0 0-1 0 0,3 10 1 0 0,0 2 175 0 0,57 508 5121 0 0,-60-505-5777 0 0,-1-14-33 0 0,0 1-1 0 0,1-1 1 0 0,-1 1 0 0 0,2-1-1 0 0,-1 0 1 0 0,1 1 0 0 0,0-1 0 0 0,4 10-1 0 0,-2-15-1574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8.167"/>
    </inkml:context>
    <inkml:brush xml:id="br0">
      <inkml:brushProperty name="width" value="0.05" units="cm"/>
      <inkml:brushProperty name="height" value="0.05" units="cm"/>
      <inkml:brushProperty name="color" value="#FFFFFF"/>
    </inkml:brush>
  </inkml:definitions>
  <inkml:trace contextRef="#ctx0" brushRef="#br0">6 86 6449 0 0,'-6'3'920'0'0,"10"-8"250"0"0,9-7 266 0 0,-3 7-722 0 0,1 0-1 0 0,1 1 0 0 0,-1 0 1 0 0,0 0-1 0 0,1 1 0 0 0,0 0 0 0 0,13 0 1 0 0,88-2 3928 0 0,-40 4-2887 0 0,-8-1-1184 0 0,45-4-440 0 0,2-20-371 0 0,-112 26 240 0 0,0 0-1 0 0,1 0 1 0 0,-1 0 0 0 0,1 0 0 0 0,-1 0 0 0 0,0 0-1 0 0,1 0 1 0 0,-1 0 0 0 0,1 0 0 0 0,-1 0 0 0 0,1 0-1 0 0,-1 0 1 0 0,0 0 0 0 0,1 0 0 0 0,-1 0 0 0 0,1 0-1 0 0,-1 0 1 0 0,0 1 0 0 0,1-1 0 0 0,-1 0 0 0 0,0 0-1 0 0,1 0 1 0 0,-1 1 0 0 0,0-1 0 0 0,1 0 0 0 0,-1 0-1 0 0,0 1 1 0 0,1-1 0 0 0,-1 1 0 0 0,0 12-57 0 0,-2-2 64 0 0,0 242 277 0 0,19 0 25 0 0,-14-219-302 0 0,29 256-662 0 0,-31-267 96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8.553"/>
    </inkml:context>
    <inkml:brush xml:id="br0">
      <inkml:brushProperty name="width" value="0.05" units="cm"/>
      <inkml:brushProperty name="height" value="0.05" units="cm"/>
      <inkml:brushProperty name="color" value="#FFFFFF"/>
    </inkml:brush>
  </inkml:definitions>
  <inkml:trace contextRef="#ctx0" brushRef="#br0">0 63 7834 0 0,'1'7'397'0'0,"1"-1"0"0"0,-1 1 1 0 0,2 0-1 0 0,-1 0 1 0 0,1-1-1 0 0,-1 0 0 0 0,2 1 1 0 0,-1-1-1 0 0,1 0 1 0 0,7 9-1 0 0,0 1 183 0 0,0-4-1257 0 0,-11-12 622 0 0,0 0 0 0 0,0 0 0 0 0,0 0 1 0 0,0 0-1 0 0,1 0 0 0 0,-1 0 0 0 0,0 0 1 0 0,0 0-1 0 0,0 0 0 0 0,0 0 0 0 0,1-1 0 0 0,-1 1 1 0 0,0 0-1 0 0,0 0 0 0 0,0 0 0 0 0,0 0 1 0 0,0 0-1 0 0,1 0 0 0 0,-1-1 0 0 0,0 1 0 0 0,0 0 1 0 0,0 0-1 0 0,0 0 0 0 0,0 0 0 0 0,0-1 1 0 0,0 1-1 0 0,0 0 0 0 0,0 0 0 0 0,0 0 0 0 0,0 0 1 0 0,0-1-1 0 0,0 1 0 0 0,0 0 0 0 0,0 0 1 0 0,0 0-1 0 0,0-1 0 0 0,0 1 0 0 0,0 0 1 0 0,0 0-1 0 0,0 0 0 0 0,-3-34-3607 0 0,2 23 4504 0 0,0 10-845 0 0,0-8-33 0 0,0-1 1 0 0,1 1 0 0 0,0 0 0 0 0,2-16-1 0 0,-1 23 30 0 0,-1 0-1 0 0,1-1 0 0 0,-1 1 1 0 0,1 0-1 0 0,0 0 0 0 0,0 0 1 0 0,0 0-1 0 0,0 0 0 0 0,0 0 1 0 0,0 0-1 0 0,0 0 1 0 0,1 0-1 0 0,-1 1 0 0 0,1-1 1 0 0,0 1-1 0 0,-1-1 0 0 0,1 1 1 0 0,0-1-1 0 0,0 1 0 0 0,0 0 1 0 0,0 0-1 0 0,0 0 0 0 0,0 0 1 0 0,0 0-1 0 0,3-1 0 0 0,22-4-376 0 0,19-1 4791 0 0,-42 6-3873 0 0,0 1 0 0 0,0 0 0 0 0,1 0 0 0 0,-1 1 0 0 0,0-1 0 0 0,0 1 0 0 0,0 0 0 0 0,0 0 0 0 0,0 0 0 0 0,0 0 0 0 0,0 1 0 0 0,0-1 0 0 0,-1 1 0 0 0,1 0-1 0 0,5 5 1 0 0,-8-7-521 0 0,0 1-1 0 0,0 0 1 0 0,-1 0-1 0 0,1 0 0 0 0,0 0 1 0 0,-1 1-1 0 0,1-1 0 0 0,0 0 1 0 0,-1 0-1 0 0,0 0 1 0 0,1 0-1 0 0,-1 0 0 0 0,0 1 1 0 0,1-1-1 0 0,-1 0 1 0 0,0 0-1 0 0,0 1 0 0 0,0-1 1 0 0,0 0-1 0 0,-1 3 0 0 0,1-2-346 0 0,-1 1 0 0 0,1-1 0 0 0,-1 1 0 0 0,0-1 0 0 0,0 1 0 0 0,0-1 0 0 0,0 0 0 0 0,-3 5 0 0 0,-2 0-5726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8.846"/>
    </inkml:context>
    <inkml:brush xml:id="br0">
      <inkml:brushProperty name="width" value="0.05" units="cm"/>
      <inkml:brushProperty name="height" value="0.05" units="cm"/>
      <inkml:brushProperty name="color" value="#FFFFFF"/>
    </inkml:brush>
  </inkml:definitions>
  <inkml:trace contextRef="#ctx0" brushRef="#br0">109 1 1840 0 0,'4'1'527'0'0,"0"1"-1"0"0,1-1 0 0 0,-1 0 1 0 0,1 0-1 0 0,-1-1 0 0 0,0 1 0 0 0,9-1 1 0 0,-9 0-458 0 0,-1 0 1 0 0,1 0-1 0 0,0 0 1 0 0,-1 0-1 0 0,1 1 0 0 0,0 0 1 0 0,-1 0-1 0 0,1 0 1 0 0,-1 0-1 0 0,1 0 1 0 0,4 3-1 0 0,-8-3-162 0 0,1-1 0 0 0,-1 0 1 0 0,0 1-1 0 0,1-1 0 0 0,-1 1 0 0 0,0-1 0 0 0,1 1 0 0 0,-1-1 1 0 0,0 1-1 0 0,0 0 0 0 0,1-1 0 0 0,-1 1 0 0 0,0-1 0 0 0,0 1 1 0 0,0-1-1 0 0,0 1 0 0 0,0 0 0 0 0,0-1 0 0 0,0 1 0 0 0,0-1 1 0 0,0 1-1 0 0,0 0 0 0 0,0-1 0 0 0,0 1 0 0 0,0-1 0 0 0,0 1 1 0 0,-1 0-1 0 0,1-1 0 0 0,0 1 0 0 0,0-1 0 0 0,-1 1 0 0 0,1-1 1 0 0,0 1-1 0 0,-1-1 0 0 0,1 1 0 0 0,0-1 0 0 0,-2 1 0 0 0,-17 20-1081 0 0,15-18 912 0 0,-6 5 234 0 0,0 1-1 0 0,0-2 0 0 0,-1 1 1 0 0,0-1-1 0 0,-16 7 0 0 0,22-12 29 0 0,0 1 0 0 0,-1-1 0 0 0,1 0-1 0 0,-1-1 1 0 0,0 1 0 0 0,0-1-1 0 0,0 0 1 0 0,1-1 0 0 0,-1 0 0 0 0,0 1-1 0 0,0-2 1 0 0,0 1 0 0 0,-11-3-1 0 0,12 0 532 0 0,11 0 753 0 0,16-1 1716 0 0,-19 3-2539 0 0,78-13 8649 0 0,0-2-4270 0 0,32-7-2549 0 0,-112 23-2408 0 0,24-3 544 0 0,-25 3-521 0 0,1 0 1 0 0,-1 0 0 0 0,0 0 0 0 0,1 0 0 0 0,-1 0-1 0 0,1 0 1 0 0,-1 0 0 0 0,1 0 0 0 0,-1 0 0 0 0,1 0-1 0 0,-1 0 1 0 0,1 0 0 0 0,-1 0 0 0 0,1 0 0 0 0,-1 0-1 0 0,1 0 1 0 0,-1 0 0 0 0,0 1 0 0 0,1-1 0 0 0,-1 0 0 0 0,1 0-1 0 0,-1 1 1 0 0,0-1 0 0 0,1 0 0 0 0,-1 1 0 0 0,1-1-1 0 0,-1 0 1 0 0,0 1 0 0 0,0-1 0 0 0,1 0 0 0 0,-1 1-1 0 0,0-1 1 0 0,0 1 0 0 0,1-1 0 0 0,-1 1 0 0 0,0-1-1 0 0,0 0 1 0 0,0 1 0 0 0,0-1 0 0 0,0 1 0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9.079"/>
    </inkml:context>
    <inkml:brush xml:id="br0">
      <inkml:brushProperty name="width" value="0.05" units="cm"/>
      <inkml:brushProperty name="height" value="0.05" units="cm"/>
      <inkml:brushProperty name="color" value="#FFFFFF"/>
    </inkml:brush>
  </inkml:definitions>
  <inkml:trace contextRef="#ctx0" brushRef="#br0">1 1 2304 0 0,'4'74'3736'0'0,"-2"-44"-711"0"0,-2 44 1 0 0,-2-62-2612 0 0,2-12-520 0 0,0 0 0 0 0,0 0 0 0 0,0 0 0 0 0,0 1 0 0 0,0-1-1 0 0,0 0 1 0 0,0 0 0 0 0,0 0 0 0 0,0 1 0 0 0,0-1 0 0 0,0 0 0 0 0,0 0 0 0 0,0 0 0 0 0,0 1 0 0 0,0-1 0 0 0,0 0 0 0 0,0 0-1 0 0,0 0 1 0 0,-1 1 0 0 0,1-1 0 0 0,0 0 0 0 0,0 0 0 0 0,0 0 0 0 0,0 0 0 0 0,0 0 0 0 0,0 1 0 0 0,-1-1 0 0 0,1 0 0 0 0,0 0 0 0 0,0 0-1 0 0,0 0 1 0 0,-1 0 0 0 0,1 0 0 0 0,0 0 0 0 0,0 0 0 0 0,0 1 0 0 0,0-1 0 0 0,-1 0 0 0 0,1 0 0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9.294"/>
    </inkml:context>
    <inkml:brush xml:id="br0">
      <inkml:brushProperty name="width" value="0.05" units="cm"/>
      <inkml:brushProperty name="height" value="0.05" units="cm"/>
      <inkml:brushProperty name="color" value="#FFFFFF"/>
    </inkml:brush>
  </inkml:definitions>
  <inkml:trace contextRef="#ctx0" brushRef="#br0">3 289 5497 0 0,'-3'-56'584'0'0,"5"51"-258"0"0,-1 0 0 0 0,1 1 0 0 0,0-1 0 0 0,0 1 1 0 0,1 0-1 0 0,-1 0 0 0 0,1 0 0 0 0,0 0 0 0 0,0 0 0 0 0,6-6 0 0 0,-7 9-36 0 0,11-13 1214 0 0,0 1-1 0 0,1 1 1 0 0,1 0-1 0 0,0 1 1 0 0,20-11-1 0 0,0 3 334 0 0,52-20 0 0 0,-61 29-1297 0 0,30-8-1 0 0,-46 16-507 0 0,0-1 1 0 0,1 2-1 0 0,-1 0 0 0 0,0 0 0 0 0,1 0 0 0 0,13 2 0 0 0,-23-1-38 0 0,0 1-1 0 0,0-1 0 0 0,1 0 1 0 0,-1 0-1 0 0,0 0 1 0 0,0 1-1 0 0,0-1 0 0 0,1 1 1 0 0,-1-1-1 0 0,0 1 1 0 0,0-1-1 0 0,0 1 0 0 0,0 0 1 0 0,0-1-1 0 0,0 1 1 0 0,0 0-1 0 0,0 0 1 0 0,0 0-1 0 0,0 0 0 0 0,0 0 1 0 0,-1 0-1 0 0,1 0 1 0 0,0 0-1 0 0,0 2 0 0 0,0-1-39 0 0,-1 0-1 0 0,0 0 0 0 0,1 0 1 0 0,-1 0-1 0 0,0 1 0 0 0,0-1 1 0 0,0 0-1 0 0,-1 0 0 0 0,1 0 1 0 0,0 1-1 0 0,-1-1 0 0 0,-1 4 1 0 0,-2 3-341 0 0,0 1 1 0 0,-1-1 0 0 0,0 0-1 0 0,-12 16 1 0 0,6-12-636 0 0,0 0 0 0 0,-1-1 0 0 0,0 0 0 0 0,-25 18-1 0 0,15-16-373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9.667"/>
    </inkml:context>
    <inkml:brush xml:id="br0">
      <inkml:brushProperty name="width" value="0.05" units="cm"/>
      <inkml:brushProperty name="height" value="0.05" units="cm"/>
      <inkml:brushProperty name="color" value="#FFFFFF"/>
    </inkml:brush>
  </inkml:definitions>
  <inkml:trace contextRef="#ctx0" brushRef="#br0">1 55 5065 0 0,'2'-1'425'0'0,"0"-1"-1"0"0,0 1 1 0 0,0 0 0 0 0,0-1-1 0 0,0 1 1 0 0,0 0 0 0 0,0 1-1 0 0,5-2 1 0 0,-4 1-93 0 0,31-14 2912 0 0,-13 5 126 0 0,29-8 0 0 0,-50 18-3336 0 0,0 0 0 0 0,0 0 0 0 0,0 1 0 0 0,0-1 0 0 0,0 0 0 0 0,0 0 0 0 0,-1 0 0 0 0,1 0 0 0 0,0 0 0 0 0,0 0 0 0 0,0 0 0 0 0,0 0 0 0 0,0 0 0 0 0,0 0 0 0 0,0 0 0 0 0,0 0 0 0 0,0 0 0 0 0,1 1 0 0 0,-1-1 0 0 0,0 0 1 0 0,0 0-1 0 0,0 0 0 0 0,0 0 0 0 0,0 0 0 0 0,0 0 0 0 0,0 0 0 0 0,0 0 0 0 0,0 0 0 0 0,0 0 0 0 0,0 0 0 0 0,0 0 0 0 0,0 0 0 0 0,0 0 0 0 0,0 0 0 0 0,0 0 0 0 0,0 0 0 0 0,0 1 0 0 0,-13 8-78 0 0,-18 10-1856 0 0,14-10 474 0 0,12-7 660 0 0,0 0 0 0 0,1 1 0 0 0,-1 0 0 0 0,1 0 0 0 0,-1 0 0 0 0,1 0 0 0 0,0 0 0 0 0,-6 7 0 0 0,10-9 677 0 0,0-1 0 0 0,0 0 1 0 0,0 1-1 0 0,0-1 0 0 0,0 0 1 0 0,0 1-1 0 0,0-1 0 0 0,0 1 1 0 0,0-1-1 0 0,0 0 0 0 0,0 1 1 0 0,0-1-1 0 0,0 1 0 0 0,0-1 1 0 0,0 0-1 0 0,0 1 0 0 0,0-1 1 0 0,0 1-1 0 0,0-1 0 0 0,1 0 1 0 0,-1 1-1 0 0,0-1 0 0 0,0 0 1 0 0,1 1-1 0 0,-1-1 0 0 0,0 0 1 0 0,0 1-1 0 0,1-1 0 0 0,-1 0 1 0 0,0 0-1 0 0,1 1 0 0 0,-1-1 1 0 0,0 0-1 0 0,1 0 0 0 0,-1 0 1 0 0,0 0-1 0 0,1 1 0 0 0,-1-1 1 0 0,1 0-1 0 0,-1 0 0 0 0,0 0 1 0 0,1 0-1 0 0,-1 0 0 0 0,1 0 1 0 0,-1 0-1 0 0,1 0 0 0 0,20 4-360 0 0,-17-4 1064 0 0,0 1 1 0 0,0-1 0 0 0,0 0 0 0 0,0 0 0 0 0,0-1 0 0 0,0 1 0 0 0,0-1-1 0 0,0 1 1 0 0,0-1 0 0 0,0-1 0 0 0,0 1 0 0 0,-1 0 0 0 0,5-2 4177 0 0,-23 13-4953 0 0,-13 9-7121 0 0,55-15-1628 0 0,30-11 21420 0 0,-59 14-11106 0 0,-3 1-5780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39.806"/>
    </inkml:context>
    <inkml:brush xml:id="br0">
      <inkml:brushProperty name="width" value="0.05" units="cm"/>
      <inkml:brushProperty name="height" value="0.05" units="cm"/>
      <inkml:brushProperty name="color" value="#FFFFFF"/>
    </inkml:brush>
  </inkml:definitions>
  <inkml:trace contextRef="#ctx0" brushRef="#br0">1 30 2761 0 0,'14'-1'2350'0'0,"1"-1"1"0"0,24-5 0 0 0,-4 0-297 0 0,-8 3-734 0 0,-8 0-803 0 0,37-1 1 0 0,-52 5-1913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40.007"/>
    </inkml:context>
    <inkml:brush xml:id="br0">
      <inkml:brushProperty name="width" value="0.05" units="cm"/>
      <inkml:brushProperty name="height" value="0.05" units="cm"/>
      <inkml:brushProperty name="color" value="#FFFFFF"/>
    </inkml:brush>
  </inkml:definitions>
  <inkml:trace contextRef="#ctx0" brushRef="#br0">1 52 10138 0 0,'27'-4'6143'0'0,"174"-24"409"0"0,104 17-5673 0 0,-298 11-909 0 0,10 1-174 0 0,-1-2 1 0 0,26-2 0 0 0,-19-2-320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5T08:49:40.285"/>
    </inkml:context>
    <inkml:brush xml:id="br0">
      <inkml:brushProperty name="width" value="0.05" units="cm"/>
      <inkml:brushProperty name="height" value="0.05" units="cm"/>
      <inkml:brushProperty name="color" value="#FFFFFF"/>
    </inkml:brush>
  </inkml:definitions>
  <inkml:trace contextRef="#ctx0" brushRef="#br0">0 10 9674 0 0,'1'-1'134'0'0,"1"0"0"0"0,0 0 1 0 0,-1 0-1 0 0,1 0 0 0 0,0 0 0 0 0,-1 0 0 0 0,1 1 0 0 0,0-1 0 0 0,0 1 1 0 0,-1-1-1 0 0,1 1 0 0 0,0 0 0 0 0,0-1 0 0 0,0 1 0 0 0,0 0 1 0 0,0 0-1 0 0,0 1 0 0 0,-1-1 0 0 0,1 0 0 0 0,0 0 0 0 0,0 1 0 0 0,0 0 1 0 0,-1-1-1 0 0,1 1 0 0 0,0 0 0 0 0,0 0 0 0 0,2 1 0 0 0,6 4 700 0 0,-1 0-1 0 0,1 0 0 0 0,10 10 0 0 0,-18-14-766 0 0,16 15 676 0 0,-1 0 0 0 0,0 0 1 0 0,-1 2-1 0 0,-1 0 0 0 0,-1 1 0 0 0,-1 0 0 0 0,11 23 0 0 0,-2 2-429 0 0,-2 2-1 0 0,19 65 1 0 0,-29-76-233 0 0,-1 0 0 0 0,-2 1 1 0 0,-2 0-1 0 0,-1 0 0 0 0,-2 71 0 0 0,-3-85-232 0 0,-2 1 0 0 0,0-1 0 0 0,-2 0 0 0 0,0 0 0 0 0,-1 0 0 0 0,-2-1 0 0 0,0 0 0 0 0,-1 0 0 0 0,-2-1 0 0 0,-18 30 0 0 0,5-20-626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6T06:51:37.342"/>
    </inkml:context>
    <inkml:brush xml:id="br0">
      <inkml:brushProperty name="width" value="0.1" units="cm"/>
      <inkml:brushProperty name="height" value="0.1" units="cm"/>
      <inkml:brushProperty name="color" value="#E71224"/>
    </inkml:brush>
  </inkml:definitions>
  <inkml:trace contextRef="#ctx0" brushRef="#br0">1 4897 13852,'6976'-4897'0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41.572"/>
    </inkml:context>
    <inkml:brush xml:id="br0">
      <inkml:brushProperty name="width" value="0.1" units="cm"/>
      <inkml:brushProperty name="height" value="0.1" units="cm"/>
      <inkml:brushProperty name="color" value="#E71224"/>
    </inkml:brush>
  </inkml:definitions>
  <inkml:trace contextRef="#ctx0" brushRef="#br0">47 5 1840 0 0,'-8'-2'791'0'0,"-1"1"-1"0"0,1 0 0 0 0,-13 1 0 0 0,32 13 1683 0 0,-7-8-2308 0 0,11 15 175 0 0,-2 1 1 0 0,0 0-1 0 0,-1 0 1 0 0,17 46-1 0 0,26 105 1125 0 0,-40-119-1065 0 0,12 42 340 0 0,15 51 429 0 0,-5-48-701 0 0,60 111 0 0 0,-92-199-429 0 0,-3-5 36 0 0,1 1 1 0 0,0 0 0 0 0,0-1 0 0 0,0 1 0 0 0,1-1 0 0 0,-1 0 0 0 0,1 0 0 0 0,1-1 0 0 0,6 7 0 0 0,-9-9-66 0 0,3 4-50 0 0,0 0 0 0 0,0 0 0 0 0,-1 1 0 0 0,0-1 0 0 0,0 1 0 0 0,-1 0 0 0 0,0 0 0 0 0,0 0 0 0 0,-1 1 0 0 0,1-1 0 0 0,-2 1 0 0 0,1-1 0 0 0,-1 1 0 0 0,1 11 0 0 0,-2-19 40 0 0,0 1 0 0 0,0-1 0 0 0,0 0 0 0 0,0 0 0 0 0,0 0 0 0 0,0 0 0 0 0,0 0 0 0 0,-1 0 0 0 0,1 1 0 0 0,0-1 0 0 0,0 0 0 0 0,0 0 0 0 0,0 0 0 0 0,0 0 0 0 0,0 0 0 0 0,0 0 0 0 0,0 1 0 0 0,0-1 0 0 0,0 0 0 0 0,0 0 0 0 0,-1 0 0 0 0,1 0 0 0 0,0 0 0 0 0,0 0 0 0 0,0 0 0 0 0,0 0 0 0 0,0 0 0 0 0,0 0 0 0 0,0 1 0 0 0,-1-1 0 0 0,1 0 0 0 0,0 0 0 0 0,0 0 0 0 0,0 0 0 0 0,0 0 0 0 0,0 0 0 0 0,-1 0 0 0 0,1 0 0 0 0,0 0 0 0 0,0 0 0 0 0,0 0 0 0 0,0 0 0 0 0,0 0 0 0 0,-1 0 0 0 0,1 0 0 0 0,0-1 0 0 0,0 1 0 0 0,0 0 0 0 0,0 0 0 0 0,0 0 0 0 0,0 0 0 0 0,-1 0 0 0 0,1-1 0 0 0,-1 0 0 0 0,0 0 0 0 0,1 0 0 0 0,-1 1 0 0 0,0-1 0 0 0,1 0 0 0 0,-1 0 0 0 0,1 0 0 0 0,0-1 0 0 0,-1 1 0 0 0,1 0 0 0 0,0 0 0 0 0,0 0 0 0 0,-1 0 0 0 0,1 0 0 0 0,0-2 0 0 0,0-8-328 0 0,-1-1-1 0 0,1 0 1 0 0,1 1 0 0 0,2-14-1 0 0,1 10-2671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42.317"/>
    </inkml:context>
    <inkml:brush xml:id="br0">
      <inkml:brushProperty name="width" value="0.1" units="cm"/>
      <inkml:brushProperty name="height" value="0.1" units="cm"/>
      <inkml:brushProperty name="color" value="#E71224"/>
    </inkml:brush>
  </inkml:definitions>
  <inkml:trace contextRef="#ctx0" brushRef="#br0">502 1 1840 0 0,'0'15'860'0'0,"1"-12"-715"0"0,-1 0 1 0 0,0 0-1 0 0,0 0 1 0 0,0-1-1 0 0,-1 1 0 0 0,1 0 1 0 0,0 0-1 0 0,-2 4 1 0 0,-37 136 2663 0 0,0 2-922 0 0,19-83-1345 0 0,-4-1 0 0 0,-2-1 1 0 0,-63 104-1 0 0,1-19-25 0 0,45-72-153 0 0,25-38-312 0 0,2 0 0 0 0,1 1 0 0 0,2 1 1 0 0,-14 61-1 0 0,27-97-156 0 0,-1 1 0 0 0,1-1 0 0 0,0 0 0 0 0,-1 1 1 0 0,1-1-1 0 0,-1 0 0 0 0,1 1 0 0 0,-1-1 0 0 0,1 0 0 0 0,-1 0 0 0 0,0 0 1 0 0,0 1-1 0 0,0-1 0 0 0,0 0 0 0 0,0 0 0 0 0,0 0 0 0 0,0 0 1 0 0,0-1-1 0 0,0 1 0 0 0,0 0 0 0 0,0 0 0 0 0,0-1 0 0 0,-1 1 0 0 0,1 0 1 0 0,0-1-1 0 0,-1 1 0 0 0,1-1 0 0 0,0 0 0 0 0,-1 1 0 0 0,1-1 0 0 0,-3 0 1 0 0,4 0-8 0 0,-1 0 1 0 0,1 0-1 0 0,-1 0 1 0 0,1 0 0 0 0,-1 1-1 0 0,1-1 1 0 0,-1 0 0 0 0,1 0-1 0 0,0 0 1 0 0,-1 1-1 0 0,1-1 1 0 0,-1 0 0 0 0,1 1-1 0 0,-1-1 1 0 0,1 0 0 0 0,0 1-1 0 0,-1-1 1 0 0,1 0-1 0 0,0 1 1 0 0,-1 0 0 0 0,-1 3-576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45.371"/>
    </inkml:context>
    <inkml:brush xml:id="br0">
      <inkml:brushProperty name="width" value="0.1" units="cm"/>
      <inkml:brushProperty name="height" value="0.1" units="cm"/>
      <inkml:brushProperty name="color" value="#E71224"/>
    </inkml:brush>
  </inkml:definitions>
  <inkml:trace contextRef="#ctx0" brushRef="#br0">63 992 3889 0 0,'0'1'63'0'0,"-1"0"0"0"0,1-1 0 0 0,0 1 0 0 0,-1-1 0 0 0,1 0 0 0 0,0 1 0 0 0,-1-1 0 0 0,1 1 0 0 0,0-1 1 0 0,-1 1-1 0 0,1-1 0 0 0,-1 0 0 0 0,1 1 0 0 0,-1-1 0 0 0,1 0 0 0 0,-1 0 0 0 0,1 1 0 0 0,-1-1 0 0 0,1 0 0 0 0,-1 0 0 0 0,1 0 0 0 0,-1 0 0 0 0,1 1 1 0 0,-1-1-1 0 0,0 0 0 0 0,1 0 0 0 0,-1 0 0 0 0,1 0 0 0 0,-1 0 0 0 0,1 0 0 0 0,-1-1 0 0 0,0 1 0 0 0,0 0 0 0 0,-3-2 109 0 0,0 0 0 0 0,0 0 0 0 0,0 0 0 0 0,0-1 0 0 0,-6-5 1 0 0,8 6-76 0 0,1 0 1 0 0,-1 1-1 0 0,1-1 1 0 0,0 0-1 0 0,0 0 1 0 0,0 0 0 0 0,0 0-1 0 0,0 0 1 0 0,0 0-1 0 0,0 0 1 0 0,0 0 0 0 0,1-1-1 0 0,-1 1 1 0 0,1 0-1 0 0,0 0 1 0 0,0-5 0 0 0,8-116 770 0 0,0 45-448 0 0,-5 43-287 0 0,1 1 1 0 0,2 0 0 0 0,2 0-1 0 0,1 0 1 0 0,16-40-1 0 0,11-20 151 0 0,-18 51-2 0 0,27-43 0 0 0,-36 72-204 0 0,0 0-1 0 0,1 1 0 0 0,0 1 0 0 0,1-1 0 0 0,0 2 0 0 0,24-19 1 0 0,-2 7 110 0 0,55-27 1 0 0,-25 16-54 0 0,-47 25-27 0 0,2 0 0 0 0,-1 2 1 0 0,1 0-1 0 0,1 0 1 0 0,-1 2-1 0 0,1 1 0 0 0,0 0 1 0 0,0 1-1 0 0,0 1 1 0 0,35 1-1 0 0,-33 0-12 0 0,0 2 1 0 0,0 1-1 0 0,0 1 0 0 0,0 0 1 0 0,-1 2-1 0 0,1 0 0 0 0,-1 1 1 0 0,25 12-1 0 0,-26-9-83 0 0,-1 1 0 0 0,-1 1 0 0 0,0 0 0 0 0,0 2 0 0 0,19 18 0 0 0,-6-1 115 0 0,40 52-1 0 0,-39-43-77 0 0,-13-18 128 0 0,-1 0-1 0 0,-1 2 1 0 0,25 48-1 0 0,-2 9-22 0 0,11 32 184 0 0,-35-74-206 0 0,17 69 1 0 0,-30-103-134 0 0,-1-3 0 0 0,-1 0 0 0 0,1 0 0 0 0,-1 0 0 0 0,0 0 0 0 0,1 0 0 0 0,-1-1 0 0 0,0 1 0 0 0,1 0 0 0 0,-1 0 0 0 0,0 0 0 0 0,0 0 0 0 0,0 0 0 0 0,0 0 0 0 0,0 0 0 0 0,0 0 0 0 0,0 0 0 0 0,0 0 0 0 0,0 1 0 0 0,-1-2 5 0 0,1 0 0 0 0,0 1 1 0 0,-1-1-1 0 0,1 0 0 0 0,0 0 1 0 0,-1 0-1 0 0,1 0 0 0 0,0 0 1 0 0,0 0-1 0 0,-1 0 0 0 0,1 0 1 0 0,0 0-1 0 0,-1 0 0 0 0,1 0 1 0 0,0 0-1 0 0,-1 0 0 0 0,1 0 1 0 0,0 0-1 0 0,-1 0 0 0 0,1 0 1 0 0,0-1-1 0 0,0 1 0 0 0,-1 0 1 0 0,1 0-1 0 0,0 0 0 0 0,-1 0 1 0 0,1-1-1 0 0,0 1 0 0 0,-1 0 1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46.379"/>
    </inkml:context>
    <inkml:brush xml:id="br0">
      <inkml:brushProperty name="width" value="0.1" units="cm"/>
      <inkml:brushProperty name="height" value="0.1" units="cm"/>
      <inkml:brushProperty name="color" value="#E71224"/>
    </inkml:brush>
  </inkml:definitions>
  <inkml:trace contextRef="#ctx0" brushRef="#br0">3 465 1376 0 0,'0'0'63'0'0,"-1"-1"0"0"0,1 0-1 0 0,0 1 1 0 0,0-1-1 0 0,-1 0 1 0 0,1 0 0 0 0,0 1-1 0 0,0-1 1 0 0,0 0 0 0 0,0 0-1 0 0,0 1 1 0 0,0-1 0 0 0,0 0-1 0 0,0 0 1 0 0,0 1 0 0 0,0-1-1 0 0,0 0 1 0 0,0 0-1 0 0,1-1 1 0 0,5-15 532 0 0,-5 13-378 0 0,3-5 64 0 0,1 0 0 0 0,0 0 0 0 0,0 1 0 0 0,0-1 0 0 0,1 1 0 0 0,0 1 0 0 0,1-1-1 0 0,0 1 1 0 0,0 0 0 0 0,10-7 0 0 0,11-7 342 0 0,49-27-1 0 0,-37 25-340 0 0,-1-1 208 0 0,1 2 0 0 0,2 2 0 0 0,61-22 0 0 0,-64 28-17 0 0,38-22-1 0 0,20-8-363 0 0,-81 39-69 0 0,-1 0 1 0 0,1 1-1 0 0,0 0 1 0 0,26-2-1 0 0,158-8 647 0 0,-177 13-471 0 0,0 2 1 0 0,0 1-1 0 0,0 0 0 0 0,0 2 0 0 0,34 10 0 0 0,108 44 1149 0 0,-151-53-1273 0 0,9 4 236 0 0,1 1-1 0 0,-2 2 0 0 0,40 25 1 0 0,-61-37-215 0 0,-3-2-87 0 0,-12-11-386 0 0,-20-17-3076 0 0,21 20-1170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46.999"/>
    </inkml:context>
    <inkml:brush xml:id="br0">
      <inkml:brushProperty name="width" value="0.1" units="cm"/>
      <inkml:brushProperty name="height" value="0.1" units="cm"/>
      <inkml:brushProperty name="color" value="#E71224"/>
    </inkml:brush>
  </inkml:definitions>
  <inkml:trace contextRef="#ctx0" brushRef="#br0">0 1 456 0 0,'0'2'0'0'0,"3"90"4203"0"0,12 43-2429 0 0,0 2-1245 0 0,12 74-2381 0 0,-20-182-851 0 0,-8-23 2376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47.587"/>
    </inkml:context>
    <inkml:brush xml:id="br0">
      <inkml:brushProperty name="width" value="0.1" units="cm"/>
      <inkml:brushProperty name="height" value="0.1" units="cm"/>
      <inkml:brushProperty name="color" value="#E71224"/>
    </inkml:brush>
  </inkml:definitions>
  <inkml:trace contextRef="#ctx0" brushRef="#br0">82 0 456 0 0,'-1'12'713'0'0,"-1"0"0"0"0,1 0 0 0 0,-7 22 0 0 0,-1 6 308 0 0,-8 122 630 0 0,6-41-1582 0 0,-3-38-925 0 0,7-49 126 0 0,2 0-1 0 0,-1 42 1 0 0,6-75 678 0 0,0 1 0 0 0,0-1 0 0 0,0 0 0 0 0,0 1 0 0 0,0-1-1 0 0,0 0 1 0 0,0 1 0 0 0,0-1 0 0 0,1 0 0 0 0,-1 1 0 0 0,1-1 0 0 0,-1 0 0 0 0,1 0 0 0 0,-1 0 0 0 0,1 1-1 0 0,0-1 1 0 0,0 0 0 0 0,-1 0 0 0 0,3 1 0 0 0,-2-1 9 0 0,0-1-1 0 0,0 1 1 0 0,1-1 0 0 0,-1 1-1 0 0,1-1 1 0 0,-1 0 0 0 0,0 1-1 0 0,1-1 1 0 0,-1 0-1 0 0,1 0 1 0 0,-1 0 0 0 0,1 0-1 0 0,-1-1 1 0 0,0 1 0 0 0,1 0-1 0 0,-1 0 1 0 0,1-1 0 0 0,0 0-1 0 0,10-2 44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48.023"/>
    </inkml:context>
    <inkml:brush xml:id="br0">
      <inkml:brushProperty name="width" value="0.1" units="cm"/>
      <inkml:brushProperty name="height" value="0.1" units="cm"/>
      <inkml:brushProperty name="color" value="#E71224"/>
    </inkml:brush>
  </inkml:definitions>
  <inkml:trace contextRef="#ctx0" brushRef="#br0">1 13 1848 0 0,'15'-6'48'0'0,"-14"5"-40"0"0,0 0 0 0 0,1 0 0 0 0,-1 0-1 0 0,1 1 1 0 0,0-1 0 0 0,-1 1 0 0 0,1-1-1 0 0,0 1 1 0 0,-1 0 0 0 0,3-1 0 0 0,-3 1-6 0 0,0 1-1 0 0,0-1 1 0 0,0 1 0 0 0,0-1-1 0 0,-1 0 1 0 0,1 1 0 0 0,0-1-1 0 0,0 1 1 0 0,0 0 0 0 0,-1-1 0 0 0,1 1-1 0 0,0 0 1 0 0,-1-1 0 0 0,1 1-1 0 0,-1 0 1 0 0,1 0 0 0 0,-1-1 0 0 0,1 1-1 0 0,-1 0 1 0 0,1 0 0 0 0,-1 0-1 0 0,0 0 1 0 0,0 0 0 0 0,1 1-1 0 0,7 27 707 0 0,0 1-1 0 0,-2 0 0 0 0,3 47 0 0 0,-5-34-651 0 0,-1 0-1 0 0,-2 0 1 0 0,-2 0 0 0 0,-2 0-1 0 0,-2-1 1 0 0,-13 57-1 0 0,15-90-133 0 0,-7 23-1053 0 0,9-31 1112 0 0,1 0-1 0 0,0 0 1 0 0,-1 0-1 0 0,0 0 1 0 0,1 0-1 0 0,-1 0 1 0 0,0-1-1 0 0,1 1 1 0 0,-1 0-1 0 0,0 0 1 0 0,0-1-1 0 0,1 1 1 0 0,-1-1-1 0 0,0 1 1 0 0,0-1-1 0 0,0 1 1 0 0,0-1-1 0 0,0 1 1 0 0,0-1-1 0 0,0 0 1 0 0,0 1-1 0 0,0-1 1 0 0,0 0-1 0 0,0 0 1 0 0,0 0-1 0 0,0 0 1 0 0,-1 0-1 0 0,-8-2 94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48.631"/>
    </inkml:context>
    <inkml:brush xml:id="br0">
      <inkml:brushProperty name="width" value="0.1" units="cm"/>
      <inkml:brushProperty name="height" value="0.1" units="cm"/>
      <inkml:brushProperty name="color" value="#E71224"/>
    </inkml:brush>
  </inkml:definitions>
  <inkml:trace contextRef="#ctx0" brushRef="#br0">0 242 1376 0 0,'3'-1'140'0'0,"-1"0"-1"0"0,0 0 1 0 0,0 0 0 0 0,1 0-1 0 0,-1 0 1 0 0,0 0-1 0 0,4-4 1 0 0,6-3 221 0 0,237-125 4059 0 0,-216 117-4089 0 0,1 2 1 0 0,1 1 0 0 0,0 2 0 0 0,0 1 0 0 0,1 2-1 0 0,0 2 1 0 0,0 1 0 0 0,1 1 0 0 0,0 2 0 0 0,0 2-1 0 0,-1 2 1 0 0,1 1 0 0 0,-1 1 0 0 0,72 19 0 0 0,-106-22-326 0 0,16 4 212 0 0,-1 0 0 0 0,33 15 0 0 0,-46-17-200 0 0,1-1 1 0 0,-1 1 0 0 0,0 0 0 0 0,0-1 0 0 0,0 2-1 0 0,0-1 1 0 0,-1 0 0 0 0,1 1 0 0 0,-1 0-1 0 0,0 0 1 0 0,0 0 0 0 0,0 0 0 0 0,-1 0-1 0 0,1 1 1 0 0,3 8 0 0 0,-1-4-1769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0.857"/>
    </inkml:context>
    <inkml:brush xml:id="br0">
      <inkml:brushProperty name="width" value="0.1" units="cm"/>
      <inkml:brushProperty name="height" value="0.1" units="cm"/>
      <inkml:brushProperty name="color" value="#E71224"/>
    </inkml:brush>
  </inkml:definitions>
  <inkml:trace contextRef="#ctx0" brushRef="#br0">3 1 2304 0 0,'-2'3'2662'0'0,"2"-3"-2616"0"0,10 6 2180 0 0,-4-4-1554 0 0,23 3 77 0 0,2-2 1 0 0,-1-1-1 0 0,0-1 1 0 0,0-1-1 0 0,1-2 1 0 0,-1-1-1 0 0,33-8 1 0 0,-53 11-2225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1.089"/>
    </inkml:context>
    <inkml:brush xml:id="br0">
      <inkml:brushProperty name="width" value="0.1" units="cm"/>
      <inkml:brushProperty name="height" value="0.1" units="cm"/>
      <inkml:brushProperty name="color" value="#E71224"/>
    </inkml:brush>
  </inkml:definitions>
  <inkml:trace contextRef="#ctx0" brushRef="#br0">1 0 7370 0 0,'10'4'402'0'0,"0"-1"0"0"0,1 0 0 0 0,-1-1 0 0 0,1 0 0 0 0,19 1 0 0 0,-2 0 12 0 0,75 7 2133 0 0,113-3 1 0 0,-209-7-2887 0 0,24 1-221 0 0,-30-1 235 0 0,0 0 1 0 0,0 0 0 0 0,1 1-1 0 0,-1-1 1 0 0,0 0 0 0 0,0 1-1 0 0,0-1 1 0 0,0 1 0 0 0,0-1-1 0 0,1 1 1 0 0,0 0 0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1.305"/>
    </inkml:context>
    <inkml:brush xml:id="br0">
      <inkml:brushProperty name="width" value="0.1" units="cm"/>
      <inkml:brushProperty name="height" value="0.1" units="cm"/>
      <inkml:brushProperty name="color" value="#E71224"/>
    </inkml:brush>
  </inkml:definitions>
  <inkml:trace contextRef="#ctx0" brushRef="#br0">1 106 5529 0 0,'140'-25'3134'0'0,"-47"11"-1209"0"0,-69 10-1392 0 0,56-13 851 0 0,-68 13-2215 0 0,0-1 0 0 0,14-6-1 0 0,-25 10 673 0 0,1 1 0 0 0,-1-1 0 0 0,0 0 0 0 0,0 0 0 0 0,0 0 0 0 0,0 0 0 0 0,0 0 0 0 0,0 0-1 0 0,0 0 1 0 0,0-1 0 0 0,-1 1 0 0 0,1 0 0 0 0,0 0 0 0 0,-1-1 0 0 0,1-1 0 0 0,2-3 127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1.476"/>
    </inkml:context>
    <inkml:brush xml:id="br0">
      <inkml:brushProperty name="width" value="0.1" units="cm"/>
      <inkml:brushProperty name="height" value="0.1" units="cm"/>
      <inkml:brushProperty name="color" value="#E71224"/>
    </inkml:brush>
  </inkml:definitions>
  <inkml:trace contextRef="#ctx0" brushRef="#br0">136 0 3225 0 0,'-5'13'256'0'0,"0"1"0"0"0,1-1 0 0 0,1 1 1 0 0,0-1-1 0 0,-1 18 0 0 0,-3 9 107 0 0,0-5-617 0 0,-16 45 0 0 0,19-67-110 0 0,-1 0 0 0 0,-1-1 0 0 0,0 0 1 0 0,-1 0-1 0 0,0-1 0 0 0,-16 20 0 0 0,7-14 310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1.644"/>
    </inkml:context>
    <inkml:brush xml:id="br0">
      <inkml:brushProperty name="width" value="0.1" units="cm"/>
      <inkml:brushProperty name="height" value="0.1" units="cm"/>
      <inkml:brushProperty name="color" value="#E71224"/>
    </inkml:brush>
  </inkml:definitions>
  <inkml:trace contextRef="#ctx0" brushRef="#br0">0 75 5065 0 0,'3'-2'164'0'0,"-1"1"-1"0"0,0-1 1 0 0,1 1-1 0 0,-1 0 1 0 0,1 0-1 0 0,-1 0 1 0 0,1 1 0 0 0,-1-1-1 0 0,1 0 1 0 0,0 1-1 0 0,2-1 1 0 0,11-2 443 0 0,156-37 5322 0 0,-131 33-4930 0 0,0 1 0 0 0,55 0 0 0 0,-92 6-1290 0 0,0 0 0 0 0,0 0 0 0 0,0 0-1 0 0,0 1 1 0 0,0 0 0 0 0,0 0 0 0 0,0 0 0 0 0,0 0 0 0 0,0 0 0 0 0,5 3 0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2.106"/>
    </inkml:context>
    <inkml:brush xml:id="br0">
      <inkml:brushProperty name="width" value="0.1" units="cm"/>
      <inkml:brushProperty name="height" value="0.1" units="cm"/>
      <inkml:brushProperty name="color" value="#E71224"/>
    </inkml:brush>
  </inkml:definitions>
  <inkml:trace contextRef="#ctx0" brushRef="#br0">558 1 5529 0 0,'-10'19'6456'0'0,"-6"3"-4012"0"0,13-17-2738 0 0,-165 229 5434 0 0,128-186-5071 0 0,-2-3 0 0 0,-74 64-1 0 0,102-98-201 0 0,1-1-1 0 0,-22 12 0 0 0,29-19-123 0 0,0 0 1 0 0,0 0-1 0 0,0-1 1 0 0,-1 0 0 0 0,1 0-1 0 0,-1 0 1 0 0,1-1-1 0 0,-1 0 1 0 0,-7 0 0 0 0,12 0-21 0 0,0-1 0 0 0,0-1 0 0 0,1 1 1 0 0,-1 0-1 0 0,0 0 0 0 0,0-1 0 0 0,0 1 1 0 0,0-1-1 0 0,1 0 0 0 0,-1 1 1 0 0,0-1-1 0 0,1 0 0 0 0,-1 0 0 0 0,1 0 1 0 0,-3-2-1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2.322"/>
    </inkml:context>
    <inkml:brush xml:id="br0">
      <inkml:brushProperty name="width" value="0.1" units="cm"/>
      <inkml:brushProperty name="height" value="0.1" units="cm"/>
      <inkml:brushProperty name="color" value="#E71224"/>
    </inkml:brush>
  </inkml:definitions>
  <inkml:trace contextRef="#ctx0" brushRef="#br0">0 1 920 0 0,'93'8'3832'0'0,"-26"-1"-1500"0"0,245 7 7982 0 0,-300-14-10173 0 0,-6 0-293 0 0,-1 0 1 0 0,1 0 0 0 0,0 1 0 0 0,0 0-1 0 0,0 0 1 0 0,-1 0 0 0 0,1 1 0 0 0,0-1-1 0 0,8 5 1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2.522"/>
    </inkml:context>
    <inkml:brush xml:id="br0">
      <inkml:brushProperty name="width" value="0.1" units="cm"/>
      <inkml:brushProperty name="height" value="0.1" units="cm"/>
      <inkml:brushProperty name="color" value="#E71224"/>
    </inkml:brush>
  </inkml:definitions>
  <inkml:trace contextRef="#ctx0" brushRef="#br0">173 0 4609 0 0,'-3'2'282'0'0,"0"-1"1"0"0,0 0-1 0 0,0 1 1 0 0,0 0-1 0 0,0-1 0 0 0,0 1 1 0 0,1 0-1 0 0,-1 1 1 0 0,1-1-1 0 0,-1 0 1 0 0,1 1-1 0 0,-4 5 0 0 0,-24 40 3120 0 0,18-28-2597 0 0,-6 8-1401 0 0,-40 46 1 0 0,43-58-3523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2.894"/>
    </inkml:context>
    <inkml:brush xml:id="br0">
      <inkml:brushProperty name="width" value="0.1" units="cm"/>
      <inkml:brushProperty name="height" value="0.1" units="cm"/>
      <inkml:brushProperty name="color" value="#E71224"/>
    </inkml:brush>
  </inkml:definitions>
  <inkml:trace contextRef="#ctx0" brushRef="#br0">0 192 1376 0 0,'90'-54'1100'0'0,"-51"32"681"0"0,54-41 1 0 0,-91 61-1931 0 0,0 0 1 0 0,0 1-1 0 0,0-1 1 0 0,-1 0-1 0 0,1 0 1 0 0,-1 0-1 0 0,1-1 1 0 0,-1 1 0 0 0,0 0-1 0 0,2-4 1 0 0,-3 5 40 0 0,1 0 1 0 0,-1 0 0 0 0,0 0 0 0 0,0 0-1 0 0,0 1 1 0 0,1-1 0 0 0,-1 0-1 0 0,0 0 1 0 0,0 0 0 0 0,0 0 0 0 0,0 0-1 0 0,-1 0 1 0 0,1 0 0 0 0,0 0 0 0 0,0 0-1 0 0,-1 0 1 0 0,1 1 0 0 0,0-1-1 0 0,-1 0 1 0 0,1 0 0 0 0,0 0 0 0 0,-1 0-1 0 0,0 1 1 0 0,1-1 0 0 0,-1 0 0 0 0,1 1-1 0 0,-1-1 1 0 0,0 0 0 0 0,1 1 0 0 0,-2-2-1 0 0,1 2 111 0 0,1 0 0 0 0,-1 0 0 0 0,0 0 0 0 0,1 0 0 0 0,-1 0 0 0 0,1 1 0 0 0,-1-1 0 0 0,1 0-1 0 0,-1 0 1 0 0,0 0 0 0 0,1 0 0 0 0,-1 1 0 0 0,1-1 0 0 0,-1 0 0 0 0,1 0 0 0 0,-1 1 0 0 0,1-1 0 0 0,-1 1 0 0 0,1-1 0 0 0,-1 0 0 0 0,1 1-1 0 0,0-1 1 0 0,-1 1 0 0 0,1-1 0 0 0,-1 1 0 0 0,1-1 0 0 0,0 1 0 0 0,0-1 0 0 0,-1 2 0 0 0,-12 19 992 0 0,12-18-520 0 0,-11 17 826 0 0,0 0-1 0 0,-17 21 1 0 0,21-32-1556 0 0,0 0 0 0 0,-1 0 0 0 0,0-1 0 0 0,0 0 0 0 0,-1-1 1 0 0,-10 7-1 0 0,3-5-1838 0 0,22-12 521 0 0,-3 0 1587 0 0,19-3 153 0 0,68-15 2941 0 0,23-6 1355 0 0,-55 12-2621 0 0,-58 15-1857 0 0,1 0-1 0 0,0 0 1 0 0,0 0-1 0 0,0 1 1 0 0,0-1-1 0 0,0 0 0 0 0,0 0 1 0 0,0 0-1 0 0,0 0 1 0 0,0 0-1 0 0,0 0 1 0 0,0 0-1 0 0,0 0 1 0 0,0 0-1 0 0,0 1 0 0 0,0-1 1 0 0,0 0-1 0 0,0 0 1 0 0,0 0-1 0 0,0 0 1 0 0,0 0-1 0 0,0 0 1 0 0,0 0-1 0 0,0 0 0 0 0,0 1 1 0 0,0-1-1 0 0,0 0 1 0 0,0 0-1 0 0,0 0 1 0 0,0 0-1 0 0,0 0 1 0 0,0 0-1 0 0,0 0 0 0 0,0 0 1 0 0,0 0-1 0 0,0 0 1 0 0,0 1-1 0 0,0-1 1 0 0,1 0-1 0 0,-1 0 1 0 0,0 0-1 0 0,0 0 0 0 0,0 0 1 0 0,0 0-1 0 0,0 0 1 0 0,0 0-1 0 0,0 0 1 0 0,0 0-1 0 0,0 0 1 0 0,1 0-1 0 0,-1 0 0 0 0,0 0 1 0 0,0 0-1 0 0,0 0 1 0 0,0 0-1 0 0,0 0 1 0 0,0 0-1 0 0,0 0 1 0 0,0 0-1 0 0,1 0 0 0 0,-1 0 1 0 0,0 0-1 0 0,0 0 1 0 0,0 0-1 0 0,0 0 1 0 0,0 0-1 0 0,0 0 1 0 0,-4 7-2518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3.217"/>
    </inkml:context>
    <inkml:brush xml:id="br0">
      <inkml:brushProperty name="width" value="0.1" units="cm"/>
      <inkml:brushProperty name="height" value="0.1" units="cm"/>
      <inkml:brushProperty name="color" value="#E71224"/>
    </inkml:brush>
  </inkml:definitions>
  <inkml:trace contextRef="#ctx0" brushRef="#br0">3 134 920 0 0,'0'0'17'0'0,"0"0"0"0"0,-1 0 0 0 0,1 0 0 0 0,0 0 0 0 0,0 0-1 0 0,0 0 1 0 0,0 0 0 0 0,0 0 0 0 0,0 0 0 0 0,0 0 0 0 0,0 0 0 0 0,0 0 0 0 0,0 0-1 0 0,-1 0 1 0 0,1 0 0 0 0,0 0 0 0 0,0 0 0 0 0,0 0 0 0 0,0 0 0 0 0,0 0 0 0 0,0 0-1 0 0,0 0 1 0 0,0 0 0 0 0,0 0 0 0 0,0-1 0 0 0,0 1 0 0 0,0 0 0 0 0,0 0 0 0 0,0 0-1 0 0,0 0 1 0 0,0 0 0 0 0,0 0 0 0 0,0 0 0 0 0,0 0 0 0 0,0 0 0 0 0,0 0 0 0 0,0-1-1 0 0,0 1 1 0 0,0 0 0 0 0,0 0 0 0 0,0 0 0 0 0,0 0 0 0 0,0 0 0 0 0,0 0 0 0 0,0 0 0 0 0,0 0-1 0 0,0 0 1 0 0,0 0 0 0 0,0-1 0 0 0,0 1 0 0 0,0 0 0 0 0,0 0 0 0 0,0 0 0 0 0,0 0-1 0 0,0 0 1 0 0,0 0 0 0 0,0 0 0 0 0,0 0 0 0 0,0 0 0 0 0,0 0 0 0 0,1 0 0 0 0,-1 0-1 0 0,0 0 1 0 0,0 0 0 0 0,0 0 0 0 0,0 0 0 0 0,0 0 0 0 0,0 0 0 0 0,0 0 0 0 0,13-4 1148 0 0,22 0 776 0 0,-26 3-1461 0 0,58-8 3287 0 0,108-32 1 0 0,-167 39-3831 0 0,0 0 1 0 0,0-1 0 0 0,0 0-1 0 0,0-1 1 0 0,-1 1-1 0 0,1-1 1 0 0,-1-1 0 0 0,0 0-1 0 0,0 0 1 0 0,-1 0-1 0 0,1 0 1 0 0,-1-1 0 0 0,6-7-1 0 0,-9 7-916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3.497"/>
    </inkml:context>
    <inkml:brush xml:id="br0">
      <inkml:brushProperty name="width" value="0.1" units="cm"/>
      <inkml:brushProperty name="height" value="0.1" units="cm"/>
      <inkml:brushProperty name="color" value="#E71224"/>
    </inkml:brush>
  </inkml:definitions>
  <inkml:trace contextRef="#ctx0" brushRef="#br0">18 14 3201 0 0,'-2'0'136'0'0,"0"-2"40"0"0,0 0-176 0 0,0 0 0 0 0,0 0 0 0 0,1 1 0 0 0,-1-1 0 0 0,-2 0 80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6:51:53.805"/>
    </inkml:context>
    <inkml:brush xml:id="br0">
      <inkml:brushProperty name="width" value="0.1" units="cm"/>
      <inkml:brushProperty name="height" value="0.1" units="cm"/>
      <inkml:brushProperty name="color" value="#E71224"/>
    </inkml:brush>
  </inkml:definitions>
  <inkml:trace contextRef="#ctx0" brushRef="#br0">28 1 3513 0 0,'-8'3'1273'0'0,"3"12"481"0"0,2 5-520 0 0,1-1 1 0 0,1 38-1 0 0,8 49 906 0 0,-2-44-1690 0 0,3 48-249 0 0,-12 205 0 0 0,4-315-211 0 0,-7 49-349 0 0,6-44 172 0 0,0 0 0 0 0,0 0-1 0 0,-1 0 1 0 0,0 0 0 0 0,0 0-1 0 0,0-1 1 0 0,-4 7 0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6T06:52:05.665"/>
    </inkml:context>
    <inkml:brush xml:id="br0">
      <inkml:brushProperty name="width" value="0.1" units="cm"/>
      <inkml:brushProperty name="height" value="0.1" units="cm"/>
      <inkml:brushProperty name="color" value="#E71224"/>
    </inkml:brush>
  </inkml:definitions>
  <inkml:trace contextRef="#ctx0" brushRef="#br0">1 7102 9118,'9894'-7102'0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6T07:34:34.910"/>
    </inkml:context>
    <inkml:brush xml:id="br0">
      <inkml:brushProperty name="width" value="0.1" units="cm"/>
      <inkml:brushProperty name="height" value="0.1" units="cm"/>
      <inkml:brushProperty name="color" value="#E71224"/>
    </inkml:brush>
  </inkml:definitions>
  <inkml:trace contextRef="#ctx0" brushRef="#br0">0 6331 16526,'8604'-6331'0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0.760"/>
    </inkml:context>
    <inkml:brush xml:id="br0">
      <inkml:brushProperty name="width" value="0.1" units="cm"/>
      <inkml:brushProperty name="height" value="0.1" units="cm"/>
      <inkml:brushProperty name="color" value="#FFC114"/>
    </inkml:brush>
  </inkml:definitions>
  <inkml:trace contextRef="#ctx0" brushRef="#br0">43 84 6553 0 0,'-1'-1'7'0'0,"-1"0"0"0"0,1 0-1 0 0,0 0 1 0 0,-1 0 0 0 0,1 0-1 0 0,-1 1 1 0 0,1-1 0 0 0,0 0-1 0 0,-1 1 1 0 0,1-1 0 0 0,-3 1-1 0 0,3 0 4 0 0,0-1-1 0 0,0 1 1 0 0,0 0-1 0 0,-1 0 0 0 0,1-1 1 0 0,0 1-1 0 0,0-1 1 0 0,0 1-1 0 0,0-1 1 0 0,0 0-1 0 0,0 1 0 0 0,0-1 1 0 0,0 0-1 0 0,0 0 1 0 0,1 1-1 0 0,-2-2 1 0 0,1 1-5 0 0,1 1 0 0 0,-1-1 0 0 0,1 1 0 0 0,0-1 0 0 0,-1 1 0 0 0,1-1 1 0 0,-1 1-1 0 0,1-1 0 0 0,0 1 0 0 0,0-1 0 0 0,-1 1 0 0 0,1-1 0 0 0,0 1 1 0 0,0-1-1 0 0,-1 0 0 0 0,1 1 0 0 0,0-1 0 0 0,0 1 0 0 0,0-1 0 0 0,0 0 1 0 0,0 1-1 0 0,0-1 0 0 0,0 1 0 0 0,0-1 0 0 0,0 0 0 0 0,0 1 0 0 0,1-1 0 0 0,-1 1 1 0 0,0-1-1 0 0,0 0 0 0 0,0 1 0 0 0,1-1 0 0 0,-1 1 0 0 0,0-1 0 0 0,1 1 1 0 0,-1-1-1 0 0,0 1 0 0 0,1-1 0 0 0,-1 1 0 0 0,1-1 0 0 0,-1 1 0 0 0,1 0 0 0 0,-1-1 1 0 0,1 1-1 0 0,-1 0 0 0 0,1-1 0 0 0,-1 1 0 0 0,1 0 0 0 0,0 0 0 0 0,-1-1 1 0 0,1 1-1 0 0,0 0 0 0 0,11-5 220 0 0,0 1 1 0 0,0 0-1 0 0,1 0 1 0 0,-1 1-1 0 0,1 1 0 0 0,15-1 1 0 0,-14 1-27 0 0,66-5 1297 0 0,113 4 0 0 0,-116 3-575 0 0,-67-1-921 0 0,-6 0 0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1.083"/>
    </inkml:context>
    <inkml:brush xml:id="br0">
      <inkml:brushProperty name="width" value="0.1" units="cm"/>
      <inkml:brushProperty name="height" value="0.1" units="cm"/>
      <inkml:brushProperty name="color" value="#FFC114"/>
    </inkml:brush>
  </inkml:definitions>
  <inkml:trace contextRef="#ctx0" brushRef="#br0">39 1 6553 0 0,'-4'12'229'0'0,"0"0"0"0"0,1 1-1 0 0,0 0 1 0 0,1 0-1 0 0,0-1 1 0 0,0 20-1 0 0,1-15-65 0 0,-1 56 1343 0 0,12 115 0 0 0,-4-106-604 0 0,-2-28-263 0 0,5 235 2687 0 0,-9-265-2978 0 0,0-4-70 0 0,-1-1 0 0 0,0 1 0 0 0,-2 0 0 0 0,-8 31 0 0 0,11-50-261 0 0,0 0-1 0 0,0 0 0 0 0,-1 0 1 0 0,1 0-1 0 0,0 0 0 0 0,-1-1 1 0 0,1 1-1 0 0,-1 0 1 0 0,1 0-1 0 0,-1 0 0 0 0,0-1 1 0 0,1 1-1 0 0,-1 0 0 0 0,0-1 1 0 0,1 1-1 0 0,-1 0 0 0 0,0-1 1 0 0,0 1-1 0 0,0-1 0 0 0,1 1 1 0 0,-1-1-1 0 0,0 0 1 0 0,0 1-1 0 0,0-1 0 0 0,0 0 1 0 0,0 0-1 0 0,0 1 0 0 0,0-1 1 0 0,0 0-1 0 0,0 0 0 0 0,-1 0 1 0 0,-3-2-17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1.254"/>
    </inkml:context>
    <inkml:brush xml:id="br0">
      <inkml:brushProperty name="width" value="0.1" units="cm"/>
      <inkml:brushProperty name="height" value="0.1" units="cm"/>
      <inkml:brushProperty name="color" value="#FFC114"/>
    </inkml:brush>
  </inkml:definitions>
  <inkml:trace contextRef="#ctx0" brushRef="#br0">0 1 6553 0 0,'4'0'0'0'0,"0"0"0"0"0,0 2 0 0 0,-2-2 0 0 0,3 2 241 0 0,-1 0-241 0 0,6 0 0 0 0,4 1 537 0 0,1 1-537 0 0,1 4 240 0 0,-5 2-240 0 0,-3-3 241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1.377"/>
    </inkml:context>
    <inkml:brush xml:id="br0">
      <inkml:brushProperty name="width" value="0.1" units="cm"/>
      <inkml:brushProperty name="height" value="0.1" units="cm"/>
      <inkml:brushProperty name="color" value="#FFC114"/>
    </inkml:brush>
  </inkml:definitions>
  <inkml:trace contextRef="#ctx0" brushRef="#br0">1 82 6553 0 0,'7'2'241'0'0,"-3"-2"-241"0"0,2 0 0 0 0,-2-2 0 0 0,0 0 0 0 0,0 0 340 0 0,2-2-340 0 0,1-4 0 0 0,7-1 240 0 0,5-9 100 0 0,2 1-362 0 0,-1-5 0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1.579"/>
    </inkml:context>
    <inkml:brush xml:id="br0">
      <inkml:brushProperty name="width" value="0.1" units="cm"/>
      <inkml:brushProperty name="height" value="0.1" units="cm"/>
      <inkml:brushProperty name="color" value="#FFC114"/>
    </inkml:brush>
  </inkml:definitions>
  <inkml:trace contextRef="#ctx0" brushRef="#br0">54 1 6553 0 0,'-3'5'127'0'0,"0"1"-1"0"0,1 0 0 0 0,-1 0 0 0 0,1 0 0 0 0,-1 7 0 0 0,1-5 36 0 0,-1-1-1 0 0,1 1 0 0 0,-6 9 0 0 0,-8 23 416 0 0,9-23-577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1.795"/>
    </inkml:context>
    <inkml:brush xml:id="br0">
      <inkml:brushProperty name="width" value="0.1" units="cm"/>
      <inkml:brushProperty name="height" value="0.1" units="cm"/>
      <inkml:brushProperty name="color" value="#FFC114"/>
    </inkml:brush>
  </inkml:definitions>
  <inkml:trace contextRef="#ctx0" brushRef="#br0">1 0 6553 0 0,'24'21'484'0'0,"0"0"-1"0"0,2-2 0 0 0,0-1 0 0 0,1-1 0 0 0,1-1 0 0 0,0-2 0 0 0,41 15 0 0 0,-29-11-46 0 0,-30-13-237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2.215"/>
    </inkml:context>
    <inkml:brush xml:id="br0">
      <inkml:brushProperty name="width" value="0.1" units="cm"/>
      <inkml:brushProperty name="height" value="0.1" units="cm"/>
      <inkml:brushProperty name="color" value="#FFC114"/>
    </inkml:brush>
  </inkml:definitions>
  <inkml:trace contextRef="#ctx0" brushRef="#br0">86 8 6553 0 0,'0'-1'11'0'0,"0"1"-1"0"0,0 0 0 0 0,0-1 1 0 0,1 1-1 0 0,-1-1 1 0 0,0 1-1 0 0,0 0 0 0 0,1-1 1 0 0,-1 1-1 0 0,0 0 0 0 0,1-1 1 0 0,-1 1-1 0 0,0 0 0 0 0,1 0 1 0 0,-1-1-1 0 0,1 1 1 0 0,-1 0-1 0 0,0 0 0 0 0,1 0 1 0 0,-1-1-1 0 0,1 1 0 0 0,-1 0 1 0 0,1 0-1 0 0,-1 0 0 0 0,0 0 1 0 0,1 0-1 0 0,-1 0 0 0 0,1 0 1 0 0,-1 0-1 0 0,1 0 1 0 0,-1 0-1 0 0,1 0 0 0 0,-1 0 1 0 0,0 0-1 0 0,2 1 0 0 0,-1 0 17 0 0,0 0-1 0 0,0 0 1 0 0,0 0-1 0 0,0 0 0 0 0,0 0 1 0 0,0 0-1 0 0,0 1 1 0 0,0-1-1 0 0,0 0 1 0 0,1 3-1 0 0,1 3 83 0 0,0 1 1 0 0,0-1-1 0 0,2 13 0 0 0,-3-5 156 0 0,-1 1 0 0 0,0 0 1 0 0,-1-1-1 0 0,-2 19 0 0 0,-13 63 852 0 0,11-70-847 0 0,-5 18 653 0 0,-17 53 1 0 0,18-74-565 0 0,-1 0-1 0 0,-1-1 1 0 0,-23 40 0 0 0,19-43-75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2.386"/>
    </inkml:context>
    <inkml:brush xml:id="br0">
      <inkml:brushProperty name="width" value="0.1" units="cm"/>
      <inkml:brushProperty name="height" value="0.1" units="cm"/>
      <inkml:brushProperty name="color" value="#FFC114"/>
    </inkml:brush>
  </inkml:definitions>
  <inkml:trace contextRef="#ctx0" brushRef="#br0">1 160 6553 0 0,'35'-26'171'0'0,"-4"2"-122"0"0,2 2 0 0 0,0 1 1 0 0,1 1-1 0 0,48-20 0 0 0,-58 34-58 0 0,-15 7 15 0 0,-9-1-5 0 0,0 1 0 0 0,0-1 0 0 0,1 0 1 0 0,-1 1-1 0 0,0-1 0 0 0,0 0 0 0 0,0 1 0 0 0,0-1 1 0 0,0 0-1 0 0,0 1 0 0 0,0-1 0 0 0,-1 0 1 0 0,1 1-1 0 0,0-1 0 0 0,0 0 0 0 0,0 0 1 0 0,0 1-1 0 0,0-1 0 0 0,0 0 0 0 0,-1 1 1 0 0,1-1-1 0 0,0 0 0 0 0,0 0 0 0 0,0 1 0 0 0,-1-1 1 0 0,1 0-1 0 0,0 0 0 0 0,0 0 0 0 0,-1 1 1 0 0,-2 3 82 0 0,0 0 0 0 0,0-1 1 0 0,-1 1-1 0 0,0-1 1 0 0,0 0-1 0 0,0 0 1 0 0,0 0-1 0 0,-8 4 0 0 0,-7 1 112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2.525"/>
    </inkml:context>
    <inkml:brush xml:id="br0">
      <inkml:brushProperty name="width" value="0.1" units="cm"/>
      <inkml:brushProperty name="height" value="0.1" units="cm"/>
      <inkml:brushProperty name="color" value="#FFC114"/>
    </inkml:brush>
  </inkml:definitions>
  <inkml:trace contextRef="#ctx0" brushRef="#br0">0 0 6553 0 0,'1'5'107'0'0,"0"0"0"0"0,0 0 0 0 0,0 0 0 0 0,1 0 0 0 0,0 0 0 0 0,0-1 0 0 0,0 1 0 0 0,4 5 0 0 0,3 8 125 0 0,10 23 409 0 0,1-1 0 0 0,3 0 0 0 0,1-1-1 0 0,2-2 1 0 0,44 49 0 0 0,-65-80-507 0 0,1-1 0 0 0,0 0 0 0 0,0 0 0 0 0,12 7 0 0 0,-17-11-104 0 0,1 0 0 0 0,-1 0 0 0 0,1-1 0 0 0,0 1 0 0 0,-1 0 0 0 0,1-1 0 0 0,0 0 0 0 0,-1 1 0 0 0,1-1 0 0 0,0 0 0 0 0,3 0 0 0 0,-4 0-17 0 0,0 0 0 0 0,0-1 0 0 0,0 1 0 0 0,0 0 0 0 0,0-1 0 0 0,-1 1 0 0 0,1 0 0 0 0,0-1 1 0 0,0 0-1 0 0,0 1 0 0 0,-1-1 0 0 0,1 1 0 0 0,0-1 0 0 0,0 0 0 0 0,-1 1 0 0 0,1-1 0 0 0,-1 0 0 0 0,1 0 0 0 0,-1 0 1 0 0,1 1-1 0 0,-1-1 0 0 0,1 0 0 0 0,-1-1 0 0 0,3-5-13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2.712"/>
    </inkml:context>
    <inkml:brush xml:id="br0">
      <inkml:brushProperty name="width" value="0.1" units="cm"/>
      <inkml:brushProperty name="height" value="0.1" units="cm"/>
      <inkml:brushProperty name="color" value="#FFC114"/>
    </inkml:brush>
  </inkml:definitions>
  <inkml:trace contextRef="#ctx0" brushRef="#br0">269 0 6553 0 0,'-10'19'465'0'0,"0"-1"0"0"0,-13 36 0 0 0,6-12 168 0 0,-11 23 266 0 0,8-17 35 0 0,-2 0 0 0 0,-45 71-1 0 0,62-111-823 0 0,0 0 1 0 0,-1-1-1 0 0,1 0 0 0 0,-1-1 0 0 0,-1 1 0 0 0,1-1 0 0 0,-1 0 0 0 0,-12 8 0 0 0,13-13-110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2.993"/>
    </inkml:context>
    <inkml:brush xml:id="br0">
      <inkml:brushProperty name="width" value="0.1" units="cm"/>
      <inkml:brushProperty name="height" value="0.1" units="cm"/>
      <inkml:brushProperty name="color" value="#FFC114"/>
    </inkml:brush>
  </inkml:definitions>
  <inkml:trace contextRef="#ctx0" brushRef="#br0">143 20 6553 0 0,'1'-1'-13'0'0,"19"-16"435"0"0,-19 17-411 0 0,-1 0 1 0 0,0-1 0 0 0,0 1 0 0 0,1 0 0 0 0,-1 0 0 0 0,0 0 0 0 0,0 0 0 0 0,1 0-1 0 0,-1 0 1 0 0,0 0 0 0 0,1 0 0 0 0,-1 0 0 0 0,0 0 0 0 0,0 0 0 0 0,1 0-1 0 0,-1 0 1 0 0,0 0 0 0 0,1 0 0 0 0,-1 0 0 0 0,0 0 0 0 0,0 0 0 0 0,1 0-1 0 0,-1 0 1 0 0,0 0 0 0 0,1 0 0 0 0,-1 0 0 0 0,0 1 0 0 0,1-1-5 0 0,-1 1 0 0 0,1 0 0 0 0,-1 0 0 0 0,0-1 0 0 0,0 1 0 0 0,0 0 0 0 0,1 0 0 0 0,-1-1 0 0 0,0 1 0 0 0,0 0 0 0 0,0 0 1 0 0,0-1-1 0 0,0 1 0 0 0,0 0 0 0 0,0 0 0 0 0,-1 1 0 0 0,-2 16 385 0 0,-2 0 0 0 0,0 0 1 0 0,-13 28-1 0 0,3-4 147 0 0,-6 22 296 0 0,-15 41 372 0 0,29-87-870 0 0,-1-1 0 0 0,0-1 1 0 0,-21 29-1 0 0,10-20-54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3.149"/>
    </inkml:context>
    <inkml:brush xml:id="br0">
      <inkml:brushProperty name="width" value="0.1" units="cm"/>
      <inkml:brushProperty name="height" value="0.1" units="cm"/>
      <inkml:brushProperty name="color" value="#FFC114"/>
    </inkml:brush>
  </inkml:definitions>
  <inkml:trace contextRef="#ctx0" brushRef="#br0">1 41 6553 0 0,'18'-8'376'0'0,"2"1"-1"0"0,-1 0 0 0 0,1 2 1 0 0,35-6-1 0 0,-40 10-184 0 0,0 0-1 0 0,-1 0 1 0 0,1 1 0 0 0,0 1-1 0 0,-1 0 1 0 0,1 1 0 0 0,18 6-1 0 0,-30-8-152 0 0,-1 1 0 0 0,1 0 0 0 0,-1 0 0 0 0,1 0-1 0 0,-1 0 1 0 0,0 1 0 0 0,1-1 0 0 0,2 3 0 0 0,-4-3-25 0 0,0 0 0 0 0,0 0 1 0 0,-1 0-1 0 0,1 0 0 0 0,0 0 1 0 0,-1 0-1 0 0,1 0 0 0 0,-1 0 1 0 0,1 0-1 0 0,-1 0 0 0 0,1 0 1 0 0,-1 1-1 0 0,0-1 0 0 0,1 0 1 0 0,-1 0-1 0 0,0 1 0 0 0,0-1 1 0 0,0 0-1 0 0,0 0 0 0 0,0 2 1 0 0,-2 8-14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3.304"/>
    </inkml:context>
    <inkml:brush xml:id="br0">
      <inkml:brushProperty name="width" value="0.1" units="cm"/>
      <inkml:brushProperty name="height" value="0.1" units="cm"/>
      <inkml:brushProperty name="color" value="#FFC114"/>
    </inkml:brush>
  </inkml:definitions>
  <inkml:trace contextRef="#ctx0" brushRef="#br0">0 125 6553 0 0,'12'-4'0'0'0,"-6"2"241"0"0,0 0-241 0 0,0 0 0 0 0,-1 0 0 0 0,-1 0 340 0 0,4-2-340 0 0,6-1 0 0 0,5-3 240 0 0,8-2 520 0 0,2 0-760 0 0,-6-1-47 0 0,1-1 47 0 0,-7 1-60 0 0,0-1 60 0 0,-3-2-21 0 0,-4 1 0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3.459"/>
    </inkml:context>
    <inkml:brush xml:id="br0">
      <inkml:brushProperty name="width" value="0.1" units="cm"/>
      <inkml:brushProperty name="height" value="0.1" units="cm"/>
      <inkml:brushProperty name="color" value="#FFC114"/>
    </inkml:brush>
  </inkml:definitions>
  <inkml:trace contextRef="#ctx0" brushRef="#br0">60 1 6553 0 0,'1'60'697'0'0,"0"0"580"0"0,-9 90 1 0 0,-2-92-274 0 0,-19 65-1 0 0,14-76-369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3.629"/>
    </inkml:context>
    <inkml:brush xml:id="br0">
      <inkml:brushProperty name="width" value="0.1" units="cm"/>
      <inkml:brushProperty name="height" value="0.1" units="cm"/>
      <inkml:brushProperty name="color" value="#FFC114"/>
    </inkml:brush>
  </inkml:definitions>
  <inkml:trace contextRef="#ctx0" brushRef="#br0">1 199 6553 0 0,'0'-2'0'0'0,"0"0"0"0"0,0 0 0 0 0,0 1 0 0 0,0-1 0 0 0,1 0 0 0 0,-1 0 0 0 0,1 1 0 0 0,-1-1 0 0 0,1 0 0 0 0,-1 1 0 0 0,1-1 0 0 0,0 1 0 0 0,0-1 0 0 0,0 1 0 0 0,2-3 0 0 0,0 1 0 0 0,1 0 0 0 0,-1 0 0 0 0,1 1 0 0 0,7-5 0 0 0,-1 1 0 0 0,26-13 267 0 0,0 2 0 0 0,0 1-1 0 0,68-19 1 0 0,-48 17 229 0 0,-36 11-467 0 0,30-16 0 0 0,-30 13-55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3.844"/>
    </inkml:context>
    <inkml:brush xml:id="br0">
      <inkml:brushProperty name="width" value="0.1" units="cm"/>
      <inkml:brushProperty name="height" value="0.1" units="cm"/>
      <inkml:brushProperty name="color" value="#FFC114"/>
    </inkml:brush>
  </inkml:definitions>
  <inkml:trace contextRef="#ctx0" brushRef="#br0">1 29 6553 0 0,'151'-8'2003'0'0,"-23"-12"-825"0"0,-128 20-1170 0 0,0 0 0 0 0,1 0 0 0 0,-1 0 0 0 0,0 0 0 0 0,0 0-1 0 0,0 0 1 0 0,1 0 0 0 0,-1 0 0 0 0,0 0 0 0 0,0 0 0 0 0,1 0 0 0 0,-1 0 0 0 0,0 0 0 0 0,0 0 0 0 0,1 0 0 0 0,-1 0 0 0 0,0 0 0 0 0,0 0-1 0 0,0 0 1 0 0,1 0 0 0 0,-1 0 0 0 0,0 0 0 0 0,0 0 0 0 0,1 0 0 0 0,-1 1 0 0 0,0-1 0 0 0,0 0 0 0 0,0 0 0 0 0,0 0 0 0 0,1 0 0 0 0,-1 0-1 0 0,0 1 1 0 0,0-1 0 0 0,0 0 0 0 0,0 0 0 0 0,1 0 0 0 0,-1 1 0 0 0,0-1 0 0 0,0 0 0 0 0,-4 10 363 0 0,2-4-479 0 0,-4 5 108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4.093"/>
    </inkml:context>
    <inkml:brush xml:id="br0">
      <inkml:brushProperty name="width" value="0.1" units="cm"/>
      <inkml:brushProperty name="height" value="0.1" units="cm"/>
      <inkml:brushProperty name="color" value="#FFC114"/>
    </inkml:brush>
  </inkml:definitions>
  <inkml:trace contextRef="#ctx0" brushRef="#br0">307 96 6553 0 0,'7'-5'165'0'0,"1"1"-1"0"0,0-1 0 0 0,0 1 0 0 0,0 1 0 0 0,0 0 0 0 0,11-3 0 0 0,17-7 226 0 0,-29 10-337 0 0,24-12 291 0 0,-30 15-337 0 0,0-1 0 0 0,1 0 0 0 0,-1 0-1 0 0,0 0 1 0 0,1 0 0 0 0,-1 0 0 0 0,0 0-1 0 0,0-1 1 0 0,0 1 0 0 0,0 0 0 0 0,0-1 0 0 0,0 1-1 0 0,0 0 1 0 0,-1-1 0 0 0,1 1 0 0 0,1-3-1 0 0,-2 3-5 0 0,0 1-1 0 0,0-1 1 0 0,0 1-1 0 0,0 0 1 0 0,0-1-1 0 0,0 1 0 0 0,0 0 1 0 0,0-1-1 0 0,0 1 1 0 0,0-1-1 0 0,0 1 1 0 0,0 0-1 0 0,0-1 1 0 0,0 1-1 0 0,-1 0 0 0 0,1-1 1 0 0,0 1-1 0 0,0-1 1 0 0,0 1-1 0 0,0 0 1 0 0,-1-1-1 0 0,1 1 1 0 0,0 0-1 0 0,0 0 1 0 0,-1-1-1 0 0,1 1 0 0 0,0 0 1 0 0,-1 0-1 0 0,0-1 1 0 0,-12 0 110 0 0,-14 9 155 0 0,6 5 96 0 0,0 1 0 0 0,0 1 1 0 0,2 0-1 0 0,-28 29 0 0 0,12-12 334 0 0,-98 97 1080 0 0,104-97-1179 0 0,2 1 0 0 0,-30 48 1 0 0,47-67-421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4.280"/>
    </inkml:context>
    <inkml:brush xml:id="br0">
      <inkml:brushProperty name="width" value="0.1" units="cm"/>
      <inkml:brushProperty name="height" value="0.1" units="cm"/>
      <inkml:brushProperty name="color" value="#FFC114"/>
    </inkml:brush>
  </inkml:definitions>
  <inkml:trace contextRef="#ctx0" brushRef="#br0">27 9 6553 0 0,'1'-1'15'0'0,"0"0"0"0"0,0 0 0 0 0,1 1 0 0 0,-1-1-1 0 0,0 0 1 0 0,1 1 0 0 0,-1-1 0 0 0,0 1 0 0 0,1-1-1 0 0,-1 1 1 0 0,1-1 0 0 0,-1 1 0 0 0,3 0 0 0 0,-4 0-5 0 0,1 0 0 0 0,0 1 1 0 0,-1-1-1 0 0,1 1 1 0 0,-1-1-1 0 0,1 0 1 0 0,0 1-1 0 0,-1-1 1 0 0,1 1-1 0 0,-1-1 1 0 0,1 1-1 0 0,-1 0 0 0 0,0-1 1 0 0,1 1-1 0 0,-1-1 1 0 0,0 1-1 0 0,1 0 1 0 0,-1-1-1 0 0,0 1 1 0 0,1 0-1 0 0,-1-1 0 0 0,0 1 1 0 0,0 0-1 0 0,0 0 1 0 0,0-1-1 0 0,0 1 1 0 0,0 0-1 0 0,0 0 1 0 0,0 1-1 0 0,1 13 259 0 0,-1 0 0 0 0,-1 0 0 0 0,0 0 0 0 0,-6 23-1 0 0,-19 59 938 0 0,6-26-527 0 0,19-68-621 0 0,0 0 0 0 0,0 1-1 0 0,1-1 1 0 0,-1 1 0 0 0,1-1 0 0 0,0 0 0 0 0,0 1-1 0 0,1-1 1 0 0,-1 1 0 0 0,1-1 0 0 0,-1 1 0 0 0,2 3-1 0 0,-1-5-37 0 0,0-1-1 0 0,0 1 0 0 0,0-1 0 0 0,0 0 0 0 0,-1 0 1 0 0,2 1-1 0 0,-1-1 0 0 0,0 0 0 0 0,0 0 0 0 0,0 0 1 0 0,0 0-1 0 0,1 0 0 0 0,-1 0 0 0 0,0-1 0 0 0,1 1 1 0 0,-1 0-1 0 0,1-1 0 0 0,-1 1 0 0 0,1-1 0 0 0,-1 1 1 0 0,1-1-1 0 0,-1 0 0 0 0,1 0 0 0 0,0 1 0 0 0,-1-1 1 0 0,1 0-1 0 0,-1 0 0 0 0,3-1 0 0 0,2 0 36 0 0,-1 0 0 0 0,1 0 0 0 0,-1 0 1 0 0,1-1-1 0 0,-1 0 0 0 0,0 0 0 0 0,0 0 0 0 0,0-1 0 0 0,6-3 0 0 0,-1-1 68 0 0,1-1 0 0 0,-2 0 0 0 0,10-10 0 0 0,1-2-240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4.532"/>
    </inkml:context>
    <inkml:brush xml:id="br0">
      <inkml:brushProperty name="width" value="0.1" units="cm"/>
      <inkml:brushProperty name="height" value="0.1" units="cm"/>
      <inkml:brushProperty name="color" value="#FFC114"/>
    </inkml:brush>
  </inkml:definitions>
  <inkml:trace contextRef="#ctx0" brushRef="#br0">201 1 6553 0 0,'-15'14'365'0'0,"2"1"0"0"0,0 0 0 0 0,1 1 0 0 0,0 1 0 0 0,-16 31 0 0 0,-5 6 183 0 0,4-16 130 0 0,19-27-452 0 0,1 1 0 0 0,1-1 0 0 0,-8 15 0 0 0,16-25-210 0 0,-1 0 1 0 0,1 0-1 0 0,0 0 0 0 0,-1 0 1 0 0,1 0-1 0 0,0 0 0 0 0,0 0 1 0 0,0 1-1 0 0,-1-1 1 0 0,1 0-1 0 0,0 0 0 0 0,1 0 1 0 0,-1 0-1 0 0,0 0 1 0 0,0 1-1 0 0,0-1 0 0 0,1 0 1 0 0,-1 0-1 0 0,0 0 0 0 0,1 0 1 0 0,-1 0-1 0 0,1 0 1 0 0,0 0-1 0 0,-1 0 0 0 0,1 0 1 0 0,0 0-1 0 0,-1 0 1 0 0,1-1-1 0 0,0 1 0 0 0,0 0 1 0 0,0 0-1 0 0,0-1 1 0 0,1 2-1 0 0,5 2 97 0 0,-1 0 1 0 0,1-1-1 0 0,0 1 1 0 0,8 1-1 0 0,-3 0 163 0 0,63 20 557 0 0,-35-12-285 0 0,39 16 530 0 0,-71-27-1078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05.355"/>
    </inkml:context>
    <inkml:brush xml:id="br0">
      <inkml:brushProperty name="width" value="0.1" units="cm"/>
      <inkml:brushProperty name="height" value="0.1" units="cm"/>
      <inkml:brushProperty name="color" value="#FFC114"/>
    </inkml:brush>
  </inkml:definitions>
  <inkml:trace contextRef="#ctx0" brushRef="#br0">2488 799 6553 0 0,'-13'33'502'0'0,"-1"-1"-1"0"0,-2 0 1 0 0,0-1-1 0 0,-3-1 0 0 0,0-1 1 0 0,-2 0-1 0 0,-25 26 0 0 0,-183 169 3128 0 0,221-216-3516 0 0,-101 85 2640 0 0,-137 89 0 0 0,220-164-2329 0 0,-1-2 0 0 0,0-1 1 0 0,-1-1-1 0 0,0-1 0 0 0,-2-2 1 0 0,1 0-1 0 0,-1-2 0 0 0,0-2 1 0 0,-1-1-1 0 0,-48 4 0 0 0,-54-6-372 0 0,-166-18 1 0 0,-130-39-62 0 0,423 52 14 0 0,-44-6-42 0 0,0-2 1 0 0,-58-19 0 0 0,94 24-137 0 0,0-2-1 0 0,0 0 1 0 0,0 0 0 0 0,1-1 0 0 0,0-1 0 0 0,0 0 0 0 0,1-1 0 0 0,0-1 0 0 0,0 0 0 0 0,1 0 0 0 0,-18-23-1 0 0,14 12-157 0 0,1-1-1 0 0,1 0 1 0 0,2-1-1 0 0,0-1 1 0 0,1 1-1 0 0,2-2 1 0 0,-7-27-1 0 0,7 16-299 0 0,2 0-1 0 0,1-1 0 0 0,2 1 1 0 0,2-52-1 0 0,2 56 249 0 0,3 0-1 0 0,0 0 1 0 0,2 1-1 0 0,1 0 1 0 0,2 0-1 0 0,0 1 1 0 0,3 0-1 0 0,0 0 0 0 0,2 2 1 0 0,1-1-1 0 0,1 2 1 0 0,2 0-1 0 0,0 1 1 0 0,26-27-1 0 0,-12 20-373 0 0,1 1 0 0 0,2 2 0 0 0,76-50 0 0 0,130-56-492 0 0,-156 95 1246 0 0,2 5-1 0 0,1 3 1 0 0,141-32-1 0 0,-90 36 91 0 0,237-17 1 0 0,-299 41 1160 0 0,1 3 0 0 0,-1 4 0 0 0,107 16 1 0 0,-146-12-735 0 0,-1 2-1 0 0,-1 2 1 0 0,1 1 0 0 0,-2 2 0 0 0,0 1 0 0 0,0 2-1 0 0,-2 1 1 0 0,63 43 0 0 0,-85-52-312 0 0,0 1 1 0 0,-1 1-1 0 0,0-1 0 0 0,-1 1 0 0 0,15 21 0 0 0,-20-26-112 0 0,-1 1-1 0 0,1 0 0 0 0,-1 0 1 0 0,-1 0-1 0 0,1 0 1 0 0,-1 0-1 0 0,0 1 0 0 0,-1-1 1 0 0,1 1-1 0 0,-1-1 0 0 0,0 1 1 0 0,-1 0-1 0 0,0-1 0 0 0,0 8 1 0 0,-6 14 392 0 0,0 0 1 0 0,-2 0-1 0 0,0-1 1 0 0,-21 42-1 0 0,9-19-31 0 0,-36 94 1337 0 0,37-92-1214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6T07:36:21.133"/>
    </inkml:context>
    <inkml:brush xml:id="br0">
      <inkml:brushProperty name="width" value="0.1" units="cm"/>
      <inkml:brushProperty name="height" value="0.1" units="cm"/>
      <inkml:brushProperty name="color" value="#FFC114"/>
    </inkml:brush>
  </inkml:definitions>
  <inkml:trace contextRef="#ctx0" brushRef="#br0">0 2338 11830,'3069'-2338'0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3.859"/>
    </inkml:context>
    <inkml:brush xml:id="br0">
      <inkml:brushProperty name="width" value="0.1" units="cm"/>
      <inkml:brushProperty name="height" value="0.1" units="cm"/>
      <inkml:brushProperty name="color" value="#FFC114"/>
    </inkml:brush>
  </inkml:definitions>
  <inkml:trace contextRef="#ctx0" brushRef="#br0">16 45 6553 0 0,'-2'-1'127'0'0,"-10"-8"179"0"0,12 9-304 0 0,0 0 1 0 0,0 0 0 0 0,0-1-1 0 0,0 1 1 0 0,-1 0 0 0 0,1-1-1 0 0,0 1 1 0 0,0 0 0 0 0,0 0 0 0 0,0-1-1 0 0,0 1 1 0 0,0 0 0 0 0,0-1-1 0 0,0 1 1 0 0,0 0 0 0 0,0-1-1 0 0,0 1 1 0 0,0 0 0 0 0,0-1-1 0 0,0 1 1 0 0,0 0 0 0 0,0 0-1 0 0,1-1 1 0 0,-1 1 0 0 0,0 0-1 0 0,0-1 1 0 0,0 1 0 0 0,0 0-1 0 0,0 0 1 0 0,1-1 0 0 0,-1 1-1 0 0,0 0 1 0 0,0 0 0 0 0,1-1-1 0 0,-1 1 1 0 0,0 0 0 0 0,0 0-1 0 0,1 0 1 0 0,-1 0 0 0 0,0-1-1 0 0,0 1 1 0 0,1 0 0 0 0,-1 0-1 0 0,0 0 1 0 0,1 0 0 0 0,-1 0-1 0 0,1 0 1 0 0,6-1 317 0 0,28 0-132 0 0,7 0 669 0 0,62-10 0 0 0,-87 5-617 0 0,-11 2-39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4.121"/>
    </inkml:context>
    <inkml:brush xml:id="br0">
      <inkml:brushProperty name="width" value="0.1" units="cm"/>
      <inkml:brushProperty name="height" value="0.1" units="cm"/>
      <inkml:brushProperty name="color" value="#FFC114"/>
    </inkml:brush>
  </inkml:definitions>
  <inkml:trace contextRef="#ctx0" brushRef="#br0">152 1 6553 0 0,'-1'0'20'0'0,"0"1"-1"0"0,0-1 1 0 0,0 1-1 0 0,1-1 0 0 0,-1 1 1 0 0,0 0-1 0 0,0-1 1 0 0,1 1-1 0 0,-1 0 0 0 0,0-1 1 0 0,0 1-1 0 0,1 0 1 0 0,-1 0-1 0 0,1 0 0 0 0,-1-1 1 0 0,1 1-1 0 0,-1 0 1 0 0,1 0-1 0 0,0 0 0 0 0,-1 0 1 0 0,1 0-1 0 0,0 0 1 0 0,0 2-1 0 0,-7 26 423 0 0,7-27-428 0 0,-3 34 653 0 0,1 1 0 0 0,4 60 0 0 0,1-14 375 0 0,-13 126 1386 0 0,5-169-1814 0 0,-2-1 0 0 0,-1 1 1 0 0,-16 44-1 0 0,22-79-544 0 0,1 0 0 0 0,-1-1 0 0 0,0 1-1 0 0,0-1 1 0 0,0 1 0 0 0,0-1 0 0 0,-1 0 0 0 0,0 0 0 0 0,0 0-1 0 0,0 0 1 0 0,0-1 0 0 0,-1 1 0 0 0,1-1 0 0 0,-1 0 0 0 0,-6 4-1 0 0,9-6-54 0 0,0-1-1 0 0,0 0 1 0 0,0 0-1 0 0,0 0 1 0 0,0 0-1 0 0,0 0 1 0 0,0 0-1 0 0,0 0 1 0 0,0 0-1 0 0,0 0 1 0 0,0 0-1 0 0,0 0 1 0 0,0-1-1 0 0,0 1 1 0 0,0 0-1 0 0,-2-1 1 0 0,3 0-21 0 0,-8-2 6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4.323"/>
    </inkml:context>
    <inkml:brush xml:id="br0">
      <inkml:brushProperty name="width" value="0.1" units="cm"/>
      <inkml:brushProperty name="height" value="0.1" units="cm"/>
      <inkml:brushProperty name="color" value="#FFC114"/>
    </inkml:brush>
  </inkml:definitions>
  <inkml:trace contextRef="#ctx0" brushRef="#br0">0 19 6553 0 0,'2'-2'26'0'0,"-1"1"1"0"0,0-1-1 0 0,0 1 0 0 0,1 0 0 0 0,-1 0 0 0 0,1 0 0 0 0,-1-1 0 0 0,1 2 0 0 0,0-1 0 0 0,-1 0 0 0 0,1 0 0 0 0,0 0 0 0 0,0 1 0 0 0,-1-1 0 0 0,1 1 0 0 0,0-1 0 0 0,0 1 1 0 0,0 0-1 0 0,0 0 0 0 0,0 0 0 0 0,3 0 0 0 0,-1 0 81 0 0,4-1-12 0 0,1 0-1 0 0,0 1 1 0 0,-1 1 0 0 0,13 1-1 0 0,-19-2-63 0 0,-1 0-1 0 0,1 1 0 0 0,0-1 0 0 0,-1 0 1 0 0,1 1-1 0 0,-1-1 0 0 0,1 1 0 0 0,-1 0 1 0 0,1-1-1 0 0,-1 1 0 0 0,0 0 1 0 0,1 0-1 0 0,-1 0 0 0 0,0 0 0 0 0,0 0 1 0 0,1 0-1 0 0,-1 0 0 0 0,0 1 0 0 0,0-1 1 0 0,0 0-1 0 0,0 0 0 0 0,-1 1 1 0 0,1-1-1 0 0,0 1 0 0 0,-1-1 0 0 0,1 1 1 0 0,0-1-1 0 0,-1 1 0 0 0,0-1 0 0 0,1 1 1 0 0,-1 3-1 0 0,-1 37 307 0 0,-4-25-54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4.477"/>
    </inkml:context>
    <inkml:brush xml:id="br0">
      <inkml:brushProperty name="width" value="0.1" units="cm"/>
      <inkml:brushProperty name="height" value="0.1" units="cm"/>
      <inkml:brushProperty name="color" value="#FFC114"/>
    </inkml:brush>
  </inkml:definitions>
  <inkml:trace contextRef="#ctx0" brushRef="#br0">0 185 6553 0 0,'2'0'0'0'0,"0"-2"0"0"0,0 2 0 0 0,0-2 0 0 0,0 2 0 0 0,2-2 241 0 0,4-4-241 0 0,3-1-5 0 0,7-3 5 0 0,-1-4 237 0 0,3-1 99 0 0,-3-3-367 0 0,1 1 31 0 0,1-1-24 0 0,-2 1 24 0 0,-1 0-24 0 0,-1-3 24 0 0,-1 1-11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4.646"/>
    </inkml:context>
    <inkml:brush xml:id="br0">
      <inkml:brushProperty name="width" value="0.1" units="cm"/>
      <inkml:brushProperty name="height" value="0.1" units="cm"/>
      <inkml:brushProperty name="color" value="#FFC114"/>
    </inkml:brush>
  </inkml:definitions>
  <inkml:trace contextRef="#ctx0" brushRef="#br0">123 0 6553 0 0,'-5'4'130'0'0,"0"1"0"0"0,0-1 0 0 0,0 1-1 0 0,1 0 1 0 0,0 0 0 0 0,0 0 0 0 0,0 1-1 0 0,-4 9 1 0 0,0 1 99 0 0,1-1 0 0 0,-6 21 0 0 0,-28 96 1650 0 0,32-108-1596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4.830"/>
    </inkml:context>
    <inkml:brush xml:id="br0">
      <inkml:brushProperty name="width" value="0.1" units="cm"/>
      <inkml:brushProperty name="height" value="0.1" units="cm"/>
      <inkml:brushProperty name="color" value="#FFC114"/>
    </inkml:brush>
  </inkml:definitions>
  <inkml:trace contextRef="#ctx0" brushRef="#br0">0 16 6553 0 0,'0'0'15'0'0,"1"1"-1"0"0,-1 0 0 0 0,0 0 0 0 0,1-1 0 0 0,-1 1 0 0 0,1 0 0 0 0,-1 0 0 0 0,1-1 0 0 0,-1 1 0 0 0,1-1 1 0 0,0 1-1 0 0,-1 0 0 0 0,1-1 0 0 0,0 1 0 0 0,-1-1 0 0 0,1 1 0 0 0,0-1 0 0 0,0 0 0 0 0,-1 1 1 0 0,2-1-1 0 0,20 9 166 0 0,-17-7-119 0 0,7 3 167 0 0,1 0 1 0 0,1-1 0 0 0,-1-1 0 0 0,16 2-1 0 0,-24-4-159 0 0,0-1 0 0 0,0 0 1 0 0,0 0-1 0 0,0-1 0 0 0,0 1 0 0 0,0-1 0 0 0,0-1 0 0 0,-1 1 0 0 0,1 0 0 0 0,0-1 0 0 0,-1 0 0 0 0,1 0 0 0 0,-1 0 0 0 0,0-1 0 0 0,5-3 0 0 0,25-22 421 0 0,-23 17-487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5.016"/>
    </inkml:context>
    <inkml:brush xml:id="br0">
      <inkml:brushProperty name="width" value="0.1" units="cm"/>
      <inkml:brushProperty name="height" value="0.1" units="cm"/>
      <inkml:brushProperty name="color" value="#FFC114"/>
    </inkml:brush>
  </inkml:definitions>
  <inkml:trace contextRef="#ctx0" brushRef="#br0">264 0 6553 0 0,'-8'11'236'0'0,"1"-1"0"0"0,-1 1 0 0 0,1 1 0 0 0,1-1 0 0 0,0 1 0 0 0,-4 13 0 0 0,-3 5 35 0 0,-1-2 35 0 0,-39 76 1050 0 0,42-85-1025 0 0,-1-1 1 0 0,0 0 0 0 0,-20 22 0 0 0,29-38-305 0 0,1 1 38 0 0,-1 1 0 0 0,0-1 1 0 0,0 0-1 0 0,-1 0 1 0 0,1 0-1 0 0,-1 0 0 0 0,1-1 1 0 0,-1 1-1 0 0,0-1 0 0 0,0 0 1 0 0,0 0-1 0 0,-6 2 1 0 0,0-4 174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5.156"/>
    </inkml:context>
    <inkml:brush xml:id="br0">
      <inkml:brushProperty name="width" value="0.1" units="cm"/>
      <inkml:brushProperty name="height" value="0.1" units="cm"/>
      <inkml:brushProperty name="color" value="#FFC114"/>
    </inkml:brush>
  </inkml:definitions>
  <inkml:trace contextRef="#ctx0" brushRef="#br0">0 167 6553 0 0,'30'-30'187'0'0,"1"2"-1"0"0,1 1 0 0 0,57-36 0 0 0,-83 59-168 0 0,-3 2 4 0 0,0 0 1 0 0,0 0 0 0 0,0 1-1 0 0,0-1 1 0 0,0 1 0 0 0,0 0-1 0 0,0 0 1 0 0,6-1 0 0 0,-9 2-23 0 0,0 0 0 0 0,0 0 0 0 0,1 0 0 0 0,-1 0 0 0 0,0 0 0 0 0,0 0 0 0 0,0 0 0 0 0,0 0 0 0 0,0 0 0 0 0,0 0 0 0 0,0 0 0 0 0,0 0 0 0 0,0 0 0 0 0,0 0 0 0 0,1 0 0 0 0,-1 0 0 0 0,0 0 0 0 0,0 0 0 0 0,0 1 0 0 0,0-1 0 0 0,0 0 0 0 0,0 0 0 0 0,0 0 0 0 0,0 0 0 0 0,0 0 0 0 0,0 0 0 0 0,0 0 0 0 0,0 0 0 0 0,0 0 0 0 0,0 1 0 0 0,0-1 0 0 0,0 0 0 0 0,0 0 0 0 0,0 0 0 0 0,0 0 0 0 0,0 0 0 0 0,0 0 0 0 0,0 0 0 0 0,0 0 0 0 0,0 0 0 0 0,0 1 0 0 0,0-1 0 0 0,0 0 0 0 0,0 0 0 0 0,0 0 0 0 0,0 0 0 0 0,0 0 0 0 0,0 0 0 0 0,0 0 0 0 0,0 0 0 0 0,-1 0 0 0 0,1 0 0 0 0,0 1 0 0 0,0-1 0 0 0,0 0 0 0 0,0 0 0 0 0,0 0 0 0 0,0 0 0 0 0,0 0 0 0 0,0 0 0 0 0,0 0 0 0 0,0 0 0 0 0,-1 0 0 0 0,1 0 0 0 0,0 0 0 0 0,0 0 0 0 0,0 0 0 0 0,0 0 0 0 0,-4 5 0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5.326"/>
    </inkml:context>
    <inkml:brush xml:id="br0">
      <inkml:brushProperty name="width" value="0.1" units="cm"/>
      <inkml:brushProperty name="height" value="0.1" units="cm"/>
      <inkml:brushProperty name="color" value="#FFC114"/>
    </inkml:brush>
  </inkml:definitions>
  <inkml:trace contextRef="#ctx0" brushRef="#br0">1 0 6553 0 0,'4'15'334'0'0,"1"0"0"0"0,1-1-1 0 0,14 27 1 0 0,30 38 829 0 0,-35-55-676 0 0,-11-19-422 0 0,0 0 0 0 0,0 0 0 0 0,0 0-1 0 0,1 0 1 0 0,0 0 0 0 0,7 5 0 0 0,-11-9-53 0 0,0-1 0 0 0,-1 1 0 0 0,1 0 0 0 0,0-1 0 0 0,0 1 0 0 0,0 0 0 0 0,1-1 1 0 0,-1 1-1 0 0,0-1 0 0 0,0 0 0 0 0,0 1 0 0 0,0-1 0 0 0,0 0 0 0 0,0 0 0 0 0,1 0 0 0 0,-1 0 0 0 0,0 1 0 0 0,0-2 1 0 0,0 1-1 0 0,1 0 0 0 0,-1 0 0 0 0,0 0 0 0 0,0 0 0 0 0,0-1 0 0 0,0 1 0 0 0,0-1 0 0 0,0 1 0 0 0,0-1 1 0 0,1 1-1 0 0,-1-1 0 0 0,0 0 0 0 0,-1 1 0 0 0,1-1 0 0 0,0 0 0 0 0,0 0 0 0 0,0 1 0 0 0,0-1 0 0 0,-1 0 1 0 0,1 0-1 0 0,0 0 0 0 0,-1 0 0 0 0,2-2 0 0 0,2-6 188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5.499"/>
    </inkml:context>
    <inkml:brush xml:id="br0">
      <inkml:brushProperty name="width" value="0.1" units="cm"/>
      <inkml:brushProperty name="height" value="0.1" units="cm"/>
      <inkml:brushProperty name="color" value="#FFC114"/>
    </inkml:brush>
  </inkml:definitions>
  <inkml:trace contextRef="#ctx0" brushRef="#br0">243 2 6553 0 0,'-1'0'14'0'0,"0"-1"1"0"0,1 1-1 0 0,-1 0 0 0 0,0 0 0 0 0,0 0 0 0 0,0 0 0 0 0,0 0 0 0 0,0 0 0 0 0,0 0 0 0 0,1 0 0 0 0,-1 0 0 0 0,0 0 0 0 0,0 0 1 0 0,0 1-1 0 0,0-1 0 0 0,0 0 0 0 0,1 1 0 0 0,-1-1 0 0 0,0 0 0 0 0,0 1 0 0 0,1-1 0 0 0,-1 1 0 0 0,0 0 0 0 0,1-1 0 0 0,-1 1 1 0 0,0-1-1 0 0,1 1 0 0 0,-1 0 0 0 0,-19 26 369 0 0,14-18-147 0 0,-91 146 1864 0 0,20-28-437 0 0,58-101-1215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5.853"/>
    </inkml:context>
    <inkml:brush xml:id="br0">
      <inkml:brushProperty name="width" value="0.1" units="cm"/>
      <inkml:brushProperty name="height" value="0.1" units="cm"/>
      <inkml:brushProperty name="color" value="#FFC114"/>
    </inkml:brush>
  </inkml:definitions>
  <inkml:trace contextRef="#ctx0" brushRef="#br0">318 1 6553 0 0,'-1'0'14'0'0,"0"0"0"0"0,1 0 0 0 0,-1 0 0 0 0,0 0-1 0 0,0 0 1 0 0,0 0 0 0 0,0 0 0 0 0,1 0 0 0 0,-1 0-1 0 0,0 0 1 0 0,0 1 0 0 0,0-1 0 0 0,1 0 0 0 0,-1 1-1 0 0,0-1 1 0 0,1 0 0 0 0,-1 1 0 0 0,0-1 0 0 0,1 1-1 0 0,-1-1 1 0 0,0 1 0 0 0,1-1 0 0 0,-1 1 0 0 0,1 0-1 0 0,-1-1 1 0 0,1 1 0 0 0,-1 0 0 0 0,0 0 0 0 0,-15 24 374 0 0,14-21-248 0 0,-26 45 308 0 0,-2 4 774 0 0,-2-2 0 0 0,-64 80-1 0 0,88-122-1094 0 0,0-1-1 0 0,0-1 0 0 0,-1 1 0 0 0,0-2 1 0 0,0 1-1 0 0,-13 6 0 0 0,2-5 197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6.008"/>
    </inkml:context>
    <inkml:brush xml:id="br0">
      <inkml:brushProperty name="width" value="0.1" units="cm"/>
      <inkml:brushProperty name="height" value="0.1" units="cm"/>
      <inkml:brushProperty name="color" value="#FFC114"/>
    </inkml:brush>
  </inkml:definitions>
  <inkml:trace contextRef="#ctx0" brushRef="#br0">0 8 6553 0 0,'14'-2'208'0'0,"0"0"-1"0"0,0 0 0 0 0,0 1 1 0 0,0 1-1 0 0,0 0 0 0 0,15 3 0 0 0,83 17 1182 0 0,-86-14-1150 0 0,-1-2 131 0 0,-1 2 1 0 0,0 1 0 0 0,0 1-1 0 0,24 11 1 0 0,-47-18-360 0 0,0-1 0 0 0,0 1-1 0 0,0-1 1 0 0,1 1 0 0 0,-1 0-1 0 0,0-1 1 0 0,0 1 0 0 0,0 0 0 0 0,0 0-1 0 0,0 0 1 0 0,0 0 0 0 0,0 0 0 0 0,-1 0-1 0 0,1 0 1 0 0,0 0 0 0 0,-1 0 0 0 0,1 0-1 0 0,0 0 1 0 0,-1 1 0 0 0,1-1-1 0 0,-1 0 1 0 0,0 0 0 0 0,1 1 0 0 0,-1-1-1 0 0,0 0 1 0 0,0 2 0 0 0,-1 4 29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6.194"/>
    </inkml:context>
    <inkml:brush xml:id="br0">
      <inkml:brushProperty name="width" value="0.1" units="cm"/>
      <inkml:brushProperty name="height" value="0.1" units="cm"/>
      <inkml:brushProperty name="color" value="#FFC114"/>
    </inkml:brush>
  </inkml:definitions>
  <inkml:trace contextRef="#ctx0" brushRef="#br0">1 61 6553 0 0,'50'8'841'0'0,"14"-5"321"0"0,81-7-1 0 0,-131 3-920 0 0,1-1 0 0 0,-1 0 0 0 0,15-5 0 0 0,-25 6-205 0 0,1 0-1 0 0,-1-1 0 0 0,0 1 0 0 0,0-1 1 0 0,0 0-1 0 0,0 0 0 0 0,0 0 0 0 0,-1-1 1 0 0,1 1-1 0 0,-1-1 0 0 0,1 0 0 0 0,-1 0 1 0 0,0 0-1 0 0,4-6 0 0 0,1-7 104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6.364"/>
    </inkml:context>
    <inkml:brush xml:id="br0">
      <inkml:brushProperty name="width" value="0.1" units="cm"/>
      <inkml:brushProperty name="height" value="0.1" units="cm"/>
      <inkml:brushProperty name="color" value="#FFC114"/>
    </inkml:brush>
  </inkml:definitions>
  <inkml:trace contextRef="#ctx0" brushRef="#br0">177 0 6553 0 0,'-6'10'225'0'0,"0"1"0"0"0,1-1-1 0 0,0 1 1 0 0,0 0 0 0 0,2 0-1 0 0,-1 0 1 0 0,1 0-1 0 0,-2 21 1 0 0,-3 7 315 0 0,-33 105 1044 0 0,33-118-1152 0 0,-2-2 0 0 0,-1 1 0 0 0,-22 35 1 0 0,10-25 104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6.520"/>
    </inkml:context>
    <inkml:brush xml:id="br0">
      <inkml:brushProperty name="width" value="0.1" units="cm"/>
      <inkml:brushProperty name="height" value="0.1" units="cm"/>
      <inkml:brushProperty name="color" value="#FFC114"/>
    </inkml:brush>
  </inkml:definitions>
  <inkml:trace contextRef="#ctx0" brushRef="#br0">1 31 6553 0 0,'0'0'7'0'0,"0"-1"1"0"0,1 1-1 0 0,-1-1 0 0 0,1 1 0 0 0,-1 0 0 0 0,1-1 0 0 0,-1 1 0 0 0,1-1 0 0 0,-1 1 0 0 0,1 0 0 0 0,-1 0 0 0 0,1-1 0 0 0,-1 1 0 0 0,1 0 0 0 0,-1 0 0 0 0,1 0 0 0 0,-1-1 0 0 0,1 1 0 0 0,0 0 1 0 0,-1 0-1 0 0,1 0 0 0 0,20-3 136 0 0,-15 2-121 0 0,58-5 1241 0 0,84 3-1 0 0,7-1 835 0 0,-113 1-1857 0 0,-1-2 161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6.768"/>
    </inkml:context>
    <inkml:brush xml:id="br0">
      <inkml:brushProperty name="width" value="0.1" units="cm"/>
      <inkml:brushProperty name="height" value="0.1" units="cm"/>
      <inkml:brushProperty name="color" value="#FFC114"/>
    </inkml:brush>
  </inkml:definitions>
  <inkml:trace contextRef="#ctx0" brushRef="#br0">1 0 6553 0 0,'8'1'148'0'0,"0"1"0"0"0,-1-1 0 0 0,1 1 0 0 0,0 0 0 0 0,10 5 0 0 0,1 0 142 0 0,91 22 1089 0 0,-27-8-165 0 0,-82-20-1192 0 0,1-1 1 0 0,0 0-1 0 0,0 1 1 0 0,0 0-1 0 0,0-1 1 0 0,0 1-1 0 0,-1 0 1 0 0,1 0-1 0 0,0 0 1 0 0,-1 0-1 0 0,1 0 1 0 0,-1 1-1 0 0,1-1 1 0 0,-1 0-1 0 0,0 1 1 0 0,1-1-1 0 0,-1 1 1 0 0,0-1-1 0 0,0 1 1 0 0,0 0-1 0 0,0-1 1 0 0,0 1-1 0 0,-1 0 1 0 0,1 0-1 0 0,0 0 1 0 0,-1 0-1 0 0,1 3 1 0 0,-1 5 17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6.940"/>
    </inkml:context>
    <inkml:brush xml:id="br0">
      <inkml:brushProperty name="width" value="0.1" units="cm"/>
      <inkml:brushProperty name="height" value="0.1" units="cm"/>
      <inkml:brushProperty name="color" value="#FFC114"/>
    </inkml:brush>
  </inkml:definitions>
  <inkml:trace contextRef="#ctx0" brushRef="#br0">0 1 6553 0 0,'12'2'241'0'0,"-6"0"-241"0"0,2 0 0 0 0,-1 0 340 0 0,1 1-340 0 0,0-3 240 0 0,4 2-240 0 0,5 0 480 0 0,10 2-480 0 0,8-2 962 0 0,0 0-962 0 0,-4 0 480 0 0,-4 0-480 0 0,-4 0 340 0 0,-2 0-100 0 0,-7-2 1 0 0,-6-4 98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7.079"/>
    </inkml:context>
    <inkml:brush xml:id="br0">
      <inkml:brushProperty name="width" value="0.1" units="cm"/>
      <inkml:brushProperty name="height" value="0.1" units="cm"/>
      <inkml:brushProperty name="color" value="#FFC114"/>
    </inkml:brush>
  </inkml:definitions>
  <inkml:trace contextRef="#ctx0" brushRef="#br0">353 1 6553 0 0,'-25'16'538'0'0,"0"2"-1"0"0,2 1 1 0 0,0 1-1 0 0,-21 23 1 0 0,24-22-116 0 0,0-2 0 0 0,-1 0 0 0 0,-1-1 0 0 0,-47 29 0 0 0,26-26 158 0 0,25-13-340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7.391"/>
    </inkml:context>
    <inkml:brush xml:id="br0">
      <inkml:brushProperty name="width" value="0.1" units="cm"/>
      <inkml:brushProperty name="height" value="0.1" units="cm"/>
      <inkml:brushProperty name="color" value="#FFC114"/>
    </inkml:brush>
  </inkml:definitions>
  <inkml:trace contextRef="#ctx0" brushRef="#br0">82 0 6553 0 0,'1'4'94'0'0,"0"0"0"0"0,0-1 0 0 0,-1 1 1 0 0,1 0-1 0 0,-1 0 0 0 0,0 7 0 0 0,0 0 8 0 0,1 16 339 0 0,-2 0-1 0 0,-1 0 1 0 0,-1 0-1 0 0,-8 33 1 0 0,-35 102 1496 0 0,30-111-1239 0 0,16-49-648 0 0,-6 25 211 0 0,5-27-257 0 0,1 0 0 0 0,0 1 0 0 0,0-1 0 0 0,0 1 0 0 0,0-1 0 0 0,0 0 0 0 0,0 1 0 0 0,0-1 0 0 0,0 1 0 0 0,0-1 0 0 0,0 1 0 0 0,0-1 0 0 0,0 0-1 0 0,0 1 1 0 0,0-1 0 0 0,0 1 0 0 0,1-1 0 0 0,-1 0 0 0 0,0 1 0 0 0,0-1 0 0 0,0 0 0 0 0,1 1 0 0 0,-1-1 0 0 0,0 0 0 0 0,0 1 0 0 0,1-1 0 0 0,-1 0 0 0 0,0 1 0 0 0,1-1 0 0 0,-1 0 0 0 0,0 0 0 0 0,1 1 0 0 0,-1-1 0 0 0,0 0 0 0 0,1 0 0 0 0,-1 0 0 0 0,1 0 0 0 0,-1 1 0 0 0,0-1-1 0 0,1 0 1 0 0,-1 0 0 0 0,1 0 0 0 0,-1 0 0 0 0,0 0 0 0 0,1 0 0 0 0,-1 0 0 0 0,1 0 0 0 0,-1 0 0 0 0,1 0 0 0 0,-1 0 0 0 0,0-1 0 0 0,1 1 0 0 0,17-6 384 0 0,-1-1 0 0 0,0-1 1 0 0,28-18-1 0 0,-18 10-206 0 0,7-4-506 0 0,38-33 1 0 0,-69 51 315 0 0,26-21-189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7.635"/>
    </inkml:context>
    <inkml:brush xml:id="br0">
      <inkml:brushProperty name="width" value="0.1" units="cm"/>
      <inkml:brushProperty name="height" value="0.1" units="cm"/>
      <inkml:brushProperty name="color" value="#FFC114"/>
    </inkml:brush>
  </inkml:definitions>
  <inkml:trace contextRef="#ctx0" brushRef="#br0">87 0 6553 0 0,'-9'7'189'0'0,"1"1"-1"0"0,0 0 0 0 0,0 0 0 0 0,0 0 1 0 0,1 1-1 0 0,-7 11 0 0 0,10-14-69 0 0,1-1-42 0 0,0 0 0 0 0,0 0-1 0 0,0 1 1 0 0,1-1-1 0 0,-4 12 1 0 0,6-16-64 0 0,0-1 1 0 0,0 1-1 0 0,0 0 1 0 0,0 0-1 0 0,0 0 1 0 0,0 0-1 0 0,0 0 0 0 0,0 0 1 0 0,0 0-1 0 0,0 0 1 0 0,1 0-1 0 0,-1 0 1 0 0,0-1-1 0 0,1 1 1 0 0,-1 0-1 0 0,0 0 0 0 0,1 0 1 0 0,0 0-1 0 0,0 0 13 0 0,0 0 0 0 0,0 0-1 0 0,0 0 1 0 0,1 0-1 0 0,-1 0 1 0 0,0-1 0 0 0,0 1-1 0 0,1-1 1 0 0,-1 1 0 0 0,0-1-1 0 0,1 1 1 0 0,-1-1-1 0 0,1 0 1 0 0,-1 1 0 0 0,3-1-1 0 0,8 2 165 0 0,0 0 0 0 0,0 1 0 0 0,0 1 0 0 0,-1 0-1 0 0,1 0 1 0 0,11 7 0 0 0,65 41 1281 0 0,-27-15-568 0 0,-39-29-462 0 0,-17-8-401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28.286"/>
    </inkml:context>
    <inkml:brush xml:id="br0">
      <inkml:brushProperty name="width" value="0.1" units="cm"/>
      <inkml:brushProperty name="height" value="0.1" units="cm"/>
      <inkml:brushProperty name="color" value="#FFC114"/>
    </inkml:brush>
  </inkml:definitions>
  <inkml:trace contextRef="#ctx0" brushRef="#br0">2329 1525 6553 0 0,'-31'42'860'0'0,"-2"-1"0"0"0,-3-2-1 0 0,0-1 1 0 0,-50 38 0 0 0,62-57-457 0 0,-1 0 0 0 0,0-2 1 0 0,-2 0-1 0 0,0-2 1 0 0,0-1-1 0 0,-52 18 0 0 0,38-20 222 0 0,0-1 0 0 0,0-2 1 0 0,-1-2-1 0 0,-59 3 0 0 0,21-8 799 0 0,0-3-1 0 0,-97-15 1 0 0,-154-50-1354 0 0,291 53-414 0 0,0 0-1 0 0,1-3 0 0 0,1-1 1 0 0,-70-44-1 0 0,27 7-1166 0 0,-73-65 1 0 0,115 84 818 0 0,2-1 0 0 0,1-1 0 0 0,-51-71 0 0 0,39 38-632 0 0,-58-111 0 0 0,92 152 915 0 0,0-1 0 0 0,2 0 0 0 0,1-1 0 0 0,2 0 0 0 0,-10-56 0 0 0,16 63 190 0 0,1 0-1 0 0,1-1 1 0 0,1 1-1 0 0,1 0 1 0 0,1 0 0 0 0,1 0-1 0 0,2 0 1 0 0,9-33-1 0 0,-2 24 220 0 0,0 1 0 0 0,3 1 0 0 0,0 0 0 0 0,2 1 0 0 0,1 1 0 0 0,1 0 0 0 0,2 2 0 0 0,43-45 0 0 0,-36 44 0 0 0,2 2 0 0 0,1 1 0 0 0,1 1 0 0 0,1 2 0 0 0,1 1 0 0 0,0 2 0 0 0,52-20 0 0 0,-28 18 75 0 0,0 2 0 0 0,2 3 0 0 0,0 2 1 0 0,1 4-1 0 0,0 1 0 0 0,1 4 0 0 0,109 4 0 0 0,-81 7 1230 0 0,-1 5 0 0 0,0 3 0 0 0,0 5 0 0 0,143 49 0 0 0,-64-5 2448 0 0,281 150-1 0 0,-399-185-2997 0 0,0 3 0 0 0,-2 2-1 0 0,54 47 1 0 0,-78-58-708 0 0,0 1-1 0 0,-2 2 1 0 0,0 0-1 0 0,-2 1 1 0 0,-1 1-1 0 0,-1 1 1 0 0,16 33-1 0 0,-24-39-46 0 0,0 0 0 0 0,-2 0 0 0 0,0 1 0 0 0,-2 0 0 0 0,4 25 0 0 0,-8-35 0 0 0,-1 0 0 0 0,0 0 0 0 0,-1 0 0 0 0,-1 0 0 0 0,0-1 0 0 0,-1 1 0 0 0,0 0 0 0 0,-1 0 0 0 0,0-1 0 0 0,-1 0 0 0 0,-6 13 0 0 0,1-6 0 0 0,-2-1 0 0 0,0 0 0 0 0,-1 0 0 0 0,-1-1 0 0 0,0-1 0 0 0,-29 27 0 0 0,-3-2 0 0 0,-56 37 0 0 0,-134 93 0 0 0,204-146 0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33.679"/>
    </inkml:context>
    <inkml:brush xml:id="br0">
      <inkml:brushProperty name="width" value="0.1" units="cm"/>
      <inkml:brushProperty name="height" value="0.1" units="cm"/>
      <inkml:brushProperty name="color" value="#FFC114"/>
    </inkml:brush>
  </inkml:definitions>
  <inkml:trace contextRef="#ctx0" brushRef="#br0">5284 17 6553 0 0,'8'-10'201'0'0,"-3"4"-161"0"0,-4 6-39 0 0,-1 0 1 0 0,0 0-1 0 0,0 0 1 0 0,0 0 0 0 0,1 0-1 0 0,-1 0 1 0 0,0 0-1 0 0,0 0 1 0 0,0 0-1 0 0,1 0 1 0 0,-1 0 0 0 0,0 0-1 0 0,0 0 1 0 0,0 0-1 0 0,1 0 1 0 0,-1 0-1 0 0,0 0 1 0 0,0 0 0 0 0,0 0-1 0 0,0 0 1 0 0,1 1-1 0 0,-1-1 1 0 0,0 0-1 0 0,0 0 1 0 0,0 0 0 0 0,0 0-1 0 0,1 0 1 0 0,-1 0-1 0 0,0 1 1 0 0,0-1-1 0 0,0 0 1 0 0,0 0 0 0 0,0 0-1 0 0,0 0 1 0 0,1 1-1 0 0,1 2 48 0 0,0 1-1 0 0,1-1 0 0 0,-1 1 0 0 0,0-1 0 0 0,-1 1 1 0 0,1 0-1 0 0,-1 0 0 0 0,0 0 0 0 0,0 0 0 0 0,0 0 1 0 0,0 0-1 0 0,0 0 0 0 0,-1 0 0 0 0,0 0 0 0 0,0 0 1 0 0,0 0-1 0 0,-1 0 0 0 0,1 0 0 0 0,-3 7 0 0 0,-20 127 1774 0 0,16-82-654 0 0,-1 65 0 0 0,6-66-721 0 0,4 63 806 0 0,0-89-818 0 0,-1-1 0 0 0,-2 1 0 0 0,0-1 1 0 0,-2 1-1 0 0,-9 41 0 0 0,-13 39 927 0 0,-8 27 248 0 0,14-70-704 0 0,-9 25 260 0 0,-2-1-27 0 0,20-57-465 0 0,-1-1-1 0 0,-21 41 1 0 0,-32 60-589 0 0,39-79-82 0 0,2-3-3 0 0,-41 78 0 0 0,54-114 0 0 0,0 0 0 0 0,-1 0 0 0 0,0-1 0 0 0,-1 0 0 0 0,-27 23 0 0 0,19-19 0 0 0,2 1 0 0 0,0 1 0 0 0,1 1 0 0 0,-24 38 0 0 0,4-6 0 0 0,0 0 0 0 0,16-22 0 0 0,-34 40 0 0 0,21-30 0 0 0,-54 85 0 0 0,44-56 0 0 0,17-23 0 0 0,-65 80 0 0 0,-29 11 0 0 0,-79 68 0 0 0,-67 74 0 0 0,9 0 0 0 0,206-229 0 0 0,-1-3 0 0 0,-88 61 0 0 0,11-11 0 0 0,-34 28 0 0 0,39-33 0 0 0,60-41 0 0 0,-24 19 0 0 0,-113 68 0 0 0,118-89 0 0 0,2 4 0 0 0,-143 121 0 0 0,-13 55 0 0 0,174-172 0 0 0,-122 85 0 0 0,52-44 0 0 0,-32 24 0 0 0,21 3 0 0 0,99-84 0 0 0,5-6 0 0 0,-2-1 0 0 0,-66 39 0 0 0,4-17 0 0 0,-13 0 0 0 0,41-21 0 0 0,44-20 0 0 0,3 0 0 0 0,-1-1 0 0 0,-42 13 0 0 0,-107 34 0 0 0,25-19 0 0 0,154-43 0 0 0,-1 1 0 0 0,1-1 0 0 0,0 0 0 0 0,0 0 0 0 0,-1 1 0 0 0,1-1 0 0 0,0 0 0 0 0,-1 0 0 0 0,1-1 0 0 0,0 1 0 0 0,0 0 0 0 0,-1 0 0 0 0,1-1 0 0 0,0 1 0 0 0,0 0 0 0 0,-2-2 0 0 0,2 2 0 0 0,0-1 0 0 0,1 1 0 0 0,-1-1 0 0 0,1 0 0 0 0,-1 1 0 0 0,1-1 0 0 0,0 0 0 0 0,-1 1 0 0 0,1-1 0 0 0,-1 0 0 0 0,1 1 0 0 0,0-1 0 0 0,0 0 0 0 0,-1 0 0 0 0,1 0 0 0 0,0 1 0 0 0,0-1 0 0 0,0 0 0 0 0,0 0 0 0 0,0 1 0 0 0,0-1 0 0 0,0 0 0 0 0,0 0 0 0 0,0 0 0 0 0,1 1 0 0 0,-1-1 0 0 0,0 0 0 0 0,1-1 0 0 0,4-9 0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37.083"/>
    </inkml:context>
    <inkml:brush xml:id="br0">
      <inkml:brushProperty name="width" value="0.1" units="cm"/>
      <inkml:brushProperty name="height" value="0.1" units="cm"/>
      <inkml:brushProperty name="color" value="#FFC114"/>
    </inkml:brush>
  </inkml:definitions>
  <inkml:trace contextRef="#ctx0" brushRef="#br0">6959 1786 6553 0 0,'-2'0'30'0'0,"0"0"0"0"0,1 1 0 0 0,-1-1 0 0 0,0 1 0 0 0,0 0 0 0 0,1 0-1 0 0,-1-1 1 0 0,0 1 0 0 0,1 0 0 0 0,-1 1 0 0 0,1-1 0 0 0,-1 0 0 0 0,1 0-1 0 0,-2 2 1 0 0,-22 26 429 0 0,16-18-406 0 0,-192 190 3682 0 0,154-165-2571 0 0,0-1-1 0 0,-104 54 1 0 0,132-79-945 0 0,-56 28 1665 0 0,-124 41-1 0 0,35-15 235 0 0,-41 36 434 0 0,-51 20-1372 0 0,121-69-1180 0 0,-142 58 0 0 0,276-109 0 0 0,-568 224 0 0 0,291-127 0 0 0,-153 41 0 0 0,252-95 0 0 0,-292 67 0 0 0,-3-24 0 0 0,76-56 0 0 0,204-21 0 0 0,-414 15 0 0 0,419-27 0 0 0,-229-32 0 0 0,332 23 125 0 0,-157-26-687 0 0,198 28-102 0 0,1-2 0 0 0,1-2 0 0 0,-60-27 1 0 0,70 25 24 0 0,1-1 1 0 0,1-2-1 0 0,-57-44 1 0 0,75 52 372 0 0,-1-2 1 0 0,2 0-1 0 0,-1 0 1 0 0,2-1-1 0 0,0-1 1 0 0,1 1-1 0 0,0-2 1 0 0,1 0-1 0 0,-13-33 1 0 0,12 16-184 0 0,1 0 0 0 0,2-1 0 0 0,1 0 0 0 0,2 0 0 0 0,1 0 0 0 0,2-1 0 0 0,2 1 0 0 0,0 0 0 0 0,3 0 0 0 0,0-1 0 0 0,16-53 0 0 0,-11 59-27 0 0,2 1 0 0 0,0 1-1 0 0,2 0 1 0 0,1 0-1 0 0,29-40 1 0 0,102-115-1121 0 0,-71 96 1719 0 0,22-36-122 0 0,85-99 0 0 0,-128 162 0 0 0,97-83 0 0 0,118-55 0 0 0,14 21 0 0 0,-274 171 0 0 0,197-114 0 0 0,-94 56 0 0 0,-18 10 0 0 0,3 4 0 0 0,154-54 0 0 0,-98 57 178 0 0,79-30 64 0 0,25-46-335 0 0,-40 19 21 0 0,-212 100 71 0 0,297-125-102 0 0,10 26-8 0 0,43 25 669 0 0,102-4 3994 0 0,3 22-1832 0 0,0 34 762 0 0,-322 18-2237 0 0,-66 2-332 0 0,104 6 1 0 0,-160 0-798 0 0,-1 1 1 0 0,1 1 0 0 0,0 0-1 0 0,-1 1 1 0 0,0 1-1 0 0,14 6 1 0 0,-19-7-31 0 0,-1 0 0 0 0,0 1 1 0 0,0 0-1 0 0,0 1 0 0 0,0 0 1 0 0,-1 0-1 0 0,0 1 0 0 0,0-1 1 0 0,-1 2-1 0 0,8 10 0 0 0,-6-7 28 0 0,0 1 0 0 0,-1 0-1 0 0,-1 0 1 0 0,0 0-1 0 0,-1 1 1 0 0,0 0 0 0 0,-1 1-1 0 0,0-1 1 0 0,-1 1-1 0 0,-1-1 1 0 0,0 1 0 0 0,-1 0-1 0 0,0 0 1 0 0,-2 20-1 0 0,0-24-97 0 0,1-1 1 0 0,0 1-1 0 0,0 0 0 0 0,1 0 0 0 0,1-1 0 0 0,0 1 0 0 0,3 11 0 0 0,-4-18-16 0 0,0-1 0 0 0,0 1 0 0 0,-1 0 0 0 0,1-1 0 0 0,-1 1 0 0 0,0 0 0 0 0,0-1 0 0 0,0 1 0 0 0,0 0 0 0 0,0-1 0 0 0,-1 1 0 0 0,1 0 0 0 0,-1-1 0 0 0,1 1 0 0 0,-3 4 0 0 0,2-5 0 0 0,-1 0 0 0 0,0 1 0 0 0,0-1 0 0 0,0 0 0 0 0,0 0 0 0 0,0 0 0 0 0,-1 0 0 0 0,1 0 0 0 0,0 0 0 0 0,-1-1 0 0 0,1 1 0 0 0,-1-1 0 0 0,0 0 0 0 0,-4 2 0 0 0,-138 50 0 0 0,-58 25 0 0 0,160-60 0 0 0,0-1 0 0 0,-59 13 0 0 0,50-18 0 0 0,0 3 0 0 0,2 2 0 0 0,0 3 0 0 0,-91 49 0 0 0,-29 41 0 0 0,14-9 0 0 0,108-73 0 0 0,-67 29 0 0 0,70-38 0 0 0,-248 115 0 0 0,110-29 0 0 0,-70 35 0 0 0,224-126 0 0 0,1 1 0 0 0,1 1 0 0 0,0 1 0 0 0,1 2 0 0 0,1 0 0 0 0,1 2 0 0 0,-38 42 0 0 0,10-1 0 0 0,-59 75 0 0 0,87-104 0 0 0,2 1 0 0 0,-25 51 0 0 0,15-20 0 0 0,-69 164 0 0 0,97-219 0 0 0,1 1 0 0 0,0 0 0 0 0,1-1 0 0 0,0 1 0 0 0,0 0 0 0 0,1 0 0 0 0,1 0 0 0 0,1 18 0 0 0,0-23 0 0 0,0 0 0 0 0,0-1 0 0 0,1 1 0 0 0,0 0 0 0 0,0-1 0 0 0,0 0 0 0 0,0 1 0 0 0,1-1 0 0 0,0 0 0 0 0,0 0 0 0 0,1 0 0 0 0,-1-1 0 0 0,1 1 0 0 0,0-1 0 0 0,0 0 0 0 0,1 0 0 0 0,8 6 0 0 0,-4-4 0 0 0,0 0 0 0 0,1-1 0 0 0,0 0 0 0 0,1 0 0 0 0,-1-1 0 0 0,1-1 0 0 0,-1 0 0 0 0,1 0 0 0 0,0-1 0 0 0,0 0 0 0 0,19 0 0 0 0,-10-3 0 0 0,0 0 0 0 0,-1-1 0 0 0,0-1 0 0 0,1-1 0 0 0,33-12 0 0 0,223-67 0 0 0,-236 68-110 0 0,0-2-1 0 0,-1-2 1 0 0,-1-1-1 0 0,-1-2 1 0 0,35-26-1 0 0,130-90-2173 0 0,-101 68 799 0 0,158-81 1 0 0,-200 122 1000 0 0,41-23-380 0 0,-40 18 881 0 0,21-14-737 0 0,171-101-102 0 0,-194 119 1164 0 0,87-33 1 0 0,98-41 1025 0 0,-106 42-2097 0 0,-112 53 856 0 0,1 1 1 0 0,1 1-1 0 0,-1 1 0 0 0,34-2 0 0 0,-16 1 103 0 0,13 1 279 0 0,94 2 1 0 0,-120 4-370 0 0,-10 1-6 0 0,0 1 0 0 0,0 1-1 0 0,0 1 1 0 0,-1 0 0 0 0,0 2-1 0 0,0 0 1 0 0,28 13-1 0 0,43 34 541 0 0,-82-48-616 0 0,-1 1 1 0 0,0 0 1 0 0,0 0-1 0 0,-1 1 0 0 0,0 0 0 0 0,0 0 0 0 0,0 1 0 0 0,-1 0 0 0 0,0 0 1 0 0,-1 0-1 0 0,0 1 0 0 0,0-1 0 0 0,-1 1 0 0 0,0 1 0 0 0,0-1 0 0 0,-1 0 0 0 0,0 1 1 0 0,-1 0-1 0 0,0 0 0 0 0,0-1 0 0 0,-1 1 0 0 0,-1 0 0 0 0,0 0 0 0 0,0 0 1 0 0,-1 0-1 0 0,0 0 0 0 0,0 0 0 0 0,-1 0 0 0 0,-1 0 0 0 0,-6 17 0 0 0,6-19 9 0 0,-1-1 0 0 0,1 1 0 0 0,-1-1 0 0 0,-1 0 0 0 0,-4 6 0 0 0,3-7 17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38.994"/>
    </inkml:context>
    <inkml:brush xml:id="br0">
      <inkml:brushProperty name="width" value="0.1" units="cm"/>
      <inkml:brushProperty name="height" value="0.1" units="cm"/>
      <inkml:brushProperty name="color" value="#FFC114"/>
    </inkml:brush>
  </inkml:definitions>
  <inkml:trace contextRef="#ctx0" brushRef="#br0">9 0 6553 0 0,'-1'1'19'0'0,"1"-1"0"0"0,-1 1 0 0 0,0-1 0 0 0,1 1 0 0 0,-1 0 0 0 0,1-1 0 0 0,-1 1-1 0 0,1-1 1 0 0,-1 1 0 0 0,1 0 0 0 0,-1 0 0 0 0,1-1 0 0 0,0 1 0 0 0,0 0 0 0 0,-1 0-1 0 0,1-1 1 0 0,0 1 0 0 0,0 0 0 0 0,0 0 0 0 0,0 0 0 0 0,-1-1 0 0 0,1 1 0 0 0,0 0-1 0 0,1 0 1 0 0,-1 0 0 0 0,0-1 0 0 0,0 1 0 0 0,1 2 0 0 0,12 24 428 0 0,-8-16-221 0 0,14 21 491 0 0,0-1 0 0 0,2-1 0 0 0,2-1 0 0 0,49 50 0 0 0,119 91 1766 0 0,47 19 871 0 0,-78-65-1091 0 0,-137-106-1936 0 0,237 179 3372 0 0,-213-165-3427 0 0,3-2 1 0 0,0-2 0 0 0,87 33-1 0 0,-110-51-272 0 0,53 11 0 0 0,-68-19 0 0 0,1 0 0 0 0,-1-1 0 0 0,0 0 0 0 0,0-1 0 0 0,1-1 0 0 0,-1 0 0 0 0,13-2 0 0 0,-23 3-2 0 0,0-1 0 0 0,0 1 1 0 0,0-1-1 0 0,0 1 0 0 0,0-1 0 0 0,0 0 0 0 0,-1 1 0 0 0,1-1 0 0 0,0 0 0 0 0,0 0 0 0 0,-1 0 0 0 0,1 0 0 0 0,-1-1 1 0 0,1 1-1 0 0,-1 0 0 0 0,1-1 0 0 0,-1 1 0 0 0,0-1 0 0 0,0 1 0 0 0,2-4 0 0 0,3-19-198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39.213"/>
    </inkml:context>
    <inkml:brush xml:id="br0">
      <inkml:brushProperty name="width" value="0.1" units="cm"/>
      <inkml:brushProperty name="height" value="0.1" units="cm"/>
      <inkml:brushProperty name="color" value="#FFC114"/>
    </inkml:brush>
  </inkml:definitions>
  <inkml:trace contextRef="#ctx0" brushRef="#br0">0 1 6553 0 0,'58'58'1151'0'0,"54"59"606"0"0,20 27 1989 0 0,206 173 0 0 0,-293-280-2676 0 0,57 37 0 0 0,-82-62-681 0 0,1 0 0 0 0,0-1 0 0 0,1-1 0 0 0,0-1 0 0 0,37 9 0 0 0,-52-16-268 0 0,1 0 0 0 0,-1-1 1 0 0,1-1-1 0 0,0 1 0 0 0,-1-1 1 0 0,15-1-1 0 0,-20 0-92 0 0,1 1 0 0 0,0-1 1 0 0,0 0-1 0 0,0 0 0 0 0,0 0 1 0 0,-1 0-1 0 0,1 0 0 0 0,0-1 0 0 0,-1 1 1 0 0,1-1-1 0 0,-1 1 0 0 0,0-1 0 0 0,1 0 1 0 0,-1 0-1 0 0,0 0 0 0 0,0 0 0 0 0,0-1 1 0 0,-1 1-1 0 0,1 0 0 0 0,1-4 0 0 0,8-23 255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39.396"/>
    </inkml:context>
    <inkml:brush xml:id="br0">
      <inkml:brushProperty name="width" value="0.1" units="cm"/>
      <inkml:brushProperty name="height" value="0.1" units="cm"/>
      <inkml:brushProperty name="color" value="#FFC114"/>
    </inkml:brush>
  </inkml:definitions>
  <inkml:trace contextRef="#ctx0" brushRef="#br0">1 0 6553 0 0,'72'47'2067'0'0,"-36"-22"-2067"0"0,-3-4 0 0 0,-6 0 867 0 0,-5-3-867 0 0,-5-1 240 0 0,12 6 297 0 0,20 18 143 0 0,20 17 522 0 0,15 10-1 0 0,3-4 0 0 0,-14-12-334 0 0,-3-9 207 0 0,-12-12-207 0 0,-9-12-330 0 0,1-7-56 0 0,-19-16 240 0 0,-12-11-721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39.581"/>
    </inkml:context>
    <inkml:brush xml:id="br0">
      <inkml:brushProperty name="width" value="0.1" units="cm"/>
      <inkml:brushProperty name="height" value="0.1" units="cm"/>
      <inkml:brushProperty name="color" value="#FFC114"/>
    </inkml:brush>
  </inkml:definitions>
  <inkml:trace contextRef="#ctx0" brushRef="#br0">1 1 6553 0 0,'56'28'1336'0'0,"76"51"0"0"0,34 32 2416 0 0,206 103 1 0 0,-343-199-3247 0 0,-4 1-379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39.955"/>
    </inkml:context>
    <inkml:brush xml:id="br0">
      <inkml:brushProperty name="width" value="0.1" units="cm"/>
      <inkml:brushProperty name="height" value="0.1" units="cm"/>
      <inkml:brushProperty name="color" value="#FFC114"/>
    </inkml:brush>
  </inkml:definitions>
  <inkml:trace contextRef="#ctx0" brushRef="#br0">1 1 6553 0 0,'34'19'418'0'0,"497"270"6794"0"0,-369-210-3755 0 0,229 77 1 0 0,-369-148-2999 0 0,1-2 1 0 0,41 7-1 0 0,-54-12-315 0 0,0-1 1 0 0,0 1-1 0 0,-1-2 0 0 0,1 1 1 0 0,0-1-1 0 0,0-1 0 0 0,-1 0 1 0 0,1 0-1 0 0,10-4 0 0 0,18-14 35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0.141"/>
    </inkml:context>
    <inkml:brush xml:id="br0">
      <inkml:brushProperty name="width" value="0.1" units="cm"/>
      <inkml:brushProperty name="height" value="0.1" units="cm"/>
      <inkml:brushProperty name="color" value="#FFC114"/>
    </inkml:brush>
  </inkml:definitions>
  <inkml:trace contextRef="#ctx0" brushRef="#br0">1 0 6553 0 0,'16'12'329'0'0,"256"172"3619"0"0,-272-184-3940 0 0,247 139 3490 0 0,-178-104-1819 0 0,126 44 1 0 0,-186-76-1600 0 0,1 0 1 0 0,-1 0 0 0 0,1-1-1 0 0,0-1 1 0 0,0 1-1 0 0,-1-2 1 0 0,13 0-1 0 0,8-7 201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0.327"/>
    </inkml:context>
    <inkml:brush xml:id="br0">
      <inkml:brushProperty name="width" value="0.1" units="cm"/>
      <inkml:brushProperty name="height" value="0.1" units="cm"/>
      <inkml:brushProperty name="color" value="#FFC114"/>
    </inkml:brush>
  </inkml:definitions>
  <inkml:trace contextRef="#ctx0" brushRef="#br0">1 1 6553 0 0,'54'37'867'0'0,"-27"-16"-188"0"0,2 2-679 0 0,-5-5 538 0 0,-7-7-538 0 0,-3-1 340 0 0,5 4-100 0 0,12 5 100 0 0,13 12 526 0 0,13 2 535 0 0,-1 0-1401 0 0,-10-14 537 0 0,-13-11-56 0 0,-13-14-241 0 0,-15-13 1 0 0,-12-12 239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0.465"/>
    </inkml:context>
    <inkml:brush xml:id="br0">
      <inkml:brushProperty name="width" value="0.1" units="cm"/>
      <inkml:brushProperty name="height" value="0.1" units="cm"/>
      <inkml:brushProperty name="color" value="#FFC114"/>
    </inkml:brush>
  </inkml:definitions>
  <inkml:trace contextRef="#ctx0" brushRef="#br0">1 0 6553 0 0,'37'28'680'0'0,"-20"-13"-440"0"0,2 1 100 0 0,-3-3 0 0 0,-6-5-340 0 0,-3-2 340 0 0,5 1-340 0 0,11 11 340 0 0,6-1 419 0 0,8-3-759 0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2.998"/>
    </inkml:context>
    <inkml:brush xml:id="br0">
      <inkml:brushProperty name="width" value="0.1" units="cm"/>
      <inkml:brushProperty name="height" value="0.1" units="cm"/>
      <inkml:brushProperty name="color" value="#FFC114"/>
    </inkml:brush>
  </inkml:definitions>
  <inkml:trace contextRef="#ctx0" brushRef="#br0">1 72 6553 0 0,'2'-1'24'0'0,"0"0"-1"0"0,1-1 0 0 0,-1 1 1 0 0,1 0-1 0 0,-1 1 0 0 0,1-1 1 0 0,-1 0-1 0 0,1 1 0 0 0,2-1 1 0 0,0 0 63 0 0,64-16 818 0 0,-31 6-234 0 0,1 2 1 0 0,56-6-1 0 0,-90 15-587 0 0,0 0 0 0 0,-1-1 0 0 0,1 0 0 0 0,8-3 0 0 0,-6 0 117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3.200"/>
    </inkml:context>
    <inkml:brush xml:id="br0">
      <inkml:brushProperty name="width" value="0.1" units="cm"/>
      <inkml:brushProperty name="height" value="0.1" units="cm"/>
      <inkml:brushProperty name="color" value="#FFC114"/>
    </inkml:brush>
  </inkml:definitions>
  <inkml:trace contextRef="#ctx0" brushRef="#br0">109 1 6553 0 0,'-2'3'36'0'0,"0"-1"-1"0"0,1 1 1 0 0,0 0-1 0 0,0 1 1 0 0,0-1-1 0 0,0 0 0 0 0,0 0 1 0 0,1 0-1 0 0,-1 1 1 0 0,1 4-1 0 0,3 36 570 0 0,-1-19-78 0 0,5 85 775 0 0,2 172 1703 0 0,-10-247-2437 0 0,-2 1 0 0 0,-2 0-1 0 0,-1-1 1 0 0,-2 0 0 0 0,-22 62 0 0 0,27-89-443 0 0,0 0-1 0 0,0 0 1 0 0,-1-1 0 0 0,0 0-1 0 0,-1 1 1 0 0,1-1 0 0 0,-2-1 0 0 0,1 1-1 0 0,-12 11 1 0 0,5-10 75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3.356"/>
    </inkml:context>
    <inkml:brush xml:id="br0">
      <inkml:brushProperty name="width" value="0.1" units="cm"/>
      <inkml:brushProperty name="height" value="0.1" units="cm"/>
      <inkml:brushProperty name="color" value="#FFC114"/>
    </inkml:brush>
  </inkml:definitions>
  <inkml:trace contextRef="#ctx0" brushRef="#br0">0 70 6553 0 0,'5'-6'0'0'0,"0"0"0"0"0,1 0 0 0 0,0 0 0 0 0,0 1 0 0 0,0 0 0 0 0,0 0 0 0 0,1 0 0 0 0,-1 1 0 0 0,1 0 0 0 0,1 0 0 0 0,-1 1 0 0 0,0-1 0 0 0,12-2 0 0 0,-18 6 13 0 0,0 0-1 0 0,-1 0 0 0 0,1 0 0 0 0,0 0 0 0 0,0 0 1 0 0,0 0-1 0 0,0 0 0 0 0,0 0 0 0 0,-1 1 0 0 0,1-1 0 0 0,0 0 1 0 0,0 0-1 0 0,0 1 0 0 0,-1-1 0 0 0,1 1 0 0 0,0-1 1 0 0,0 0-1 0 0,-1 1 0 0 0,1-1 0 0 0,0 1 0 0 0,-1 0 1 0 0,1-1-1 0 0,0 1 0 0 0,-1 0 0 0 0,1-1 0 0 0,-1 1 0 0 0,1 0 1 0 0,-1-1-1 0 0,0 1 0 0 0,1 0 0 0 0,-1 0 0 0 0,0 0 1 0 0,1-1-1 0 0,-1 1 0 0 0,0 0 0 0 0,0 0 0 0 0,0 0 1 0 0,0 0-1 0 0,0 0 0 0 0,0-1 0 0 0,0 1 0 0 0,0 2 0 0 0,0 2 95 0 0,0 1 0 0 0,-1 0 0 0 0,1 0 0 0 0,-4 11-1 0 0,-4 4 95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3.636"/>
    </inkml:context>
    <inkml:brush xml:id="br0">
      <inkml:brushProperty name="width" value="0.1" units="cm"/>
      <inkml:brushProperty name="height" value="0.1" units="cm"/>
      <inkml:brushProperty name="color" value="#FFC114"/>
    </inkml:brush>
  </inkml:definitions>
  <inkml:trace contextRef="#ctx0" brushRef="#br0">254 1 6553 0 0,'-5'3'131'0'0,"0"0"-1"0"0,0 1 0 0 0,0 0 0 0 0,0 0 0 0 0,1 0 0 0 0,0 1 0 0 0,0 0 0 0 0,-5 7 0 0 0,-27 45 793 0 0,32-50-743 0 0,-34 63 643 0 0,20-35-22 0 0,-2-1 0 0 0,-42 57 0 0 0,33-57-656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3.820"/>
    </inkml:context>
    <inkml:brush xml:id="br0">
      <inkml:brushProperty name="width" value="0.1" units="cm"/>
      <inkml:brushProperty name="height" value="0.1" units="cm"/>
      <inkml:brushProperty name="color" value="#FFC114"/>
    </inkml:brush>
  </inkml:definitions>
  <inkml:trace contextRef="#ctx0" brushRef="#br0">0 0 6553 0 0,'25'18'572'0'0,"2"-1"-1"0"0,45 22 0 0 0,-35-20 36 0 0,-10-6-150 0 0,-20-10-308 0 0,1 0 0 0 0,-1 1 1 0 0,0 0-1 0 0,0 1 0 0 0,0 0 0 0 0,10 8 0 0 0,-11-7-109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4.299"/>
    </inkml:context>
    <inkml:brush xml:id="br0">
      <inkml:brushProperty name="width" value="0.1" units="cm"/>
      <inkml:brushProperty name="height" value="0.1" units="cm"/>
      <inkml:brushProperty name="color" value="#FFC114"/>
    </inkml:brush>
  </inkml:definitions>
  <inkml:trace contextRef="#ctx0" brushRef="#br0">215 2 6553 0 0,'0'0'8'0'0,"0"-1"-1"0"0,0 1 0 0 0,-1 0 1 0 0,1 0-1 0 0,0 0 1 0 0,0 0-1 0 0,0 0 0 0 0,-1 0 1 0 0,1 0-1 0 0,0 0 0 0 0,0 0 1 0 0,-1 0-1 0 0,1 0 0 0 0,0 0 1 0 0,0 0-1 0 0,-1 0 0 0 0,1 0 1 0 0,0 0-1 0 0,0 0 0 0 0,0 0 1 0 0,-1 0-1 0 0,1 0 1 0 0,0 0-1 0 0,0 0 0 0 0,0 0 1 0 0,-1 1-1 0 0,1-1 0 0 0,0 0 1 0 0,0 0-1 0 0,0 0 0 0 0,-1 0 1 0 0,1 1-1 0 0,0-1 0 0 0,0 0 1 0 0,-10 12 266 0 0,-4 14 291 0 0,14-26-540 0 0,-12 27 466 0 0,2 0 1 0 0,-10 41-1 0 0,-4 9 449 0 0,6-26 53 0 0,-2 0 0 0 0,-40 71 1 0 0,46-99-655 0 0,8-16-282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4.438"/>
    </inkml:context>
    <inkml:brush xml:id="br0">
      <inkml:brushProperty name="width" value="0.1" units="cm"/>
      <inkml:brushProperty name="height" value="0.1" units="cm"/>
      <inkml:brushProperty name="color" value="#FFC114"/>
    </inkml:brush>
  </inkml:definitions>
  <inkml:trace contextRef="#ctx0" brushRef="#br0">0 165 6553 0 0,'107'-63'-1'0'0,"-56"32"22"0"0,62-28-1 0 0,-109 58 70 0 0,13-7-5 0 0,-14 6-23 0 0,-12 3 102 0 0,0 1-124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4.591"/>
    </inkml:context>
    <inkml:brush xml:id="br0">
      <inkml:brushProperty name="width" value="0.1" units="cm"/>
      <inkml:brushProperty name="height" value="0.1" units="cm"/>
      <inkml:brushProperty name="color" value="#FFC114"/>
    </inkml:brush>
  </inkml:definitions>
  <inkml:trace contextRef="#ctx0" brushRef="#br0">3 0 6553 0 0,'-1'9'125'0'0,"0"-1"1"0"0,1 1-1 0 0,0-1 0 0 0,0 1 0 0 0,1 0 0 0 0,0-1 0 0 0,1 1 0 0 0,0-1 0 0 0,5 16 0 0 0,22 46 745 0 0,3 9 451 0 0,27 29-186 0 0,-51-96-912 0 0,1 1 0 0 0,0-1 0 0 0,1-1 0 0 0,0 1 0 0 0,1-2 0 0 0,13 11 0 0 0,-21-19-197 0 0,-1 0-1 0 0,0-1 0 0 0,1 1 1 0 0,-1-1-1 0 0,1 0 0 0 0,-1 1 1 0 0,1-1-1 0 0,-1 0 0 0 0,1-1 1 0 0,0 1-1 0 0,-1 0 1 0 0,5-1-1 0 0,1-1-25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4.791"/>
    </inkml:context>
    <inkml:brush xml:id="br0">
      <inkml:brushProperty name="width" value="0.1" units="cm"/>
      <inkml:brushProperty name="height" value="0.1" units="cm"/>
      <inkml:brushProperty name="color" value="#FFC114"/>
    </inkml:brush>
  </inkml:definitions>
  <inkml:trace contextRef="#ctx0" brushRef="#br0">491 0 6553 0 0,'-2'0'27'0'0,"0"1"0"0"0,0-1 0 0 0,0 1 0 0 0,0 0 0 0 0,1-1 0 0 0,-1 1 0 0 0,0 0 0 0 0,0 0-1 0 0,1 0 1 0 0,-1 0 0 0 0,1 0 0 0 0,-1 0 0 0 0,1 1 0 0 0,-1-1 0 0 0,1 0 0 0 0,0 1 0 0 0,-1-1 0 0 0,0 3-1 0 0,-22 35 461 0 0,17-26-367 0 0,-6 10 247 0 0,-96 156 2047 0 0,79-135-1202 0 0,-69 77 1 0 0,81-101-827 0 0,-2-1 1 0 0,0 0-1 0 0,-2-2 0 0 0,1 0 0 0 0,-27 14 1 0 0,21-17-187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5.102"/>
    </inkml:context>
    <inkml:brush xml:id="br0">
      <inkml:brushProperty name="width" value="0.1" units="cm"/>
      <inkml:brushProperty name="height" value="0.1" units="cm"/>
      <inkml:brushProperty name="color" value="#FFC114"/>
    </inkml:brush>
  </inkml:definitions>
  <inkml:trace contextRef="#ctx0" brushRef="#br0">154 1 6553 0 0,'-2'0'20'0'0,"1"0"-1"0"0,-1 0 1 0 0,1 0-1 0 0,-1 0 1 0 0,1 0-1 0 0,-1 0 1 0 0,1 0-1 0 0,-1 1 1 0 0,1-1-1 0 0,0 0 1 0 0,-1 1-1 0 0,1 0 0 0 0,-1-1 1 0 0,1 1-1 0 0,0 0 1 0 0,0 0-1 0 0,-1-1 1 0 0,1 1-1 0 0,0 0 1 0 0,0 0-1 0 0,0 0 1 0 0,0 0-1 0 0,0 1 1 0 0,0-1-1 0 0,0 0 0 0 0,-1 3 1 0 0,-4 5 238 0 0,0 1 0 0 0,-7 14 0 0 0,10-18-114 0 0,-32 78 904 0 0,6-13-205 0 0,16-44-560 0 0,1 4 57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5.273"/>
    </inkml:context>
    <inkml:brush xml:id="br0">
      <inkml:brushProperty name="width" value="0.1" units="cm"/>
      <inkml:brushProperty name="height" value="0.1" units="cm"/>
      <inkml:brushProperty name="color" value="#FFC114"/>
    </inkml:brush>
  </inkml:definitions>
  <inkml:trace contextRef="#ctx0" brushRef="#br0">0 39 6553 0 0,'36'-10'442'0'0,"1"1"-1"0"0,0 2 0 0 0,0 1 0 0 0,0 2 0 0 0,65 2 0 0 0,-96 2-360 0 0,0 0 0 0 0,0 1-1 0 0,0 0 1 0 0,-1 0 0 0 0,7 2-1 0 0,-11-2-68 0 0,1-1 0 0 0,-1 0 0 0 0,0 1-1 0 0,0-1 1 0 0,0 1 0 0 0,0 0 0 0 0,0-1-1 0 0,0 1 1 0 0,0 0 0 0 0,0 0 0 0 0,0 0 0 0 0,0-1-1 0 0,0 1 1 0 0,0 0 0 0 0,0 0 0 0 0,-1 0-1 0 0,1 0 1 0 0,0 1 0 0 0,-1-1 0 0 0,1 0 0 0 0,-1 0-1 0 0,0 0 1 0 0,1 0 0 0 0,-1 1 0 0 0,0-1-1 0 0,1 0 1 0 0,-1 0 0 0 0,0 1 0 0 0,0-1 0 0 0,0 2-1 0 0,-1 1 69 0 0,1 1-1 0 0,-1-1 1 0 0,0 0-1 0 0,0 1 1 0 0,-1-1-1 0 0,1 0 1 0 0,-1 0-1 0 0,0 0 1 0 0,0 0 0 0 0,0 0-1 0 0,-5 6 1 0 0,-12 13 31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5.425"/>
    </inkml:context>
    <inkml:brush xml:id="br0">
      <inkml:brushProperty name="width" value="0.1" units="cm"/>
      <inkml:brushProperty name="height" value="0.1" units="cm"/>
      <inkml:brushProperty name="color" value="#FFC114"/>
    </inkml:brush>
  </inkml:definitions>
  <inkml:trace contextRef="#ctx0" brushRef="#br0">1 148 6553 0 0,'56'-13'470'0'0,"-1"-2"0"0"0,0-3 0 0 0,61-28 0 0 0,-111 44-478 0 0,0 0 0 0 0,-1-1 0 0 0,1 1 0 0 0,0-1 1 0 0,-1 0-1 0 0,0-1 0 0 0,1 1 0 0 0,-1-1 0 0 0,0 1 1 0 0,-1-1-1 0 0,5-5 0 0 0,-4-5-15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5.612"/>
    </inkml:context>
    <inkml:brush xml:id="br0">
      <inkml:brushProperty name="width" value="0.1" units="cm"/>
      <inkml:brushProperty name="height" value="0.1" units="cm"/>
      <inkml:brushProperty name="color" value="#FFC114"/>
    </inkml:brush>
  </inkml:definitions>
  <inkml:trace contextRef="#ctx0" brushRef="#br0">165 0 6553 0 0,'-1'1'16'0'0,"1"-1"-1"0"0,-1 0 0 0 0,0 0 0 0 0,0 1 0 0 0,1-1 1 0 0,-1 0-1 0 0,0 1 0 0 0,1-1 0 0 0,-1 1 0 0 0,1-1 0 0 0,-1 1 1 0 0,0-1-1 0 0,1 1 0 0 0,-1-1 0 0 0,1 1 0 0 0,0 0 1 0 0,-1-1-1 0 0,1 1 0 0 0,-1 0 0 0 0,1-1 0 0 0,0 1 0 0 0,0 0 1 0 0,-1-1-1 0 0,1 1 0 0 0,0 0 0 0 0,0 0 0 0 0,0-1 1 0 0,0 2-1 0 0,-4 30 486 0 0,3-20-392 0 0,-5 36 608 0 0,-2-1 0 0 0,-2-1-1 0 0,-2 1 1 0 0,-21 50 0 0 0,-24 33 777 0 0,36-86-1046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5.765"/>
    </inkml:context>
    <inkml:brush xml:id="br0">
      <inkml:brushProperty name="width" value="0.1" units="cm"/>
      <inkml:brushProperty name="height" value="0.1" units="cm"/>
      <inkml:brushProperty name="color" value="#FFC114"/>
    </inkml:brush>
  </inkml:definitions>
  <inkml:trace contextRef="#ctx0" brushRef="#br0">1 54 6553 0 0,'0'-1'2'0'0,"0"1"-1"0"0,0 0 0 0 0,0-1 1 0 0,0 1-1 0 0,0-1 0 0 0,0 1 0 0 0,0-1 1 0 0,0 1-1 0 0,0-1 0 0 0,0 1 1 0 0,0 0-1 0 0,0-1 0 0 0,0 1 1 0 0,0-1-1 0 0,0 1 0 0 0,0-1 0 0 0,1 1 1 0 0,-1 0-1 0 0,0-1 0 0 0,0 1 1 0 0,1-1-1 0 0,-1 1 0 0 0,0 0 1 0 0,0-1-1 0 0,1 1 0 0 0,-1 0 0 0 0,0 0 1 0 0,1-1-1 0 0,-1 1 0 0 0,0 0 1 0 0,1 0-1 0 0,-1-1 0 0 0,1 1 0 0 0,-1 0 1 0 0,1 0-1 0 0,20-9 300 0 0,-12 5-151 0 0,9-2 188 0 0,1 0 0 0 0,-1 2 1 0 0,1 0-1 0 0,0 1 0 0 0,38-2 1 0 0,101 10 1326 0 0,-111-2-863 0 0,-4-1-376 0 0,273 3 2957 0 0,-288-7-3143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6.028"/>
    </inkml:context>
    <inkml:brush xml:id="br0">
      <inkml:brushProperty name="width" value="0.1" units="cm"/>
      <inkml:brushProperty name="height" value="0.1" units="cm"/>
      <inkml:brushProperty name="color" value="#FFC114"/>
    </inkml:brush>
  </inkml:definitions>
  <inkml:trace contextRef="#ctx0" brushRef="#br0">0 1 6553 0 0,'61'1'1150'0'0,"73"11"0"0"0,-128-11-1067 0 0,-1-1 0 0 0,1 1 0 0 0,-1 0 1 0 0,1 1-1 0 0,-1-1 0 0 0,1 1 0 0 0,-1 0 0 0 0,0 1 0 0 0,0-1 1 0 0,0 1-1 0 0,0 0 0 0 0,7 5 0 0 0,-8-2-43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6.216"/>
    </inkml:context>
    <inkml:brush xml:id="br0">
      <inkml:brushProperty name="width" value="0.1" units="cm"/>
      <inkml:brushProperty name="height" value="0.1" units="cm"/>
      <inkml:brushProperty name="color" value="#FFC114"/>
    </inkml:brush>
  </inkml:definitions>
  <inkml:trace contextRef="#ctx0" brushRef="#br0">0 37 6553 0 0,'54'-11'1279'0'0,"92"-5"-1"0"0,-118 14-1088 0 0,-7 0-65 0 0,7-1 369 0 0,1 1-1 0 0,0 1 1 0 0,57 7 0 0 0,-85-6-476 0 0,0 0 0 0 0,0 0-1 0 0,0 1 1 0 0,0-1 0 0 0,0 1 0 0 0,0-1 0 0 0,0 0 0 0 0,0 1 0 0 0,0 0 0 0 0,0-1 0 0 0,0 1 0 0 0,0 0 0 0 0,0-1 0 0 0,0 1 0 0 0,0 0 0 0 0,-1 0 0 0 0,2 1 0 0 0,-1 2-18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6.371"/>
    </inkml:context>
    <inkml:brush xml:id="br0">
      <inkml:brushProperty name="width" value="0.1" units="cm"/>
      <inkml:brushProperty name="height" value="0.1" units="cm"/>
      <inkml:brushProperty name="color" value="#FFC114"/>
    </inkml:brush>
  </inkml:definitions>
  <inkml:trace contextRef="#ctx0" brushRef="#br0">514 0 6553 0 0,'-11'6'172'0'0,"0"1"0"0"0,0-1 0 0 0,1 2 0 0 0,0-1-1 0 0,1 2 1 0 0,-9 8 0 0 0,3-3 106 0 0,-165 164 2952 0 0,-37 32 64 0 0,195-191-3011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6.635"/>
    </inkml:context>
    <inkml:brush xml:id="br0">
      <inkml:brushProperty name="width" value="0.1" units="cm"/>
      <inkml:brushProperty name="height" value="0.1" units="cm"/>
      <inkml:brushProperty name="color" value="#FFC114"/>
    </inkml:brush>
  </inkml:definitions>
  <inkml:trace contextRef="#ctx0" brushRef="#br0">75 1 6553 0 0,'1'4'68'0'0,"1"0"1"0"0,-1 0-1 0 0,0 1 0 0 0,0-1 0 0 0,0 0 0 0 0,-1 1 0 0 0,1-1 0 0 0,-1 1 0 0 0,-1 7 0 0 0,-3 47 1049 0 0,-2 0-1 0 0,-24 95 0 0 0,26-141-947 0 0,-6 22 412 0 0,2 0-1 0 0,1 0 1 0 0,-5 69 0 0 0,12-101-537 0 0,0-1-1 0 0,0 0 0 0 0,0 0 1 0 0,0 0-1 0 0,1 1 0 0 0,-1-1 1 0 0,1 0-1 0 0,-1 0 0 0 0,1 0 1 0 0,0 0-1 0 0,0 0 0 0 0,0 0 1 0 0,0 0-1 0 0,0 0 1 0 0,0 0-1 0 0,1 0 0 0 0,2 2 1 0 0,-3-3-13 0 0,0 0 1 0 0,1 0 0 0 0,-1-1 0 0 0,0 1 0 0 0,1 0 0 0 0,-1-1 0 0 0,1 0 0 0 0,-1 1 0 0 0,1-1-1 0 0,-1 0 1 0 0,1 1 0 0 0,0-1 0 0 0,-1 0 0 0 0,1 0 0 0 0,-1 0 0 0 0,1 0 0 0 0,-1-1-1 0 0,1 1 1 0 0,-1 0 0 0 0,1-1 0 0 0,-1 1 0 0 0,1-1 0 0 0,-1 1 0 0 0,1-1 0 0 0,1-1-1 0 0,46-24-119 0 0,48-32-1 0 0,-21 10-806 0 0,-10 6 757 0 0,-31 21 3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6.818"/>
    </inkml:context>
    <inkml:brush xml:id="br0">
      <inkml:brushProperty name="width" value="0.1" units="cm"/>
      <inkml:brushProperty name="height" value="0.1" units="cm"/>
      <inkml:brushProperty name="color" value="#FFC114"/>
    </inkml:brush>
  </inkml:definitions>
  <inkml:trace contextRef="#ctx0" brushRef="#br0">467 43 6553 0 0,'0'-3'40'0'0,"-1"1"0"0"0,0 0 0 0 0,0-1 0 0 0,0 1 0 0 0,-1 0 0 0 0,1 0 0 0 0,0 0 0 0 0,-1 0 0 0 0,1 0 0 0 0,-1 0 0 0 0,0 1 1 0 0,1-1-1 0 0,-1 0 0 0 0,0 1 0 0 0,0-1 0 0 0,0 1 0 0 0,-4-2 0 0 0,3 2 22 0 0,-1 0 1 0 0,1 0-1 0 0,-1 0 1 0 0,0 0-1 0 0,1 1 1 0 0,-1-1 0 0 0,0 1-1 0 0,0 0 1 0 0,1 0-1 0 0,-6 1 1 0 0,-4 1 126 0 0,0 1 1 0 0,0 1-1 0 0,1 0 1 0 0,0 0-1 0 0,-19 10 0 0 0,-33 18 1490 0 0,-132 46 0 0 0,158-66-1231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26T07:36:46.989"/>
    </inkml:context>
    <inkml:brush xml:id="br0">
      <inkml:brushProperty name="width" value="0.1" units="cm"/>
      <inkml:brushProperty name="height" value="0.1" units="cm"/>
      <inkml:brushProperty name="color" value="#FFC114"/>
    </inkml:brush>
  </inkml:definitions>
  <inkml:trace contextRef="#ctx0" brushRef="#br0">0 1 6553 0 0,'198'69'2982'0'0,"-54"-18"-1329"0"0,294 94 3727 0 0,-423-140-5302 0 0,39 11 365 0 0,-51-16-379 0 0,1 1 0 0 0,0 0 0 0 0,0-1 0 0 0,0 0 0 0 0,0 0-1 0 0,-1 0 1 0 0,1 0 0 0 0,0-1 0 0 0,0 0 0 0 0,0 1 0 0 0,5-3 0 0 0,-2-1-24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4F34ED-0648-46AB-B04C-F4AFF1710699}"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3AF772-F945-4849-BC68-8A02AD974AE1}" type="slidenum">
              <a:rPr lang="en-US" smtClean="0"/>
              <a:t>‹#›</a:t>
            </a:fld>
            <a:endParaRPr lang="en-US"/>
          </a:p>
        </p:txBody>
      </p:sp>
    </p:spTree>
    <p:extLst>
      <p:ext uri="{BB962C8B-B14F-4D97-AF65-F5344CB8AC3E}">
        <p14:creationId xmlns:p14="http://schemas.microsoft.com/office/powerpoint/2010/main" val="1234627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3AF772-F945-4849-BC68-8A02AD974AE1}" type="slidenum">
              <a:rPr lang="en-US" smtClean="0"/>
              <a:t>1</a:t>
            </a:fld>
            <a:endParaRPr lang="en-US"/>
          </a:p>
        </p:txBody>
      </p:sp>
    </p:spTree>
    <p:extLst>
      <p:ext uri="{BB962C8B-B14F-4D97-AF65-F5344CB8AC3E}">
        <p14:creationId xmlns:p14="http://schemas.microsoft.com/office/powerpoint/2010/main" val="2833286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593AF772-F945-4849-BC68-8A02AD974AE1}" type="slidenum">
              <a:rPr lang="en-US" smtClean="0"/>
              <a:t>4</a:t>
            </a:fld>
            <a:endParaRPr lang="en-US"/>
          </a:p>
        </p:txBody>
      </p:sp>
    </p:spTree>
    <p:extLst>
      <p:ext uri="{BB962C8B-B14F-4D97-AF65-F5344CB8AC3E}">
        <p14:creationId xmlns:p14="http://schemas.microsoft.com/office/powerpoint/2010/main" val="3093418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593AF772-F945-4849-BC68-8A02AD974AE1}" type="slidenum">
              <a:rPr lang="en-US" smtClean="0"/>
              <a:t>7</a:t>
            </a:fld>
            <a:endParaRPr lang="en-US"/>
          </a:p>
        </p:txBody>
      </p:sp>
    </p:spTree>
    <p:extLst>
      <p:ext uri="{BB962C8B-B14F-4D97-AF65-F5344CB8AC3E}">
        <p14:creationId xmlns:p14="http://schemas.microsoft.com/office/powerpoint/2010/main" val="1704362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593AF772-F945-4849-BC68-8A02AD974AE1}" type="slidenum">
              <a:rPr lang="en-US" smtClean="0"/>
              <a:t>8</a:t>
            </a:fld>
            <a:endParaRPr lang="en-US"/>
          </a:p>
        </p:txBody>
      </p:sp>
    </p:spTree>
    <p:extLst>
      <p:ext uri="{BB962C8B-B14F-4D97-AF65-F5344CB8AC3E}">
        <p14:creationId xmlns:p14="http://schemas.microsoft.com/office/powerpoint/2010/main" val="2785100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93AF772-F945-4849-BC68-8A02AD974AE1}" type="slidenum">
              <a:rPr lang="en-US" smtClean="0"/>
              <a:t>11</a:t>
            </a:fld>
            <a:endParaRPr lang="en-US"/>
          </a:p>
        </p:txBody>
      </p:sp>
    </p:spTree>
    <p:extLst>
      <p:ext uri="{BB962C8B-B14F-4D97-AF65-F5344CB8AC3E}">
        <p14:creationId xmlns:p14="http://schemas.microsoft.com/office/powerpoint/2010/main" val="3933445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593AF772-F945-4849-BC68-8A02AD974AE1}" type="slidenum">
              <a:rPr lang="en-US" smtClean="0"/>
              <a:t>13</a:t>
            </a:fld>
            <a:endParaRPr lang="en-US"/>
          </a:p>
        </p:txBody>
      </p:sp>
    </p:spTree>
    <p:extLst>
      <p:ext uri="{BB962C8B-B14F-4D97-AF65-F5344CB8AC3E}">
        <p14:creationId xmlns:p14="http://schemas.microsoft.com/office/powerpoint/2010/main" val="1126453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93AF772-F945-4849-BC68-8A02AD974AE1}" type="slidenum">
              <a:rPr lang="en-US" smtClean="0"/>
              <a:t>16</a:t>
            </a:fld>
            <a:endParaRPr lang="en-US"/>
          </a:p>
        </p:txBody>
      </p:sp>
    </p:spTree>
    <p:extLst>
      <p:ext uri="{BB962C8B-B14F-4D97-AF65-F5344CB8AC3E}">
        <p14:creationId xmlns:p14="http://schemas.microsoft.com/office/powerpoint/2010/main" val="4238894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5E560-B19D-CE8A-3070-DC03DC5402A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5F43931-C603-370C-6978-90B4D34C6B2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CCADF5B-D7B3-951C-BFDA-F53BA9D72C37}"/>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B0956D47-3AE7-A93C-A713-9D033FEA9D3B}"/>
              </a:ext>
            </a:extLst>
          </p:cNvPr>
          <p:cNvSpPr>
            <a:spLocks noGrp="1"/>
          </p:cNvSpPr>
          <p:nvPr>
            <p:ph type="sldNum" sz="quarter" idx="5"/>
          </p:nvPr>
        </p:nvSpPr>
        <p:spPr/>
        <p:txBody>
          <a:bodyPr/>
          <a:lstStyle/>
          <a:p>
            <a:fld id="{593AF772-F945-4849-BC68-8A02AD974AE1}" type="slidenum">
              <a:rPr lang="en-US" smtClean="0"/>
              <a:t>18</a:t>
            </a:fld>
            <a:endParaRPr lang="en-US"/>
          </a:p>
        </p:txBody>
      </p:sp>
    </p:spTree>
    <p:extLst>
      <p:ext uri="{BB962C8B-B14F-4D97-AF65-F5344CB8AC3E}">
        <p14:creationId xmlns:p14="http://schemas.microsoft.com/office/powerpoint/2010/main" val="2066357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1083A-A773-75FE-377B-8C8C0BB20F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2EBA90E-DE97-9C89-B4BC-1608130B02F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F67A137-3BE8-F55D-E8E5-0C32806444A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B1F26B6-3F96-5F93-22F9-18FB0E73374B}"/>
              </a:ext>
            </a:extLst>
          </p:cNvPr>
          <p:cNvSpPr>
            <a:spLocks noGrp="1"/>
          </p:cNvSpPr>
          <p:nvPr>
            <p:ph type="sldNum" sz="quarter" idx="5"/>
          </p:nvPr>
        </p:nvSpPr>
        <p:spPr/>
        <p:txBody>
          <a:bodyPr/>
          <a:lstStyle/>
          <a:p>
            <a:fld id="{593AF772-F945-4849-BC68-8A02AD974AE1}" type="slidenum">
              <a:rPr lang="en-US" smtClean="0"/>
              <a:t>19</a:t>
            </a:fld>
            <a:endParaRPr lang="en-US"/>
          </a:p>
        </p:txBody>
      </p:sp>
    </p:spTree>
    <p:extLst>
      <p:ext uri="{BB962C8B-B14F-4D97-AF65-F5344CB8AC3E}">
        <p14:creationId xmlns:p14="http://schemas.microsoft.com/office/powerpoint/2010/main" val="3031335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15CBA-D911-FD5F-ABEC-2BF1707848D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2A0C3B3-0CBB-FF23-63AC-6F301295BA9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3AEDC42-2AA6-191C-5961-05782747FE0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5F37928-6808-BAD2-CC26-E4CF174C8974}"/>
              </a:ext>
            </a:extLst>
          </p:cNvPr>
          <p:cNvSpPr>
            <a:spLocks noGrp="1"/>
          </p:cNvSpPr>
          <p:nvPr>
            <p:ph type="sldNum" sz="quarter" idx="5"/>
          </p:nvPr>
        </p:nvSpPr>
        <p:spPr/>
        <p:txBody>
          <a:bodyPr/>
          <a:lstStyle/>
          <a:p>
            <a:fld id="{593AF772-F945-4849-BC68-8A02AD974AE1}" type="slidenum">
              <a:rPr lang="en-US" smtClean="0"/>
              <a:t>20</a:t>
            </a:fld>
            <a:endParaRPr lang="en-US"/>
          </a:p>
        </p:txBody>
      </p:sp>
    </p:spTree>
    <p:extLst>
      <p:ext uri="{BB962C8B-B14F-4D97-AF65-F5344CB8AC3E}">
        <p14:creationId xmlns:p14="http://schemas.microsoft.com/office/powerpoint/2010/main" val="1632481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593AF772-F945-4849-BC68-8A02AD974AE1}" type="slidenum">
              <a:rPr lang="en-US" smtClean="0"/>
              <a:t>24</a:t>
            </a:fld>
            <a:endParaRPr lang="en-US"/>
          </a:p>
        </p:txBody>
      </p:sp>
    </p:spTree>
    <p:extLst>
      <p:ext uri="{BB962C8B-B14F-4D97-AF65-F5344CB8AC3E}">
        <p14:creationId xmlns:p14="http://schemas.microsoft.com/office/powerpoint/2010/main" val="25167439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93AF772-F945-4849-BC68-8A02AD974AE1}" type="slidenum">
              <a:rPr lang="en-US" smtClean="0"/>
              <a:t>25</a:t>
            </a:fld>
            <a:endParaRPr lang="en-US"/>
          </a:p>
        </p:txBody>
      </p:sp>
    </p:spTree>
    <p:extLst>
      <p:ext uri="{BB962C8B-B14F-4D97-AF65-F5344CB8AC3E}">
        <p14:creationId xmlns:p14="http://schemas.microsoft.com/office/powerpoint/2010/main" val="1095700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16883-C335-16F2-B40C-3D13BDF813E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9034705-A5F1-8B53-0DA8-BABB0468FB6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EF89057-50F4-BB8D-3470-EDE3BC60F156}"/>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4B42564B-B8F3-CD6F-6E0F-7518D8853A9A}"/>
              </a:ext>
            </a:extLst>
          </p:cNvPr>
          <p:cNvSpPr>
            <a:spLocks noGrp="1"/>
          </p:cNvSpPr>
          <p:nvPr>
            <p:ph type="sldNum" sz="quarter" idx="5"/>
          </p:nvPr>
        </p:nvSpPr>
        <p:spPr/>
        <p:txBody>
          <a:bodyPr/>
          <a:lstStyle/>
          <a:p>
            <a:fld id="{593AF772-F945-4849-BC68-8A02AD974AE1}" type="slidenum">
              <a:rPr lang="en-US" smtClean="0"/>
              <a:t>26</a:t>
            </a:fld>
            <a:endParaRPr lang="en-US"/>
          </a:p>
        </p:txBody>
      </p:sp>
    </p:spTree>
    <p:extLst>
      <p:ext uri="{BB962C8B-B14F-4D97-AF65-F5344CB8AC3E}">
        <p14:creationId xmlns:p14="http://schemas.microsoft.com/office/powerpoint/2010/main" val="3355916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593AF772-F945-4849-BC68-8A02AD974AE1}" type="slidenum">
              <a:rPr lang="en-US" smtClean="0"/>
              <a:t>29</a:t>
            </a:fld>
            <a:endParaRPr lang="en-US"/>
          </a:p>
        </p:txBody>
      </p:sp>
    </p:spTree>
    <p:extLst>
      <p:ext uri="{BB962C8B-B14F-4D97-AF65-F5344CB8AC3E}">
        <p14:creationId xmlns:p14="http://schemas.microsoft.com/office/powerpoint/2010/main" val="4134110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690BA-2FBF-1EC1-4B95-B16B1AF2BA4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4E31701-2B12-6978-6D27-09D89089F0C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E90C626-9AC4-27BA-3E5D-BC01868CC38E}"/>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407B761-013B-7F2A-D109-A84DD27F8657}"/>
              </a:ext>
            </a:extLst>
          </p:cNvPr>
          <p:cNvSpPr>
            <a:spLocks noGrp="1"/>
          </p:cNvSpPr>
          <p:nvPr>
            <p:ph type="sldNum" sz="quarter" idx="5"/>
          </p:nvPr>
        </p:nvSpPr>
        <p:spPr/>
        <p:txBody>
          <a:bodyPr/>
          <a:lstStyle/>
          <a:p>
            <a:fld id="{593AF772-F945-4849-BC68-8A02AD974AE1}" type="slidenum">
              <a:rPr lang="en-US" smtClean="0"/>
              <a:t>30</a:t>
            </a:fld>
            <a:endParaRPr lang="en-US"/>
          </a:p>
        </p:txBody>
      </p:sp>
    </p:spTree>
    <p:extLst>
      <p:ext uri="{BB962C8B-B14F-4D97-AF65-F5344CB8AC3E}">
        <p14:creationId xmlns:p14="http://schemas.microsoft.com/office/powerpoint/2010/main" val="3329221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593AF772-F945-4849-BC68-8A02AD974AE1}" type="slidenum">
              <a:rPr lang="en-US" smtClean="0"/>
              <a:t>31</a:t>
            </a:fld>
            <a:endParaRPr lang="en-US"/>
          </a:p>
        </p:txBody>
      </p:sp>
    </p:spTree>
    <p:extLst>
      <p:ext uri="{BB962C8B-B14F-4D97-AF65-F5344CB8AC3E}">
        <p14:creationId xmlns:p14="http://schemas.microsoft.com/office/powerpoint/2010/main" val="3380437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593AF772-F945-4849-BC68-8A02AD974AE1}" type="slidenum">
              <a:rPr lang="en-US" smtClean="0"/>
              <a:t>36</a:t>
            </a:fld>
            <a:endParaRPr lang="en-US"/>
          </a:p>
        </p:txBody>
      </p:sp>
    </p:spTree>
    <p:extLst>
      <p:ext uri="{BB962C8B-B14F-4D97-AF65-F5344CB8AC3E}">
        <p14:creationId xmlns:p14="http://schemas.microsoft.com/office/powerpoint/2010/main" val="24713756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30B09-10F5-656F-56C6-B97D50E796D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53E1935-76B5-AD89-0210-10C1AD5CD86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B8E7345-2E3D-46D9-0054-87D37986A163}"/>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87769E30-DC3F-FF48-A993-E400E1FB8790}"/>
              </a:ext>
            </a:extLst>
          </p:cNvPr>
          <p:cNvSpPr>
            <a:spLocks noGrp="1"/>
          </p:cNvSpPr>
          <p:nvPr>
            <p:ph type="sldNum" sz="quarter" idx="5"/>
          </p:nvPr>
        </p:nvSpPr>
        <p:spPr/>
        <p:txBody>
          <a:bodyPr/>
          <a:lstStyle/>
          <a:p>
            <a:fld id="{593AF772-F945-4849-BC68-8A02AD974AE1}" type="slidenum">
              <a:rPr lang="en-US" smtClean="0"/>
              <a:t>37</a:t>
            </a:fld>
            <a:endParaRPr lang="en-US"/>
          </a:p>
        </p:txBody>
      </p:sp>
    </p:spTree>
    <p:extLst>
      <p:ext uri="{BB962C8B-B14F-4D97-AF65-F5344CB8AC3E}">
        <p14:creationId xmlns:p14="http://schemas.microsoft.com/office/powerpoint/2010/main" val="34427772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 /><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 /><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 /><Relationship Id="rId2" Type="http://schemas.openxmlformats.org/officeDocument/2006/relationships/image" Target="../media/image7.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 /><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A6A423A-B7B3-7C3C-F334-A8AD749C3AC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6CE8215-A0BF-33B2-8516-63C2434CC635}"/>
              </a:ext>
            </a:extLst>
          </p:cNvPr>
          <p:cNvSpPr>
            <a:spLocks noGrp="1"/>
          </p:cNvSpPr>
          <p:nvPr>
            <p:ph type="ctrTitle" hasCustomPrompt="1"/>
          </p:nvPr>
        </p:nvSpPr>
        <p:spPr>
          <a:xfrm>
            <a:off x="1318901" y="1793127"/>
            <a:ext cx="8628404" cy="1230594"/>
          </a:xfrm>
        </p:spPr>
        <p:txBody>
          <a:bodyPr anchor="b">
            <a:noAutofit/>
          </a:bodyPr>
          <a:lstStyle>
            <a:lvl1pPr algn="l">
              <a:defRPr sz="60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Title  </a:t>
            </a:r>
          </a:p>
        </p:txBody>
      </p:sp>
      <p:sp>
        <p:nvSpPr>
          <p:cNvPr id="3" name="Subtitle 2">
            <a:extLst>
              <a:ext uri="{FF2B5EF4-FFF2-40B4-BE49-F238E27FC236}">
                <a16:creationId xmlns:a16="http://schemas.microsoft.com/office/drawing/2014/main" id="{2FD06BFB-3D75-34F3-DDB4-FEFC26B4D27D}"/>
              </a:ext>
            </a:extLst>
          </p:cNvPr>
          <p:cNvSpPr>
            <a:spLocks noGrp="1"/>
          </p:cNvSpPr>
          <p:nvPr>
            <p:ph type="subTitle" idx="1" hasCustomPrompt="1"/>
          </p:nvPr>
        </p:nvSpPr>
        <p:spPr>
          <a:xfrm>
            <a:off x="1318901" y="4276095"/>
            <a:ext cx="4235865" cy="827881"/>
          </a:xfrm>
        </p:spPr>
        <p:txBody>
          <a:bodyPr anchor="ct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DD/MM/YYYY</a:t>
            </a:r>
            <a:br>
              <a:rPr lang="en-US"/>
            </a:br>
            <a:r>
              <a:rPr lang="en-US"/>
              <a:t>NAME, NAME, NAME, NAME</a:t>
            </a:r>
          </a:p>
        </p:txBody>
      </p:sp>
      <p:sp>
        <p:nvSpPr>
          <p:cNvPr id="17" name="Text Placeholder 16">
            <a:extLst>
              <a:ext uri="{FF2B5EF4-FFF2-40B4-BE49-F238E27FC236}">
                <a16:creationId xmlns:a16="http://schemas.microsoft.com/office/drawing/2014/main" id="{6A577837-1479-41E0-14E8-94729DB22FD6}"/>
              </a:ext>
            </a:extLst>
          </p:cNvPr>
          <p:cNvSpPr>
            <a:spLocks noGrp="1"/>
          </p:cNvSpPr>
          <p:nvPr>
            <p:ph type="body" sz="quarter" idx="14" hasCustomPrompt="1"/>
          </p:nvPr>
        </p:nvSpPr>
        <p:spPr>
          <a:xfrm>
            <a:off x="1318900" y="3023721"/>
            <a:ext cx="8628403" cy="810560"/>
          </a:xfrm>
        </p:spPr>
        <p:txBody>
          <a:bodyPr anchor="b">
            <a:noAutofit/>
          </a:bodyPr>
          <a:lstStyle>
            <a:lvl1pPr marL="0" indent="0">
              <a:buNone/>
              <a:defRPr lang="en-US" dirty="0">
                <a:solidFill>
                  <a:srgbClr val="FF0000"/>
                </a:solidFill>
              </a:defRPr>
            </a:lvl1pPr>
          </a:lstStyle>
          <a:p>
            <a:pPr lvl="0"/>
            <a:r>
              <a:rPr lang="en-US"/>
              <a:t>Subtitle</a:t>
            </a:r>
          </a:p>
        </p:txBody>
      </p:sp>
    </p:spTree>
    <p:extLst>
      <p:ext uri="{BB962C8B-B14F-4D97-AF65-F5344CB8AC3E}">
        <p14:creationId xmlns:p14="http://schemas.microsoft.com/office/powerpoint/2010/main" val="2902932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8702279-7A54-3784-1622-5B7BA47B633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41196AC-389E-AE13-42B3-7EFC6C368260}"/>
              </a:ext>
            </a:extLst>
          </p:cNvPr>
          <p:cNvSpPr>
            <a:spLocks noGrp="1"/>
          </p:cNvSpPr>
          <p:nvPr>
            <p:ph type="title" hasCustomPrompt="1"/>
          </p:nvPr>
        </p:nvSpPr>
        <p:spPr>
          <a:xfrm>
            <a:off x="831850" y="1709738"/>
            <a:ext cx="10515600" cy="2852737"/>
          </a:xfrm>
        </p:spPr>
        <p:txBody>
          <a:bodyPr anchor="ctr"/>
          <a:lstStyle>
            <a:lvl1pPr algn="ctr">
              <a:defRPr sz="6000">
                <a:solidFill>
                  <a:schemeClr val="bg1"/>
                </a:solidFill>
                <a:latin typeface="Arial" panose="020B0604020202020204" pitchFamily="34" charset="0"/>
                <a:cs typeface="Arial" panose="020B0604020202020204" pitchFamily="34" charset="0"/>
              </a:defRPr>
            </a:lvl1pPr>
          </a:lstStyle>
          <a:p>
            <a:r>
              <a:rPr lang="en-US"/>
              <a:t>Click to edit Sub-Topic Title</a:t>
            </a:r>
          </a:p>
        </p:txBody>
      </p:sp>
      <p:sp>
        <p:nvSpPr>
          <p:cNvPr id="3" name="Text Placeholder 2">
            <a:extLst>
              <a:ext uri="{FF2B5EF4-FFF2-40B4-BE49-F238E27FC236}">
                <a16:creationId xmlns:a16="http://schemas.microsoft.com/office/drawing/2014/main" id="{34A0F314-FCBD-45E5-7899-D77A5AB09C62}"/>
              </a:ext>
            </a:extLst>
          </p:cNvPr>
          <p:cNvSpPr>
            <a:spLocks noGrp="1"/>
          </p:cNvSpPr>
          <p:nvPr>
            <p:ph type="body" idx="1"/>
          </p:nvPr>
        </p:nvSpPr>
        <p:spPr>
          <a:xfrm>
            <a:off x="831850" y="4589463"/>
            <a:ext cx="10515600" cy="1500187"/>
          </a:xfrm>
        </p:spPr>
        <p:txBody>
          <a:bodyPr/>
          <a:lstStyle>
            <a:lvl1pPr marL="0" indent="0">
              <a:buNone/>
              <a:defRPr sz="2400">
                <a:solidFill>
                  <a:srgbClr val="FF0000"/>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394908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44AD7B9-37EF-296E-6F04-704EB0277C2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B1004A94-8026-6D9B-650F-A52480B8BA3C}"/>
              </a:ext>
            </a:extLst>
          </p:cNvPr>
          <p:cNvSpPr>
            <a:spLocks noGrp="1"/>
          </p:cNvSpPr>
          <p:nvPr>
            <p:ph idx="1"/>
          </p:nvPr>
        </p:nvSpPr>
        <p:spPr/>
        <p:txBody>
          <a:bodyPr/>
          <a:lstStyle>
            <a:lvl1pPr>
              <a:defRPr>
                <a:solidFill>
                  <a:schemeClr val="bg1"/>
                </a:solidFill>
                <a:latin typeface="Arial" panose="020B0604020202020204" pitchFamily="34" charset="0"/>
                <a:cs typeface="Arial" panose="020B0604020202020204" pitchFamily="34" charset="0"/>
              </a:defRPr>
            </a:lvl1pPr>
            <a:lvl2pPr>
              <a:defRPr>
                <a:solidFill>
                  <a:schemeClr val="bg1"/>
                </a:solidFill>
                <a:latin typeface="Arial" panose="020B0604020202020204" pitchFamily="34" charset="0"/>
                <a:cs typeface="Arial" panose="020B0604020202020204" pitchFamily="34" charset="0"/>
              </a:defRPr>
            </a:lvl2pPr>
            <a:lvl3pPr>
              <a:defRPr>
                <a:solidFill>
                  <a:schemeClr val="bg1"/>
                </a:solidFill>
                <a:latin typeface="Arial" panose="020B0604020202020204"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DAD6F8B9-0E02-CD0E-5E6A-CE21213B2A0F}"/>
              </a:ext>
            </a:extLst>
          </p:cNvPr>
          <p:cNvSpPr>
            <a:spLocks noGrp="1"/>
          </p:cNvSpPr>
          <p:nvPr>
            <p:ph type="title"/>
          </p:nvPr>
        </p:nvSpPr>
        <p:spPr>
          <a:xfrm>
            <a:off x="847458" y="116546"/>
            <a:ext cx="10515600" cy="564492"/>
          </a:xfrm>
        </p:spPr>
        <p:txBody>
          <a:bodyPr anchor="t">
            <a:noAutofit/>
          </a:bodyPr>
          <a:lstStyle>
            <a:lvl1pPr>
              <a:defRPr sz="400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10" name="Text Placeholder 8">
            <a:extLst>
              <a:ext uri="{FF2B5EF4-FFF2-40B4-BE49-F238E27FC236}">
                <a16:creationId xmlns:a16="http://schemas.microsoft.com/office/drawing/2014/main" id="{DD419465-1E13-A732-7CD2-07CD2C757C72}"/>
              </a:ext>
            </a:extLst>
          </p:cNvPr>
          <p:cNvSpPr>
            <a:spLocks noGrp="1"/>
          </p:cNvSpPr>
          <p:nvPr>
            <p:ph type="body" sz="quarter" idx="10" hasCustomPrompt="1"/>
          </p:nvPr>
        </p:nvSpPr>
        <p:spPr>
          <a:xfrm>
            <a:off x="838200" y="744022"/>
            <a:ext cx="10515600" cy="423656"/>
          </a:xfrm>
        </p:spPr>
        <p:txBody>
          <a:bodyPr anchor="b"/>
          <a:lstStyle>
            <a:lvl1pPr marL="0" indent="0">
              <a:buNone/>
              <a:defRPr>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a:solidFill>
                  <a:srgbClr val="FF0000"/>
                </a:solidFill>
              </a:rPr>
              <a:t>Click to edit Subtitle style</a:t>
            </a:r>
          </a:p>
        </p:txBody>
      </p:sp>
    </p:spTree>
    <p:extLst>
      <p:ext uri="{BB962C8B-B14F-4D97-AF65-F5344CB8AC3E}">
        <p14:creationId xmlns:p14="http://schemas.microsoft.com/office/powerpoint/2010/main" val="363046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C309F-AEE6-EA37-60FE-E7DF97CC65AD}"/>
              </a:ext>
            </a:extLst>
          </p:cNvPr>
          <p:cNvSpPr>
            <a:spLocks noGrp="1"/>
          </p:cNvSpPr>
          <p:nvPr>
            <p:ph type="title"/>
          </p:nvPr>
        </p:nvSpPr>
        <p:spPr>
          <a:xfrm>
            <a:off x="847458" y="116546"/>
            <a:ext cx="10515600" cy="564492"/>
          </a:xfrm>
        </p:spPr>
        <p:txBody>
          <a:bodyPr anchor="t">
            <a:noAutofit/>
          </a:bodyPr>
          <a:lstStyle>
            <a:lvl1pPr>
              <a:defRPr sz="400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B1004A94-8026-6D9B-650F-A52480B8BA3C}"/>
              </a:ext>
            </a:extLst>
          </p:cNvPr>
          <p:cNvSpPr>
            <a:spLocks noGrp="1"/>
          </p:cNvSpPr>
          <p:nvPr>
            <p:ph idx="1"/>
          </p:nvPr>
        </p:nvSpPr>
        <p:spPr/>
        <p:txBody>
          <a:bodyPr/>
          <a:lstStyle>
            <a:lvl1pPr>
              <a:defRPr>
                <a:solidFill>
                  <a:schemeClr val="bg1"/>
                </a:solidFill>
                <a:latin typeface="Arial" panose="020B0604020202020204" pitchFamily="34" charset="0"/>
                <a:cs typeface="Arial" panose="020B0604020202020204" pitchFamily="34" charset="0"/>
              </a:defRPr>
            </a:lvl1pPr>
            <a:lvl2pPr>
              <a:defRPr>
                <a:solidFill>
                  <a:schemeClr val="bg1"/>
                </a:solidFill>
                <a:latin typeface="Arial" panose="020B0604020202020204" pitchFamily="34" charset="0"/>
                <a:cs typeface="Arial" panose="020B0604020202020204" pitchFamily="34" charset="0"/>
              </a:defRPr>
            </a:lvl2pPr>
            <a:lvl3pPr>
              <a:defRPr>
                <a:solidFill>
                  <a:schemeClr val="bg1"/>
                </a:solidFill>
                <a:latin typeface="Arial" panose="020B0604020202020204"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16C8EB9D-260E-8180-90E7-77347894FC32}"/>
              </a:ext>
            </a:extLst>
          </p:cNvPr>
          <p:cNvSpPr>
            <a:spLocks noGrp="1"/>
          </p:cNvSpPr>
          <p:nvPr>
            <p:ph type="body" sz="quarter" idx="10" hasCustomPrompt="1"/>
          </p:nvPr>
        </p:nvSpPr>
        <p:spPr>
          <a:xfrm>
            <a:off x="838200" y="744022"/>
            <a:ext cx="10515600" cy="423656"/>
          </a:xfrm>
        </p:spPr>
        <p:txBody>
          <a:bodyPr anchor="b"/>
          <a:lstStyle>
            <a:lvl1pPr marL="0" indent="0">
              <a:buNone/>
              <a:defRPr>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a:solidFill>
                  <a:srgbClr val="FF0000"/>
                </a:solidFill>
              </a:rPr>
              <a:t>Click to edit Subtitle style</a:t>
            </a:r>
          </a:p>
        </p:txBody>
      </p:sp>
    </p:spTree>
    <p:extLst>
      <p:ext uri="{BB962C8B-B14F-4D97-AF65-F5344CB8AC3E}">
        <p14:creationId xmlns:p14="http://schemas.microsoft.com/office/powerpoint/2010/main" val="3208377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DC8200-6CFD-FB26-9985-A585512FF42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41196AC-389E-AE13-42B3-7EFC6C368260}"/>
              </a:ext>
            </a:extLst>
          </p:cNvPr>
          <p:cNvSpPr>
            <a:spLocks noGrp="1"/>
          </p:cNvSpPr>
          <p:nvPr>
            <p:ph type="title" hasCustomPrompt="1"/>
          </p:nvPr>
        </p:nvSpPr>
        <p:spPr>
          <a:xfrm>
            <a:off x="831850" y="1709738"/>
            <a:ext cx="10515600" cy="2852737"/>
          </a:xfrm>
        </p:spPr>
        <p:txBody>
          <a:bodyPr anchor="ctr"/>
          <a:lstStyle>
            <a:lvl1pPr algn="ctr">
              <a:defRPr sz="6000">
                <a:solidFill>
                  <a:schemeClr val="bg1"/>
                </a:solidFill>
                <a:latin typeface="Arial" panose="020B0604020202020204" pitchFamily="34" charset="0"/>
                <a:cs typeface="Arial" panose="020B0604020202020204" pitchFamily="34" charset="0"/>
              </a:defRPr>
            </a:lvl1pPr>
          </a:lstStyle>
          <a:p>
            <a:r>
              <a:rPr lang="en-US"/>
              <a:t>Thank you!</a:t>
            </a:r>
          </a:p>
        </p:txBody>
      </p:sp>
    </p:spTree>
    <p:extLst>
      <p:ext uri="{BB962C8B-B14F-4D97-AF65-F5344CB8AC3E}">
        <p14:creationId xmlns:p14="http://schemas.microsoft.com/office/powerpoint/2010/main" val="377722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svg" /><Relationship Id="rId3" Type="http://schemas.openxmlformats.org/officeDocument/2006/relationships/slideLayout" Target="../slideLayouts/slideLayout3.xml" /><Relationship Id="rId7" Type="http://schemas.openxmlformats.org/officeDocument/2006/relationships/image" Target="../media/image1.png"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A9FC5AAD-E48C-8111-0450-61B69B770756}"/>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4C733B16-110B-0D15-E3CE-CA6DF1AB13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9F5C99-8EB4-C31D-4FED-41932A1D32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3C7D5C-F8F2-4BA2-0426-E8461E3A05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009A5D-43ED-4C93-8A90-3FED57B0DFF5}" type="datetimeFigureOut">
              <a:rPr lang="en-US" smtClean="0"/>
              <a:t>1/30/2026</a:t>
            </a:fld>
            <a:endParaRPr lang="en-US"/>
          </a:p>
        </p:txBody>
      </p:sp>
      <p:sp>
        <p:nvSpPr>
          <p:cNvPr id="5" name="Footer Placeholder 4">
            <a:extLst>
              <a:ext uri="{FF2B5EF4-FFF2-40B4-BE49-F238E27FC236}">
                <a16:creationId xmlns:a16="http://schemas.microsoft.com/office/drawing/2014/main" id="{AFD742CA-B764-8BAC-7ED0-63E4D21FF3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3DEB2F-AD8E-9D03-CFF0-DBE8C01A46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5C943E-DE75-4FA3-AAC6-9759D6AB6864}" type="slidenum">
              <a:rPr lang="en-US" smtClean="0"/>
              <a:t>‹#›</a:t>
            </a:fld>
            <a:endParaRPr lang="en-US"/>
          </a:p>
        </p:txBody>
      </p:sp>
    </p:spTree>
    <p:extLst>
      <p:ext uri="{BB962C8B-B14F-4D97-AF65-F5344CB8AC3E}">
        <p14:creationId xmlns:p14="http://schemas.microsoft.com/office/powerpoint/2010/main" val="1335616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59" r:id="rId4"/>
    <p:sldLayoutId id="214748365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117" Type="http://schemas.openxmlformats.org/officeDocument/2006/relationships/image" Target="../media/image66.png" /><Relationship Id="rId299" Type="http://schemas.openxmlformats.org/officeDocument/2006/relationships/image" Target="../media/image157.png" /><Relationship Id="rId303" Type="http://schemas.openxmlformats.org/officeDocument/2006/relationships/image" Target="../media/image159.png" /><Relationship Id="rId21" Type="http://schemas.openxmlformats.org/officeDocument/2006/relationships/image" Target="../media/image18.png" /><Relationship Id="rId42" Type="http://schemas.openxmlformats.org/officeDocument/2006/relationships/customXml" Target="../ink/ink21.xml" /><Relationship Id="rId63" Type="http://schemas.openxmlformats.org/officeDocument/2006/relationships/image" Target="../media/image39.png" /><Relationship Id="rId84" Type="http://schemas.openxmlformats.org/officeDocument/2006/relationships/customXml" Target="../ink/ink42.xml" /><Relationship Id="rId138" Type="http://schemas.openxmlformats.org/officeDocument/2006/relationships/customXml" Target="../ink/ink69.xml" /><Relationship Id="rId159" Type="http://schemas.openxmlformats.org/officeDocument/2006/relationships/image" Target="../media/image87.png" /><Relationship Id="rId170" Type="http://schemas.openxmlformats.org/officeDocument/2006/relationships/customXml" Target="../ink/ink85.xml" /><Relationship Id="rId191" Type="http://schemas.openxmlformats.org/officeDocument/2006/relationships/image" Target="../media/image103.png" /><Relationship Id="rId205" Type="http://schemas.openxmlformats.org/officeDocument/2006/relationships/image" Target="../media/image110.png" /><Relationship Id="rId226" Type="http://schemas.openxmlformats.org/officeDocument/2006/relationships/customXml" Target="../ink/ink113.xml" /><Relationship Id="rId247" Type="http://schemas.openxmlformats.org/officeDocument/2006/relationships/image" Target="../media/image131.png" /><Relationship Id="rId107" Type="http://schemas.openxmlformats.org/officeDocument/2006/relationships/image" Target="../media/image61.png" /><Relationship Id="rId268" Type="http://schemas.openxmlformats.org/officeDocument/2006/relationships/customXml" Target="../ink/ink134.xml" /><Relationship Id="rId289" Type="http://schemas.openxmlformats.org/officeDocument/2006/relationships/image" Target="../media/image152.png" /><Relationship Id="rId11" Type="http://schemas.openxmlformats.org/officeDocument/2006/relationships/image" Target="../media/image13.png" /><Relationship Id="rId32" Type="http://schemas.openxmlformats.org/officeDocument/2006/relationships/customXml" Target="../ink/ink16.xml" /><Relationship Id="rId53" Type="http://schemas.openxmlformats.org/officeDocument/2006/relationships/image" Target="../media/image34.png" /><Relationship Id="rId74" Type="http://schemas.openxmlformats.org/officeDocument/2006/relationships/customXml" Target="../ink/ink37.xml" /><Relationship Id="rId128" Type="http://schemas.openxmlformats.org/officeDocument/2006/relationships/customXml" Target="../ink/ink64.xml" /><Relationship Id="rId149" Type="http://schemas.openxmlformats.org/officeDocument/2006/relationships/image" Target="../media/image82.png" /><Relationship Id="rId314" Type="http://schemas.openxmlformats.org/officeDocument/2006/relationships/customXml" Target="../ink/ink157.xml" /><Relationship Id="rId5" Type="http://schemas.openxmlformats.org/officeDocument/2006/relationships/image" Target="../media/image10.png" /><Relationship Id="rId95" Type="http://schemas.openxmlformats.org/officeDocument/2006/relationships/image" Target="../media/image55.png" /><Relationship Id="rId160" Type="http://schemas.openxmlformats.org/officeDocument/2006/relationships/customXml" Target="../ink/ink80.xml" /><Relationship Id="rId181" Type="http://schemas.openxmlformats.org/officeDocument/2006/relationships/image" Target="../media/image98.png" /><Relationship Id="rId216" Type="http://schemas.openxmlformats.org/officeDocument/2006/relationships/customXml" Target="../ink/ink108.xml" /><Relationship Id="rId237" Type="http://schemas.openxmlformats.org/officeDocument/2006/relationships/image" Target="../media/image126.png" /><Relationship Id="rId258" Type="http://schemas.openxmlformats.org/officeDocument/2006/relationships/customXml" Target="../ink/ink129.xml" /><Relationship Id="rId279" Type="http://schemas.openxmlformats.org/officeDocument/2006/relationships/image" Target="../media/image147.png" /><Relationship Id="rId22" Type="http://schemas.openxmlformats.org/officeDocument/2006/relationships/customXml" Target="../ink/ink11.xml" /><Relationship Id="rId43" Type="http://schemas.openxmlformats.org/officeDocument/2006/relationships/image" Target="../media/image29.png" /><Relationship Id="rId64" Type="http://schemas.openxmlformats.org/officeDocument/2006/relationships/customXml" Target="../ink/ink32.xml" /><Relationship Id="rId118" Type="http://schemas.openxmlformats.org/officeDocument/2006/relationships/customXml" Target="../ink/ink59.xml" /><Relationship Id="rId139" Type="http://schemas.openxmlformats.org/officeDocument/2006/relationships/image" Target="../media/image77.png" /><Relationship Id="rId290" Type="http://schemas.openxmlformats.org/officeDocument/2006/relationships/customXml" Target="../ink/ink145.xml" /><Relationship Id="rId304" Type="http://schemas.openxmlformats.org/officeDocument/2006/relationships/customXml" Target="../ink/ink152.xml" /><Relationship Id="rId85" Type="http://schemas.openxmlformats.org/officeDocument/2006/relationships/image" Target="../media/image50.png" /><Relationship Id="rId150" Type="http://schemas.openxmlformats.org/officeDocument/2006/relationships/customXml" Target="../ink/ink75.xml" /><Relationship Id="rId171" Type="http://schemas.openxmlformats.org/officeDocument/2006/relationships/image" Target="../media/image93.png" /><Relationship Id="rId192" Type="http://schemas.openxmlformats.org/officeDocument/2006/relationships/customXml" Target="../ink/ink96.xml" /><Relationship Id="rId206" Type="http://schemas.openxmlformats.org/officeDocument/2006/relationships/customXml" Target="../ink/ink103.xml" /><Relationship Id="rId227" Type="http://schemas.openxmlformats.org/officeDocument/2006/relationships/image" Target="../media/image121.png" /><Relationship Id="rId248" Type="http://schemas.openxmlformats.org/officeDocument/2006/relationships/customXml" Target="../ink/ink124.xml" /><Relationship Id="rId269" Type="http://schemas.openxmlformats.org/officeDocument/2006/relationships/image" Target="../media/image142.png" /><Relationship Id="rId12" Type="http://schemas.openxmlformats.org/officeDocument/2006/relationships/customXml" Target="../ink/ink6.xml" /><Relationship Id="rId33" Type="http://schemas.openxmlformats.org/officeDocument/2006/relationships/image" Target="../media/image24.png" /><Relationship Id="rId108" Type="http://schemas.openxmlformats.org/officeDocument/2006/relationships/customXml" Target="../ink/ink54.xml" /><Relationship Id="rId129" Type="http://schemas.openxmlformats.org/officeDocument/2006/relationships/image" Target="../media/image72.png" /><Relationship Id="rId280" Type="http://schemas.openxmlformats.org/officeDocument/2006/relationships/customXml" Target="../ink/ink140.xml" /><Relationship Id="rId315" Type="http://schemas.openxmlformats.org/officeDocument/2006/relationships/image" Target="../media/image165.png" /><Relationship Id="rId54" Type="http://schemas.openxmlformats.org/officeDocument/2006/relationships/customXml" Target="../ink/ink27.xml" /><Relationship Id="rId75" Type="http://schemas.openxmlformats.org/officeDocument/2006/relationships/image" Target="../media/image45.png" /><Relationship Id="rId96" Type="http://schemas.openxmlformats.org/officeDocument/2006/relationships/customXml" Target="../ink/ink48.xml" /><Relationship Id="rId140" Type="http://schemas.openxmlformats.org/officeDocument/2006/relationships/customXml" Target="../ink/ink70.xml" /><Relationship Id="rId161" Type="http://schemas.openxmlformats.org/officeDocument/2006/relationships/image" Target="../media/image88.png" /><Relationship Id="rId182" Type="http://schemas.openxmlformats.org/officeDocument/2006/relationships/customXml" Target="../ink/ink91.xml" /><Relationship Id="rId217" Type="http://schemas.openxmlformats.org/officeDocument/2006/relationships/image" Target="../media/image116.png" /><Relationship Id="rId6" Type="http://schemas.openxmlformats.org/officeDocument/2006/relationships/customXml" Target="../ink/ink3.xml" /><Relationship Id="rId238" Type="http://schemas.openxmlformats.org/officeDocument/2006/relationships/customXml" Target="../ink/ink119.xml" /><Relationship Id="rId259" Type="http://schemas.openxmlformats.org/officeDocument/2006/relationships/image" Target="../media/image137.png" /><Relationship Id="rId23" Type="http://schemas.openxmlformats.org/officeDocument/2006/relationships/image" Target="../media/image19.png" /><Relationship Id="rId119" Type="http://schemas.openxmlformats.org/officeDocument/2006/relationships/image" Target="../media/image67.png" /><Relationship Id="rId270" Type="http://schemas.openxmlformats.org/officeDocument/2006/relationships/customXml" Target="../ink/ink135.xml" /><Relationship Id="rId291" Type="http://schemas.openxmlformats.org/officeDocument/2006/relationships/image" Target="../media/image153.png" /><Relationship Id="rId305" Type="http://schemas.openxmlformats.org/officeDocument/2006/relationships/image" Target="../media/image160.png" /><Relationship Id="rId44" Type="http://schemas.openxmlformats.org/officeDocument/2006/relationships/customXml" Target="../ink/ink22.xml" /><Relationship Id="rId65" Type="http://schemas.openxmlformats.org/officeDocument/2006/relationships/image" Target="../media/image40.png" /><Relationship Id="rId86" Type="http://schemas.openxmlformats.org/officeDocument/2006/relationships/customXml" Target="../ink/ink43.xml" /><Relationship Id="rId130" Type="http://schemas.openxmlformats.org/officeDocument/2006/relationships/customXml" Target="../ink/ink65.xml" /><Relationship Id="rId151" Type="http://schemas.openxmlformats.org/officeDocument/2006/relationships/image" Target="../media/image83.png" /><Relationship Id="rId172" Type="http://schemas.openxmlformats.org/officeDocument/2006/relationships/customXml" Target="../ink/ink86.xml" /><Relationship Id="rId193" Type="http://schemas.openxmlformats.org/officeDocument/2006/relationships/image" Target="../media/image104.png" /><Relationship Id="rId207" Type="http://schemas.openxmlformats.org/officeDocument/2006/relationships/image" Target="../media/image111.png" /><Relationship Id="rId228" Type="http://schemas.openxmlformats.org/officeDocument/2006/relationships/customXml" Target="../ink/ink114.xml" /><Relationship Id="rId249" Type="http://schemas.openxmlformats.org/officeDocument/2006/relationships/image" Target="../media/image132.png" /><Relationship Id="rId13" Type="http://schemas.openxmlformats.org/officeDocument/2006/relationships/image" Target="../media/image14.png" /><Relationship Id="rId109" Type="http://schemas.openxmlformats.org/officeDocument/2006/relationships/image" Target="../media/image62.png" /><Relationship Id="rId260" Type="http://schemas.openxmlformats.org/officeDocument/2006/relationships/customXml" Target="../ink/ink130.xml" /><Relationship Id="rId281" Type="http://schemas.openxmlformats.org/officeDocument/2006/relationships/image" Target="../media/image148.png" /><Relationship Id="rId34" Type="http://schemas.openxmlformats.org/officeDocument/2006/relationships/customXml" Target="../ink/ink17.xml" /><Relationship Id="rId55" Type="http://schemas.openxmlformats.org/officeDocument/2006/relationships/image" Target="../media/image35.png" /><Relationship Id="rId76" Type="http://schemas.openxmlformats.org/officeDocument/2006/relationships/customXml" Target="../ink/ink38.xml" /><Relationship Id="rId97" Type="http://schemas.openxmlformats.org/officeDocument/2006/relationships/image" Target="../media/image56.png" /><Relationship Id="rId120" Type="http://schemas.openxmlformats.org/officeDocument/2006/relationships/customXml" Target="../ink/ink60.xml" /><Relationship Id="rId141" Type="http://schemas.openxmlformats.org/officeDocument/2006/relationships/image" Target="../media/image78.png" /><Relationship Id="rId7" Type="http://schemas.openxmlformats.org/officeDocument/2006/relationships/image" Target="../media/image11.png" /><Relationship Id="rId162" Type="http://schemas.openxmlformats.org/officeDocument/2006/relationships/customXml" Target="../ink/ink81.xml" /><Relationship Id="rId183" Type="http://schemas.openxmlformats.org/officeDocument/2006/relationships/image" Target="../media/image99.png" /><Relationship Id="rId218" Type="http://schemas.openxmlformats.org/officeDocument/2006/relationships/customXml" Target="../ink/ink109.xml" /><Relationship Id="rId239" Type="http://schemas.openxmlformats.org/officeDocument/2006/relationships/image" Target="../media/image127.png" /><Relationship Id="rId250" Type="http://schemas.openxmlformats.org/officeDocument/2006/relationships/customXml" Target="../ink/ink125.xml" /><Relationship Id="rId271" Type="http://schemas.openxmlformats.org/officeDocument/2006/relationships/image" Target="../media/image143.png" /><Relationship Id="rId292" Type="http://schemas.openxmlformats.org/officeDocument/2006/relationships/customXml" Target="../ink/ink146.xml" /><Relationship Id="rId306" Type="http://schemas.openxmlformats.org/officeDocument/2006/relationships/customXml" Target="../ink/ink153.xml" /><Relationship Id="rId24" Type="http://schemas.openxmlformats.org/officeDocument/2006/relationships/customXml" Target="../ink/ink12.xml" /><Relationship Id="rId45" Type="http://schemas.openxmlformats.org/officeDocument/2006/relationships/image" Target="../media/image30.png" /><Relationship Id="rId66" Type="http://schemas.openxmlformats.org/officeDocument/2006/relationships/customXml" Target="../ink/ink33.xml" /><Relationship Id="rId87" Type="http://schemas.openxmlformats.org/officeDocument/2006/relationships/image" Target="../media/image51.png" /><Relationship Id="rId110" Type="http://schemas.openxmlformats.org/officeDocument/2006/relationships/customXml" Target="../ink/ink55.xml" /><Relationship Id="rId131" Type="http://schemas.openxmlformats.org/officeDocument/2006/relationships/image" Target="../media/image73.png" /><Relationship Id="rId61" Type="http://schemas.openxmlformats.org/officeDocument/2006/relationships/image" Target="../media/image38.png" /><Relationship Id="rId82" Type="http://schemas.openxmlformats.org/officeDocument/2006/relationships/customXml" Target="../ink/ink41.xml" /><Relationship Id="rId152" Type="http://schemas.openxmlformats.org/officeDocument/2006/relationships/customXml" Target="../ink/ink76.xml" /><Relationship Id="rId173" Type="http://schemas.openxmlformats.org/officeDocument/2006/relationships/image" Target="../media/image94.png" /><Relationship Id="rId194" Type="http://schemas.openxmlformats.org/officeDocument/2006/relationships/customXml" Target="../ink/ink97.xml" /><Relationship Id="rId199" Type="http://schemas.openxmlformats.org/officeDocument/2006/relationships/image" Target="../media/image107.png" /><Relationship Id="rId203" Type="http://schemas.openxmlformats.org/officeDocument/2006/relationships/image" Target="../media/image109.png" /><Relationship Id="rId208" Type="http://schemas.openxmlformats.org/officeDocument/2006/relationships/customXml" Target="../ink/ink104.xml" /><Relationship Id="rId229" Type="http://schemas.openxmlformats.org/officeDocument/2006/relationships/image" Target="../media/image122.png" /><Relationship Id="rId19" Type="http://schemas.openxmlformats.org/officeDocument/2006/relationships/image" Target="../media/image17.png" /><Relationship Id="rId224" Type="http://schemas.openxmlformats.org/officeDocument/2006/relationships/customXml" Target="../ink/ink112.xml" /><Relationship Id="rId240" Type="http://schemas.openxmlformats.org/officeDocument/2006/relationships/customXml" Target="../ink/ink120.xml" /><Relationship Id="rId245" Type="http://schemas.openxmlformats.org/officeDocument/2006/relationships/image" Target="../media/image130.png" /><Relationship Id="rId261" Type="http://schemas.openxmlformats.org/officeDocument/2006/relationships/image" Target="../media/image138.png" /><Relationship Id="rId266" Type="http://schemas.openxmlformats.org/officeDocument/2006/relationships/customXml" Target="../ink/ink133.xml" /><Relationship Id="rId287" Type="http://schemas.openxmlformats.org/officeDocument/2006/relationships/image" Target="../media/image151.png" /><Relationship Id="rId14" Type="http://schemas.openxmlformats.org/officeDocument/2006/relationships/customXml" Target="../ink/ink7.xml" /><Relationship Id="rId30" Type="http://schemas.openxmlformats.org/officeDocument/2006/relationships/customXml" Target="../ink/ink15.xml" /><Relationship Id="rId35" Type="http://schemas.openxmlformats.org/officeDocument/2006/relationships/image" Target="../media/image25.png" /><Relationship Id="rId56" Type="http://schemas.openxmlformats.org/officeDocument/2006/relationships/customXml" Target="../ink/ink28.xml" /><Relationship Id="rId77" Type="http://schemas.openxmlformats.org/officeDocument/2006/relationships/image" Target="../media/image46.png" /><Relationship Id="rId100" Type="http://schemas.openxmlformats.org/officeDocument/2006/relationships/customXml" Target="../ink/ink50.xml" /><Relationship Id="rId105" Type="http://schemas.openxmlformats.org/officeDocument/2006/relationships/image" Target="../media/image60.png" /><Relationship Id="rId126" Type="http://schemas.openxmlformats.org/officeDocument/2006/relationships/customXml" Target="../ink/ink63.xml" /><Relationship Id="rId147" Type="http://schemas.openxmlformats.org/officeDocument/2006/relationships/image" Target="../media/image81.png" /><Relationship Id="rId168" Type="http://schemas.openxmlformats.org/officeDocument/2006/relationships/customXml" Target="../ink/ink84.xml" /><Relationship Id="rId282" Type="http://schemas.openxmlformats.org/officeDocument/2006/relationships/customXml" Target="../ink/ink141.xml" /><Relationship Id="rId312" Type="http://schemas.openxmlformats.org/officeDocument/2006/relationships/customXml" Target="../ink/ink156.xml" /><Relationship Id="rId8" Type="http://schemas.openxmlformats.org/officeDocument/2006/relationships/customXml" Target="../ink/ink4.xml" /><Relationship Id="rId51" Type="http://schemas.openxmlformats.org/officeDocument/2006/relationships/image" Target="../media/image33.png" /><Relationship Id="rId72" Type="http://schemas.openxmlformats.org/officeDocument/2006/relationships/customXml" Target="../ink/ink36.xml" /><Relationship Id="rId93" Type="http://schemas.openxmlformats.org/officeDocument/2006/relationships/image" Target="../media/image54.png" /><Relationship Id="rId98" Type="http://schemas.openxmlformats.org/officeDocument/2006/relationships/customXml" Target="../ink/ink49.xml" /><Relationship Id="rId121" Type="http://schemas.openxmlformats.org/officeDocument/2006/relationships/image" Target="../media/image68.png" /><Relationship Id="rId142" Type="http://schemas.openxmlformats.org/officeDocument/2006/relationships/customXml" Target="../ink/ink71.xml" /><Relationship Id="rId163" Type="http://schemas.openxmlformats.org/officeDocument/2006/relationships/image" Target="../media/image89.png" /><Relationship Id="rId184" Type="http://schemas.openxmlformats.org/officeDocument/2006/relationships/customXml" Target="../ink/ink92.xml" /><Relationship Id="rId189" Type="http://schemas.openxmlformats.org/officeDocument/2006/relationships/image" Target="../media/image102.png" /><Relationship Id="rId219" Type="http://schemas.openxmlformats.org/officeDocument/2006/relationships/image" Target="../media/image117.png" /><Relationship Id="rId3" Type="http://schemas.openxmlformats.org/officeDocument/2006/relationships/image" Target="../media/image9.png" /><Relationship Id="rId214" Type="http://schemas.openxmlformats.org/officeDocument/2006/relationships/customXml" Target="../ink/ink107.xml" /><Relationship Id="rId230" Type="http://schemas.openxmlformats.org/officeDocument/2006/relationships/customXml" Target="../ink/ink115.xml" /><Relationship Id="rId235" Type="http://schemas.openxmlformats.org/officeDocument/2006/relationships/image" Target="../media/image125.png" /><Relationship Id="rId251" Type="http://schemas.openxmlformats.org/officeDocument/2006/relationships/image" Target="../media/image133.png" /><Relationship Id="rId256" Type="http://schemas.openxmlformats.org/officeDocument/2006/relationships/customXml" Target="../ink/ink128.xml" /><Relationship Id="rId277" Type="http://schemas.openxmlformats.org/officeDocument/2006/relationships/image" Target="../media/image146.png" /><Relationship Id="rId298" Type="http://schemas.openxmlformats.org/officeDocument/2006/relationships/customXml" Target="../ink/ink149.xml" /><Relationship Id="rId25" Type="http://schemas.openxmlformats.org/officeDocument/2006/relationships/image" Target="../media/image20.png" /><Relationship Id="rId46" Type="http://schemas.openxmlformats.org/officeDocument/2006/relationships/customXml" Target="../ink/ink23.xml" /><Relationship Id="rId67" Type="http://schemas.openxmlformats.org/officeDocument/2006/relationships/image" Target="../media/image41.png" /><Relationship Id="rId116" Type="http://schemas.openxmlformats.org/officeDocument/2006/relationships/customXml" Target="../ink/ink58.xml" /><Relationship Id="rId137" Type="http://schemas.openxmlformats.org/officeDocument/2006/relationships/image" Target="../media/image76.png" /><Relationship Id="rId158" Type="http://schemas.openxmlformats.org/officeDocument/2006/relationships/customXml" Target="../ink/ink79.xml" /><Relationship Id="rId272" Type="http://schemas.openxmlformats.org/officeDocument/2006/relationships/customXml" Target="../ink/ink136.xml" /><Relationship Id="rId293" Type="http://schemas.openxmlformats.org/officeDocument/2006/relationships/image" Target="../media/image154.png" /><Relationship Id="rId302" Type="http://schemas.openxmlformats.org/officeDocument/2006/relationships/customXml" Target="../ink/ink151.xml" /><Relationship Id="rId307" Type="http://schemas.openxmlformats.org/officeDocument/2006/relationships/image" Target="../media/image161.png" /><Relationship Id="rId20" Type="http://schemas.openxmlformats.org/officeDocument/2006/relationships/customXml" Target="../ink/ink10.xml" /><Relationship Id="rId41" Type="http://schemas.openxmlformats.org/officeDocument/2006/relationships/image" Target="../media/image28.png" /><Relationship Id="rId62" Type="http://schemas.openxmlformats.org/officeDocument/2006/relationships/customXml" Target="../ink/ink31.xml" /><Relationship Id="rId83" Type="http://schemas.openxmlformats.org/officeDocument/2006/relationships/image" Target="../media/image49.png" /><Relationship Id="rId88" Type="http://schemas.openxmlformats.org/officeDocument/2006/relationships/customXml" Target="../ink/ink44.xml" /><Relationship Id="rId111" Type="http://schemas.openxmlformats.org/officeDocument/2006/relationships/image" Target="../media/image63.png" /><Relationship Id="rId132" Type="http://schemas.openxmlformats.org/officeDocument/2006/relationships/customXml" Target="../ink/ink66.xml" /><Relationship Id="rId153" Type="http://schemas.openxmlformats.org/officeDocument/2006/relationships/image" Target="../media/image84.png" /><Relationship Id="rId174" Type="http://schemas.openxmlformats.org/officeDocument/2006/relationships/customXml" Target="../ink/ink87.xml" /><Relationship Id="rId179" Type="http://schemas.openxmlformats.org/officeDocument/2006/relationships/image" Target="../media/image97.png" /><Relationship Id="rId195" Type="http://schemas.openxmlformats.org/officeDocument/2006/relationships/image" Target="../media/image105.png" /><Relationship Id="rId209" Type="http://schemas.openxmlformats.org/officeDocument/2006/relationships/image" Target="../media/image112.png" /><Relationship Id="rId190" Type="http://schemas.openxmlformats.org/officeDocument/2006/relationships/customXml" Target="../ink/ink95.xml" /><Relationship Id="rId204" Type="http://schemas.openxmlformats.org/officeDocument/2006/relationships/customXml" Target="../ink/ink102.xml" /><Relationship Id="rId220" Type="http://schemas.openxmlformats.org/officeDocument/2006/relationships/customXml" Target="../ink/ink110.xml" /><Relationship Id="rId225" Type="http://schemas.openxmlformats.org/officeDocument/2006/relationships/image" Target="../media/image120.png" /><Relationship Id="rId241" Type="http://schemas.openxmlformats.org/officeDocument/2006/relationships/image" Target="../media/image128.png" /><Relationship Id="rId246" Type="http://schemas.openxmlformats.org/officeDocument/2006/relationships/customXml" Target="../ink/ink123.xml" /><Relationship Id="rId267" Type="http://schemas.openxmlformats.org/officeDocument/2006/relationships/image" Target="../media/image141.png" /><Relationship Id="rId288" Type="http://schemas.openxmlformats.org/officeDocument/2006/relationships/customXml" Target="../ink/ink144.xml" /><Relationship Id="rId15" Type="http://schemas.openxmlformats.org/officeDocument/2006/relationships/image" Target="../media/image15.png" /><Relationship Id="rId36" Type="http://schemas.openxmlformats.org/officeDocument/2006/relationships/customXml" Target="../ink/ink18.xml" /><Relationship Id="rId57" Type="http://schemas.openxmlformats.org/officeDocument/2006/relationships/image" Target="../media/image36.png" /><Relationship Id="rId106" Type="http://schemas.openxmlformats.org/officeDocument/2006/relationships/customXml" Target="../ink/ink53.xml" /><Relationship Id="rId127" Type="http://schemas.openxmlformats.org/officeDocument/2006/relationships/image" Target="../media/image71.png" /><Relationship Id="rId262" Type="http://schemas.openxmlformats.org/officeDocument/2006/relationships/customXml" Target="../ink/ink131.xml" /><Relationship Id="rId283" Type="http://schemas.openxmlformats.org/officeDocument/2006/relationships/image" Target="../media/image149.png" /><Relationship Id="rId313" Type="http://schemas.openxmlformats.org/officeDocument/2006/relationships/image" Target="../media/image164.png" /><Relationship Id="rId10" Type="http://schemas.openxmlformats.org/officeDocument/2006/relationships/customXml" Target="../ink/ink5.xml" /><Relationship Id="rId31" Type="http://schemas.openxmlformats.org/officeDocument/2006/relationships/image" Target="../media/image23.png" /><Relationship Id="rId52" Type="http://schemas.openxmlformats.org/officeDocument/2006/relationships/customXml" Target="../ink/ink26.xml" /><Relationship Id="rId73" Type="http://schemas.openxmlformats.org/officeDocument/2006/relationships/image" Target="../media/image44.png" /><Relationship Id="rId78" Type="http://schemas.openxmlformats.org/officeDocument/2006/relationships/customXml" Target="../ink/ink39.xml" /><Relationship Id="rId94" Type="http://schemas.openxmlformats.org/officeDocument/2006/relationships/customXml" Target="../ink/ink47.xml" /><Relationship Id="rId99" Type="http://schemas.openxmlformats.org/officeDocument/2006/relationships/image" Target="../media/image57.png" /><Relationship Id="rId101" Type="http://schemas.openxmlformats.org/officeDocument/2006/relationships/image" Target="../media/image58.png" /><Relationship Id="rId122" Type="http://schemas.openxmlformats.org/officeDocument/2006/relationships/customXml" Target="../ink/ink61.xml" /><Relationship Id="rId143" Type="http://schemas.openxmlformats.org/officeDocument/2006/relationships/image" Target="../media/image79.png" /><Relationship Id="rId148" Type="http://schemas.openxmlformats.org/officeDocument/2006/relationships/customXml" Target="../ink/ink74.xml" /><Relationship Id="rId164" Type="http://schemas.openxmlformats.org/officeDocument/2006/relationships/customXml" Target="../ink/ink82.xml" /><Relationship Id="rId169" Type="http://schemas.openxmlformats.org/officeDocument/2006/relationships/image" Target="../media/image92.png" /><Relationship Id="rId185" Type="http://schemas.openxmlformats.org/officeDocument/2006/relationships/image" Target="../media/image100.png" /><Relationship Id="rId4" Type="http://schemas.openxmlformats.org/officeDocument/2006/relationships/customXml" Target="../ink/ink2.xml" /><Relationship Id="rId9" Type="http://schemas.openxmlformats.org/officeDocument/2006/relationships/image" Target="../media/image12.png" /><Relationship Id="rId180" Type="http://schemas.openxmlformats.org/officeDocument/2006/relationships/customXml" Target="../ink/ink90.xml" /><Relationship Id="rId210" Type="http://schemas.openxmlformats.org/officeDocument/2006/relationships/customXml" Target="../ink/ink105.xml" /><Relationship Id="rId215" Type="http://schemas.openxmlformats.org/officeDocument/2006/relationships/image" Target="../media/image115.png" /><Relationship Id="rId236" Type="http://schemas.openxmlformats.org/officeDocument/2006/relationships/customXml" Target="../ink/ink118.xml" /><Relationship Id="rId257" Type="http://schemas.openxmlformats.org/officeDocument/2006/relationships/image" Target="../media/image136.png" /><Relationship Id="rId278" Type="http://schemas.openxmlformats.org/officeDocument/2006/relationships/customXml" Target="../ink/ink139.xml" /><Relationship Id="rId26" Type="http://schemas.openxmlformats.org/officeDocument/2006/relationships/customXml" Target="../ink/ink13.xml" /><Relationship Id="rId231" Type="http://schemas.openxmlformats.org/officeDocument/2006/relationships/image" Target="../media/image123.png" /><Relationship Id="rId252" Type="http://schemas.openxmlformats.org/officeDocument/2006/relationships/customXml" Target="../ink/ink126.xml" /><Relationship Id="rId273" Type="http://schemas.openxmlformats.org/officeDocument/2006/relationships/image" Target="../media/image144.png" /><Relationship Id="rId294" Type="http://schemas.openxmlformats.org/officeDocument/2006/relationships/customXml" Target="../ink/ink147.xml" /><Relationship Id="rId308" Type="http://schemas.openxmlformats.org/officeDocument/2006/relationships/customXml" Target="../ink/ink154.xml" /><Relationship Id="rId47" Type="http://schemas.openxmlformats.org/officeDocument/2006/relationships/image" Target="../media/image31.png" /><Relationship Id="rId68" Type="http://schemas.openxmlformats.org/officeDocument/2006/relationships/customXml" Target="../ink/ink34.xml" /><Relationship Id="rId89" Type="http://schemas.openxmlformats.org/officeDocument/2006/relationships/image" Target="../media/image52.png" /><Relationship Id="rId112" Type="http://schemas.openxmlformats.org/officeDocument/2006/relationships/customXml" Target="../ink/ink56.xml" /><Relationship Id="rId133" Type="http://schemas.openxmlformats.org/officeDocument/2006/relationships/image" Target="../media/image74.png" /><Relationship Id="rId154" Type="http://schemas.openxmlformats.org/officeDocument/2006/relationships/customXml" Target="../ink/ink77.xml" /><Relationship Id="rId175" Type="http://schemas.openxmlformats.org/officeDocument/2006/relationships/image" Target="../media/image95.png" /><Relationship Id="rId196" Type="http://schemas.openxmlformats.org/officeDocument/2006/relationships/customXml" Target="../ink/ink98.xml" /><Relationship Id="rId200" Type="http://schemas.openxmlformats.org/officeDocument/2006/relationships/customXml" Target="../ink/ink100.xml" /><Relationship Id="rId16" Type="http://schemas.openxmlformats.org/officeDocument/2006/relationships/customXml" Target="../ink/ink8.xml" /><Relationship Id="rId221" Type="http://schemas.openxmlformats.org/officeDocument/2006/relationships/image" Target="../media/image118.png" /><Relationship Id="rId242" Type="http://schemas.openxmlformats.org/officeDocument/2006/relationships/customXml" Target="../ink/ink121.xml" /><Relationship Id="rId263" Type="http://schemas.openxmlformats.org/officeDocument/2006/relationships/image" Target="../media/image139.png" /><Relationship Id="rId284" Type="http://schemas.openxmlformats.org/officeDocument/2006/relationships/customXml" Target="../ink/ink142.xml" /><Relationship Id="rId37" Type="http://schemas.openxmlformats.org/officeDocument/2006/relationships/image" Target="../media/image26.png" /><Relationship Id="rId58" Type="http://schemas.openxmlformats.org/officeDocument/2006/relationships/customXml" Target="../ink/ink29.xml" /><Relationship Id="rId79" Type="http://schemas.openxmlformats.org/officeDocument/2006/relationships/image" Target="../media/image47.png" /><Relationship Id="rId102" Type="http://schemas.openxmlformats.org/officeDocument/2006/relationships/customXml" Target="../ink/ink51.xml" /><Relationship Id="rId123" Type="http://schemas.openxmlformats.org/officeDocument/2006/relationships/image" Target="../media/image69.png" /><Relationship Id="rId144" Type="http://schemas.openxmlformats.org/officeDocument/2006/relationships/customXml" Target="../ink/ink72.xml" /><Relationship Id="rId90" Type="http://schemas.openxmlformats.org/officeDocument/2006/relationships/customXml" Target="../ink/ink45.xml" /><Relationship Id="rId165" Type="http://schemas.openxmlformats.org/officeDocument/2006/relationships/image" Target="../media/image90.png" /><Relationship Id="rId186" Type="http://schemas.openxmlformats.org/officeDocument/2006/relationships/customXml" Target="../ink/ink93.xml" /><Relationship Id="rId211" Type="http://schemas.openxmlformats.org/officeDocument/2006/relationships/image" Target="../media/image113.png" /><Relationship Id="rId232" Type="http://schemas.openxmlformats.org/officeDocument/2006/relationships/customXml" Target="../ink/ink116.xml" /><Relationship Id="rId253" Type="http://schemas.openxmlformats.org/officeDocument/2006/relationships/image" Target="../media/image134.png" /><Relationship Id="rId274" Type="http://schemas.openxmlformats.org/officeDocument/2006/relationships/customXml" Target="../ink/ink137.xml" /><Relationship Id="rId295" Type="http://schemas.openxmlformats.org/officeDocument/2006/relationships/image" Target="../media/image155.png" /><Relationship Id="rId309" Type="http://schemas.openxmlformats.org/officeDocument/2006/relationships/image" Target="../media/image162.png" /><Relationship Id="rId27" Type="http://schemas.openxmlformats.org/officeDocument/2006/relationships/image" Target="../media/image21.png" /><Relationship Id="rId48" Type="http://schemas.openxmlformats.org/officeDocument/2006/relationships/customXml" Target="../ink/ink24.xml" /><Relationship Id="rId69" Type="http://schemas.openxmlformats.org/officeDocument/2006/relationships/image" Target="../media/image42.png" /><Relationship Id="rId113" Type="http://schemas.openxmlformats.org/officeDocument/2006/relationships/image" Target="../media/image64.png" /><Relationship Id="rId134" Type="http://schemas.openxmlformats.org/officeDocument/2006/relationships/customXml" Target="../ink/ink67.xml" /><Relationship Id="rId80" Type="http://schemas.openxmlformats.org/officeDocument/2006/relationships/customXml" Target="../ink/ink40.xml" /><Relationship Id="rId155" Type="http://schemas.openxmlformats.org/officeDocument/2006/relationships/image" Target="../media/image85.png" /><Relationship Id="rId176" Type="http://schemas.openxmlformats.org/officeDocument/2006/relationships/customXml" Target="../ink/ink88.xml" /><Relationship Id="rId197" Type="http://schemas.openxmlformats.org/officeDocument/2006/relationships/image" Target="../media/image106.png" /><Relationship Id="rId201" Type="http://schemas.openxmlformats.org/officeDocument/2006/relationships/image" Target="../media/image108.png" /><Relationship Id="rId222" Type="http://schemas.openxmlformats.org/officeDocument/2006/relationships/customXml" Target="../ink/ink111.xml" /><Relationship Id="rId243" Type="http://schemas.openxmlformats.org/officeDocument/2006/relationships/image" Target="../media/image129.png" /><Relationship Id="rId264" Type="http://schemas.openxmlformats.org/officeDocument/2006/relationships/customXml" Target="../ink/ink132.xml" /><Relationship Id="rId285" Type="http://schemas.openxmlformats.org/officeDocument/2006/relationships/image" Target="../media/image150.png" /><Relationship Id="rId17" Type="http://schemas.openxmlformats.org/officeDocument/2006/relationships/image" Target="../media/image16.png" /><Relationship Id="rId38" Type="http://schemas.openxmlformats.org/officeDocument/2006/relationships/customXml" Target="../ink/ink19.xml" /><Relationship Id="rId59" Type="http://schemas.openxmlformats.org/officeDocument/2006/relationships/image" Target="../media/image37.png" /><Relationship Id="rId103" Type="http://schemas.openxmlformats.org/officeDocument/2006/relationships/image" Target="../media/image59.png" /><Relationship Id="rId124" Type="http://schemas.openxmlformats.org/officeDocument/2006/relationships/customXml" Target="../ink/ink62.xml" /><Relationship Id="rId310" Type="http://schemas.openxmlformats.org/officeDocument/2006/relationships/customXml" Target="../ink/ink155.xml" /><Relationship Id="rId70" Type="http://schemas.openxmlformats.org/officeDocument/2006/relationships/customXml" Target="../ink/ink35.xml" /><Relationship Id="rId91" Type="http://schemas.openxmlformats.org/officeDocument/2006/relationships/image" Target="../media/image53.png" /><Relationship Id="rId145" Type="http://schemas.openxmlformats.org/officeDocument/2006/relationships/image" Target="../media/image80.png" /><Relationship Id="rId166" Type="http://schemas.openxmlformats.org/officeDocument/2006/relationships/customXml" Target="../ink/ink83.xml" /><Relationship Id="rId187" Type="http://schemas.openxmlformats.org/officeDocument/2006/relationships/image" Target="../media/image101.png" /><Relationship Id="rId1" Type="http://schemas.openxmlformats.org/officeDocument/2006/relationships/slideLayout" Target="../slideLayouts/slideLayout3.xml" /><Relationship Id="rId212" Type="http://schemas.openxmlformats.org/officeDocument/2006/relationships/customXml" Target="../ink/ink106.xml" /><Relationship Id="rId233" Type="http://schemas.openxmlformats.org/officeDocument/2006/relationships/image" Target="../media/image124.png" /><Relationship Id="rId254" Type="http://schemas.openxmlformats.org/officeDocument/2006/relationships/customXml" Target="../ink/ink127.xml" /><Relationship Id="rId28" Type="http://schemas.openxmlformats.org/officeDocument/2006/relationships/customXml" Target="../ink/ink14.xml" /><Relationship Id="rId49" Type="http://schemas.openxmlformats.org/officeDocument/2006/relationships/image" Target="../media/image32.png" /><Relationship Id="rId114" Type="http://schemas.openxmlformats.org/officeDocument/2006/relationships/customXml" Target="../ink/ink57.xml" /><Relationship Id="rId275" Type="http://schemas.openxmlformats.org/officeDocument/2006/relationships/image" Target="../media/image145.png" /><Relationship Id="rId296" Type="http://schemas.openxmlformats.org/officeDocument/2006/relationships/customXml" Target="../ink/ink148.xml" /><Relationship Id="rId300" Type="http://schemas.openxmlformats.org/officeDocument/2006/relationships/customXml" Target="../ink/ink150.xml" /><Relationship Id="rId60" Type="http://schemas.openxmlformats.org/officeDocument/2006/relationships/customXml" Target="../ink/ink30.xml" /><Relationship Id="rId81" Type="http://schemas.openxmlformats.org/officeDocument/2006/relationships/image" Target="../media/image48.png" /><Relationship Id="rId135" Type="http://schemas.openxmlformats.org/officeDocument/2006/relationships/image" Target="../media/image75.png" /><Relationship Id="rId156" Type="http://schemas.openxmlformats.org/officeDocument/2006/relationships/customXml" Target="../ink/ink78.xml" /><Relationship Id="rId177" Type="http://schemas.openxmlformats.org/officeDocument/2006/relationships/image" Target="../media/image96.png" /><Relationship Id="rId198" Type="http://schemas.openxmlformats.org/officeDocument/2006/relationships/customXml" Target="../ink/ink99.xml" /><Relationship Id="rId202" Type="http://schemas.openxmlformats.org/officeDocument/2006/relationships/customXml" Target="../ink/ink101.xml" /><Relationship Id="rId223" Type="http://schemas.openxmlformats.org/officeDocument/2006/relationships/image" Target="../media/image119.png" /><Relationship Id="rId244" Type="http://schemas.openxmlformats.org/officeDocument/2006/relationships/customXml" Target="../ink/ink122.xml" /><Relationship Id="rId18" Type="http://schemas.openxmlformats.org/officeDocument/2006/relationships/customXml" Target="../ink/ink9.xml" /><Relationship Id="rId39" Type="http://schemas.openxmlformats.org/officeDocument/2006/relationships/image" Target="../media/image27.png" /><Relationship Id="rId265" Type="http://schemas.openxmlformats.org/officeDocument/2006/relationships/image" Target="../media/image140.png" /><Relationship Id="rId286" Type="http://schemas.openxmlformats.org/officeDocument/2006/relationships/customXml" Target="../ink/ink143.xml" /><Relationship Id="rId50" Type="http://schemas.openxmlformats.org/officeDocument/2006/relationships/customXml" Target="../ink/ink25.xml" /><Relationship Id="rId104" Type="http://schemas.openxmlformats.org/officeDocument/2006/relationships/customXml" Target="../ink/ink52.xml" /><Relationship Id="rId125" Type="http://schemas.openxmlformats.org/officeDocument/2006/relationships/image" Target="../media/image70.png" /><Relationship Id="rId146" Type="http://schemas.openxmlformats.org/officeDocument/2006/relationships/customXml" Target="../ink/ink73.xml" /><Relationship Id="rId167" Type="http://schemas.openxmlformats.org/officeDocument/2006/relationships/image" Target="../media/image91.png" /><Relationship Id="rId188" Type="http://schemas.openxmlformats.org/officeDocument/2006/relationships/customXml" Target="../ink/ink94.xml" /><Relationship Id="rId311" Type="http://schemas.openxmlformats.org/officeDocument/2006/relationships/image" Target="../media/image163.png" /><Relationship Id="rId71" Type="http://schemas.openxmlformats.org/officeDocument/2006/relationships/image" Target="../media/image43.png" /><Relationship Id="rId92" Type="http://schemas.openxmlformats.org/officeDocument/2006/relationships/customXml" Target="../ink/ink46.xml" /><Relationship Id="rId213" Type="http://schemas.openxmlformats.org/officeDocument/2006/relationships/image" Target="../media/image114.png" /><Relationship Id="rId234" Type="http://schemas.openxmlformats.org/officeDocument/2006/relationships/customXml" Target="../ink/ink117.xml" /><Relationship Id="rId2" Type="http://schemas.openxmlformats.org/officeDocument/2006/relationships/customXml" Target="../ink/ink1.xml" /><Relationship Id="rId29" Type="http://schemas.openxmlformats.org/officeDocument/2006/relationships/image" Target="../media/image22.png" /><Relationship Id="rId255" Type="http://schemas.openxmlformats.org/officeDocument/2006/relationships/image" Target="../media/image135.png" /><Relationship Id="rId276" Type="http://schemas.openxmlformats.org/officeDocument/2006/relationships/customXml" Target="../ink/ink138.xml" /><Relationship Id="rId297" Type="http://schemas.openxmlformats.org/officeDocument/2006/relationships/image" Target="../media/image156.png" /><Relationship Id="rId40" Type="http://schemas.openxmlformats.org/officeDocument/2006/relationships/customXml" Target="../ink/ink20.xml" /><Relationship Id="rId115" Type="http://schemas.openxmlformats.org/officeDocument/2006/relationships/image" Target="../media/image65.png" /><Relationship Id="rId136" Type="http://schemas.openxmlformats.org/officeDocument/2006/relationships/customXml" Target="../ink/ink68.xml" /><Relationship Id="rId157" Type="http://schemas.openxmlformats.org/officeDocument/2006/relationships/image" Target="../media/image86.png" /><Relationship Id="rId178" Type="http://schemas.openxmlformats.org/officeDocument/2006/relationships/customXml" Target="../ink/ink89.xml" /><Relationship Id="rId301" Type="http://schemas.openxmlformats.org/officeDocument/2006/relationships/image" Target="../media/image158.png" /></Relationships>
</file>

<file path=ppt/slides/_rels/slide4.xml.rels><?xml version="1.0" encoding="UTF-8" standalone="yes"?>
<Relationships xmlns="http://schemas.openxmlformats.org/package/2006/relationships"><Relationship Id="rId3" Type="http://schemas.openxmlformats.org/officeDocument/2006/relationships/image" Target="../media/image166.png" /><Relationship Id="rId2" Type="http://schemas.openxmlformats.org/officeDocument/2006/relationships/notesSlide" Target="../notesSlides/notesSlide2.xml" /><Relationship Id="rId1" Type="http://schemas.openxmlformats.org/officeDocument/2006/relationships/slideLayout" Target="../slideLayouts/slideLayout3.xml" /><Relationship Id="rId4" Type="http://schemas.microsoft.com/office/2007/relationships/hdphoto" Target="../media/hdphoto1.wdp" /></Relationships>
</file>

<file path=ppt/slides/_rels/slide5.xml.rels><?xml version="1.0" encoding="UTF-8" standalone="yes"?>
<Relationships xmlns="http://schemas.openxmlformats.org/package/2006/relationships"><Relationship Id="rId3" Type="http://schemas.openxmlformats.org/officeDocument/2006/relationships/hyperlink" Target="https://www.nakka-rocketry.net/xchute1.html" TargetMode="External" /><Relationship Id="rId2" Type="http://schemas.openxmlformats.org/officeDocument/2006/relationships/hyperlink" Target="https://share.google/NMjFSyL6NDxyYynKE" TargetMode="External" /><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2" Type="http://schemas.openxmlformats.org/officeDocument/2006/relationships/image" Target="../media/image167.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68.png" /><Relationship Id="rId2" Type="http://schemas.openxmlformats.org/officeDocument/2006/relationships/notesSlide" Target="../notesSlides/notesSlide3.xml" /><Relationship Id="rId1" Type="http://schemas.openxmlformats.org/officeDocument/2006/relationships/slideLayout" Target="../slideLayouts/slideLayout3.xml" /><Relationship Id="rId4" Type="http://schemas.openxmlformats.org/officeDocument/2006/relationships/image" Target="../media/image169.png"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Id3" Type="http://schemas.openxmlformats.org/officeDocument/2006/relationships/image" Target="../media/image171.png" /><Relationship Id="rId2" Type="http://schemas.openxmlformats.org/officeDocument/2006/relationships/image" Target="../media/image170.png" /><Relationship Id="rId1" Type="http://schemas.openxmlformats.org/officeDocument/2006/relationships/slideLayout" Target="../slideLayouts/slideLayout3.xml" /><Relationship Id="rId5" Type="http://schemas.openxmlformats.org/officeDocument/2006/relationships/image" Target="../media/image173.png" /><Relationship Id="rId4" Type="http://schemas.openxmlformats.org/officeDocument/2006/relationships/image" Target="../media/image172.png" /></Relationships>
</file>

<file path=ppt/slides/_rels/slide10.xml.rels><?xml version="1.0" encoding="UTF-8" standalone="yes"?>
<Relationships xmlns="http://schemas.openxmlformats.org/package/2006/relationships"><Relationship Id="rId3" Type="http://schemas.openxmlformats.org/officeDocument/2006/relationships/image" Target="../media/image175.png" /><Relationship Id="rId2" Type="http://schemas.openxmlformats.org/officeDocument/2006/relationships/image" Target="../media/image174.png"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3" Type="http://schemas.openxmlformats.org/officeDocument/2006/relationships/image" Target="../media/image176.png" /><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2" Type="http://schemas.openxmlformats.org/officeDocument/2006/relationships/image" Target="../media/image177.png" /><Relationship Id="rId1" Type="http://schemas.openxmlformats.org/officeDocument/2006/relationships/slideLayout" Target="../slideLayouts/slideLayout3.xml" /></Relationships>
</file>

<file path=ppt/slides/_rels/slide13.xml.rels><?xml version="1.0" encoding="UTF-8" standalone="yes"?>
<Relationships xmlns="http://schemas.openxmlformats.org/package/2006/relationships"><Relationship Id="rId8" Type="http://schemas.openxmlformats.org/officeDocument/2006/relationships/customXml" Target="../ink/ink159.xml" /><Relationship Id="rId13" Type="http://schemas.openxmlformats.org/officeDocument/2006/relationships/image" Target="../media/image184.png" /><Relationship Id="rId18" Type="http://schemas.openxmlformats.org/officeDocument/2006/relationships/customXml" Target="../ink/ink164.xml" /><Relationship Id="rId26" Type="http://schemas.openxmlformats.org/officeDocument/2006/relationships/customXml" Target="../ink/ink168.xml" /><Relationship Id="rId3" Type="http://schemas.openxmlformats.org/officeDocument/2006/relationships/image" Target="../media/image178.png" /><Relationship Id="rId21" Type="http://schemas.openxmlformats.org/officeDocument/2006/relationships/image" Target="../media/image188.png" /><Relationship Id="rId7" Type="http://schemas.openxmlformats.org/officeDocument/2006/relationships/image" Target="../media/image181.png" /><Relationship Id="rId12" Type="http://schemas.openxmlformats.org/officeDocument/2006/relationships/customXml" Target="../ink/ink161.xml" /><Relationship Id="rId17" Type="http://schemas.openxmlformats.org/officeDocument/2006/relationships/image" Target="../media/image186.png" /><Relationship Id="rId25" Type="http://schemas.openxmlformats.org/officeDocument/2006/relationships/image" Target="../media/image190.png" /><Relationship Id="rId2" Type="http://schemas.openxmlformats.org/officeDocument/2006/relationships/notesSlide" Target="../notesSlides/notesSlide6.xml" /><Relationship Id="rId16" Type="http://schemas.openxmlformats.org/officeDocument/2006/relationships/customXml" Target="../ink/ink163.xml" /><Relationship Id="rId20" Type="http://schemas.openxmlformats.org/officeDocument/2006/relationships/customXml" Target="../ink/ink165.xml" /><Relationship Id="rId1" Type="http://schemas.openxmlformats.org/officeDocument/2006/relationships/slideLayout" Target="../slideLayouts/slideLayout3.xml" /><Relationship Id="rId6" Type="http://schemas.openxmlformats.org/officeDocument/2006/relationships/customXml" Target="../ink/ink158.xml" /><Relationship Id="rId11" Type="http://schemas.openxmlformats.org/officeDocument/2006/relationships/image" Target="../media/image183.png" /><Relationship Id="rId24" Type="http://schemas.openxmlformats.org/officeDocument/2006/relationships/customXml" Target="../ink/ink167.xml" /><Relationship Id="rId5" Type="http://schemas.openxmlformats.org/officeDocument/2006/relationships/image" Target="../media/image180.png" /><Relationship Id="rId15" Type="http://schemas.openxmlformats.org/officeDocument/2006/relationships/image" Target="../media/image185.png" /><Relationship Id="rId23" Type="http://schemas.openxmlformats.org/officeDocument/2006/relationships/image" Target="../media/image189.png" /><Relationship Id="rId10" Type="http://schemas.openxmlformats.org/officeDocument/2006/relationships/customXml" Target="../ink/ink160.xml" /><Relationship Id="rId19" Type="http://schemas.openxmlformats.org/officeDocument/2006/relationships/image" Target="../media/image187.png" /><Relationship Id="rId4" Type="http://schemas.openxmlformats.org/officeDocument/2006/relationships/image" Target="../media/image179.png" /><Relationship Id="rId9" Type="http://schemas.openxmlformats.org/officeDocument/2006/relationships/image" Target="../media/image182.png" /><Relationship Id="rId14" Type="http://schemas.openxmlformats.org/officeDocument/2006/relationships/customXml" Target="../ink/ink162.xml" /><Relationship Id="rId22" Type="http://schemas.openxmlformats.org/officeDocument/2006/relationships/customXml" Target="../ink/ink166.xml" /><Relationship Id="rId27" Type="http://schemas.openxmlformats.org/officeDocument/2006/relationships/image" Target="../media/image191.png" /></Relationships>
</file>

<file path=ppt/slides/_rels/slide14.xml.rels><?xml version="1.0" encoding="UTF-8" standalone="yes"?>
<Relationships xmlns="http://schemas.openxmlformats.org/package/2006/relationships"><Relationship Id="rId3" Type="http://schemas.openxmlformats.org/officeDocument/2006/relationships/customXml" Target="../ink/ink169.xml" /><Relationship Id="rId2" Type="http://schemas.openxmlformats.org/officeDocument/2006/relationships/image" Target="../media/image192.png" /><Relationship Id="rId1" Type="http://schemas.openxmlformats.org/officeDocument/2006/relationships/slideLayout" Target="../slideLayouts/slideLayout3.xml" /><Relationship Id="rId6" Type="http://schemas.openxmlformats.org/officeDocument/2006/relationships/image" Target="../media/image194.png" /><Relationship Id="rId5" Type="http://schemas.openxmlformats.org/officeDocument/2006/relationships/customXml" Target="../ink/ink170.xml" /><Relationship Id="rId4" Type="http://schemas.openxmlformats.org/officeDocument/2006/relationships/image" Target="../media/image193.png" /></Relationships>
</file>

<file path=ppt/slides/_rels/slide15.xml.rels><?xml version="1.0" encoding="UTF-8" standalone="yes"?>
<Relationships xmlns="http://schemas.openxmlformats.org/package/2006/relationships"><Relationship Id="rId2" Type="http://schemas.openxmlformats.org/officeDocument/2006/relationships/image" Target="../media/image195.png" /><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8" Type="http://schemas.openxmlformats.org/officeDocument/2006/relationships/image" Target="../media/image201.png" /><Relationship Id="rId3" Type="http://schemas.openxmlformats.org/officeDocument/2006/relationships/image" Target="../media/image196.png" /><Relationship Id="rId7" Type="http://schemas.openxmlformats.org/officeDocument/2006/relationships/image" Target="../media/image200.png" /><Relationship Id="rId2" Type="http://schemas.openxmlformats.org/officeDocument/2006/relationships/notesSlide" Target="../notesSlides/notesSlide7.xml" /><Relationship Id="rId1" Type="http://schemas.openxmlformats.org/officeDocument/2006/relationships/slideLayout" Target="../slideLayouts/slideLayout3.xml" /><Relationship Id="rId6" Type="http://schemas.openxmlformats.org/officeDocument/2006/relationships/image" Target="../media/image199.png" /><Relationship Id="rId5" Type="http://schemas.openxmlformats.org/officeDocument/2006/relationships/image" Target="../media/image198.png" /><Relationship Id="rId4" Type="http://schemas.openxmlformats.org/officeDocument/2006/relationships/image" Target="../media/image197.png" /></Relationships>
</file>

<file path=ppt/slides/_rels/slide17.xml.rels><?xml version="1.0" encoding="UTF-8" standalone="yes"?>
<Relationships xmlns="http://schemas.openxmlformats.org/package/2006/relationships"><Relationship Id="rId8" Type="http://schemas.openxmlformats.org/officeDocument/2006/relationships/image" Target="../media/image207.png" /><Relationship Id="rId3" Type="http://schemas.openxmlformats.org/officeDocument/2006/relationships/image" Target="../media/image196.png" /><Relationship Id="rId7" Type="http://schemas.openxmlformats.org/officeDocument/2006/relationships/image" Target="../media/image206.png" /><Relationship Id="rId2" Type="http://schemas.openxmlformats.org/officeDocument/2006/relationships/image" Target="../media/image202.png" /><Relationship Id="rId1" Type="http://schemas.openxmlformats.org/officeDocument/2006/relationships/slideLayout" Target="../slideLayouts/slideLayout3.xml" /><Relationship Id="rId6" Type="http://schemas.openxmlformats.org/officeDocument/2006/relationships/image" Target="../media/image205.png" /><Relationship Id="rId5" Type="http://schemas.openxmlformats.org/officeDocument/2006/relationships/image" Target="../media/image204.png" /><Relationship Id="rId4" Type="http://schemas.openxmlformats.org/officeDocument/2006/relationships/image" Target="../media/image203.png" /></Relationships>
</file>

<file path=ppt/slides/_rels/slide18.xml.rels><?xml version="1.0" encoding="UTF-8" standalone="yes"?>
<Relationships xmlns="http://schemas.openxmlformats.org/package/2006/relationships"><Relationship Id="rId8" Type="http://schemas.openxmlformats.org/officeDocument/2006/relationships/image" Target="../media/image213.png" /><Relationship Id="rId3" Type="http://schemas.openxmlformats.org/officeDocument/2006/relationships/image" Target="../media/image208.png" /><Relationship Id="rId7" Type="http://schemas.openxmlformats.org/officeDocument/2006/relationships/image" Target="../media/image212.png" /><Relationship Id="rId2" Type="http://schemas.openxmlformats.org/officeDocument/2006/relationships/notesSlide" Target="../notesSlides/notesSlide8.xml" /><Relationship Id="rId1" Type="http://schemas.openxmlformats.org/officeDocument/2006/relationships/slideLayout" Target="../slideLayouts/slideLayout3.xml" /><Relationship Id="rId6" Type="http://schemas.openxmlformats.org/officeDocument/2006/relationships/image" Target="../media/image211.png" /><Relationship Id="rId5" Type="http://schemas.openxmlformats.org/officeDocument/2006/relationships/image" Target="../media/image210.png" /><Relationship Id="rId4" Type="http://schemas.openxmlformats.org/officeDocument/2006/relationships/image" Target="../media/image209.png" /></Relationships>
</file>

<file path=ppt/slides/_rels/slide19.xml.rels><?xml version="1.0" encoding="UTF-8" standalone="yes"?>
<Relationships xmlns="http://schemas.openxmlformats.org/package/2006/relationships"><Relationship Id="rId3" Type="http://schemas.openxmlformats.org/officeDocument/2006/relationships/image" Target="../media/image214.png" /><Relationship Id="rId2" Type="http://schemas.openxmlformats.org/officeDocument/2006/relationships/notesSlide" Target="../notesSlides/notesSlide9.xml" /><Relationship Id="rId1" Type="http://schemas.openxmlformats.org/officeDocument/2006/relationships/slideLayout" Target="../slideLayouts/slideLayout3.xml" /><Relationship Id="rId6" Type="http://schemas.openxmlformats.org/officeDocument/2006/relationships/image" Target="../media/image217.png" /><Relationship Id="rId5" Type="http://schemas.openxmlformats.org/officeDocument/2006/relationships/image" Target="../media/image216.png" /><Relationship Id="rId4" Type="http://schemas.openxmlformats.org/officeDocument/2006/relationships/image" Target="../media/image215.png" /></Relationships>
</file>

<file path=ppt/slides/_rels/slide20.xml.rels><?xml version="1.0" encoding="UTF-8" standalone="yes"?>
<Relationships xmlns="http://schemas.openxmlformats.org/package/2006/relationships"><Relationship Id="rId8" Type="http://schemas.openxmlformats.org/officeDocument/2006/relationships/image" Target="../media/image223.png" /><Relationship Id="rId3" Type="http://schemas.openxmlformats.org/officeDocument/2006/relationships/image" Target="../media/image218.png" /><Relationship Id="rId7" Type="http://schemas.openxmlformats.org/officeDocument/2006/relationships/image" Target="../media/image222.png" /><Relationship Id="rId2" Type="http://schemas.openxmlformats.org/officeDocument/2006/relationships/notesSlide" Target="../notesSlides/notesSlide10.xml" /><Relationship Id="rId1" Type="http://schemas.openxmlformats.org/officeDocument/2006/relationships/slideLayout" Target="../slideLayouts/slideLayout3.xml" /><Relationship Id="rId6" Type="http://schemas.openxmlformats.org/officeDocument/2006/relationships/image" Target="../media/image221.png" /><Relationship Id="rId5" Type="http://schemas.openxmlformats.org/officeDocument/2006/relationships/image" Target="../media/image220.png" /><Relationship Id="rId4" Type="http://schemas.openxmlformats.org/officeDocument/2006/relationships/image" Target="../media/image219.png" /></Relationships>
</file>

<file path=ppt/slides/_rels/slide21.xml.rels><?xml version="1.0" encoding="UTF-8" standalone="yes"?>
<Relationships xmlns="http://schemas.openxmlformats.org/package/2006/relationships"><Relationship Id="rId3" Type="http://schemas.openxmlformats.org/officeDocument/2006/relationships/hyperlink" Target="https://www.amazon.com/Black-Stretch-Polyester-Cord-USA/dp/B07VNGQ8HY/ref=sr_1_2?dib=eyJ2IjoiMSJ9.1iBwyVYOOReFouDbSjxHGWZzI5vFI9Hv3Iqvtc8NVyIT0b6LS57kYNtZRqRceJYcVDbQG3wVnLbnJoJS6WDJfBDe9bPMua6a8UFm25AgKYf5IAinpK_kjxOj2poT_IuuRotBOkS2NwRzb9wvIxHDZ3-4_MXWSpqSJbXAzDdDYYhWMzQTJXaaQHyTCVc3Aws1StSAX-VtDlYMk9h8K3SMYnKfHEUzws7VNFann0LUSREwxDD1xB_X8b5owN3nV3-Sg5TM6_PvmViiA4_XcY_QjssteKK9YHMDMyzqblU6PqE.zGTm7sxW59lJbJMrTvupgeGHhFB_ohi7KeR3kCVvFXw&amp;dib_tag=se&amp;keywords=dacron+line&amp;qid=1709729242&amp;sr=8-2-spons&amp;sp_csd=d2lkZ2V0TmFtZT1zcF9hdGY&amp;psc=1" TargetMode="External" /><Relationship Id="rId2" Type="http://schemas.openxmlformats.org/officeDocument/2006/relationships/hyperlink" Target="https://www.amazon.com/9KM-DWLIFE-Waterproof-Lightweight-Inflatable/dp/B09XMDDN25/ref=sr_1_1?crid=2POXBHGCD10I6&amp;dib=eyJ2IjoiMSJ9.b7AY6RYj1-yUr8j_9sdunUaS5N8ApTD9AdC_0BGUvahU1fAdCkeoiSHabCNe0YJlq7VUooMZsoe4EORAHifnKwgwD4NMIUTvgm3GGpdz-cqyAQVjN6Z3l9HCyDQ8YdmrGMpJhdK_8PScDy0MqGGJO323v5IcftTHskJVgUbfdeeqof0Zwmrqm5hRT1MqfnGb6h9CjRs_bHQgql2AM279jRqRdfqGpFGySp2To70CCo8pOTmMtdGP_0dbndi509QJ.aemRP_YTpdVt5EHGze4vA-fCgb1exG536Eoo2vbeREM&amp;dib_tag=se&amp;keywords=9km%2Bdwlife%2Bnylon%2Bripstop%2Bfabric&amp;qid=1709728990&amp;sprefix=9km%2Bdwlife%2Bnylon%2Bripstop%2Bfabric%2B%2Caps%2C264&amp;sr=8-1-spons&amp;sp_csd=d2lkZ2V0TmFtZT1zcF9hdGY&amp;th=1" TargetMode="External" /><Relationship Id="rId1" Type="http://schemas.openxmlformats.org/officeDocument/2006/relationships/slideLayout" Target="../slideLayouts/slideLayout3.xml" /><Relationship Id="rId5" Type="http://schemas.openxmlformats.org/officeDocument/2006/relationships/hyperlink" Target="https://www.amazon.com/9KM-DWLIFE-50lb-1800lbs-Ultralight-Activities/dp/B07X9F17YW/ref=sr_1_1?crid=1AE8FLN4H2AKG&amp;dib=eyJ2IjoiMSJ9.hF__YMJsRORbDNPVrpCzEYrbljMnetV1IUvwtoZa6XWCiMhx-noXUBt1ROybtcmi9tr70594NswqM8grjaQR8EMzTdn4L-djGJ2IzJK1bNza99f_lubsVqt7ueYI9SzjibG9RsraZxb8-mcm0afNftnTXXMZTNoPKGZvoSzz5MdZ-KHMouKtqwlHC0uyFjcxaBbUBi6HIHVBoXim_A_oYcCKC7KZus2d6408UgzPx_ZLaPLXW2wcY-UTOfpBNeaQBBF9B5-aHPD-WmmT5iAQ4NRxkPtobu9U649WT-oI0k8.d-itOe8y91rYNi1woPdK5fDITFutSD1OcALGbB5WyvM&amp;dib_tag=se&amp;keywords=kevlar%2Bthread&amp;qid=1709824382&amp;sprefix=kevlar%2B%2Caps%2C464&amp;sr=8-1-spons&amp;sp_csd=d2lkZ2V0TmFtZT1zcF9hdGY&amp;th=1&amp;psc=1" TargetMode="External" /><Relationship Id="rId4" Type="http://schemas.openxmlformats.org/officeDocument/2006/relationships/hyperlink" Target="https://www.amazon.com/-/zh_TW/%E7%84%A1%E8%81%8A%E7%9A%84%E5%82%98%E7%B9%A9%E7%B4%84-249-5-%E5%85%AC%E6%96%A4%E5%82%98%E7%B9%A9-%E9%99%8D%E8%90%BD%E5%82%98%E7%B9%A9-MIl-C-5040/dp/B073SB9448?th=1" TargetMode="External" /></Relationships>
</file>

<file path=ppt/slides/_rels/slide22.xml.rels><?xml version="1.0" encoding="UTF-8" standalone="yes"?>
<Relationships xmlns="http://schemas.openxmlformats.org/package/2006/relationships"><Relationship Id="rId3" Type="http://schemas.openxmlformats.org/officeDocument/2006/relationships/image" Target="../media/image225.png" /><Relationship Id="rId2" Type="http://schemas.openxmlformats.org/officeDocument/2006/relationships/image" Target="../media/image224.png" /><Relationship Id="rId1" Type="http://schemas.openxmlformats.org/officeDocument/2006/relationships/slideLayout" Target="../slideLayouts/slideLayout3.xml" /><Relationship Id="rId4" Type="http://schemas.openxmlformats.org/officeDocument/2006/relationships/image" Target="../media/image1980.png" /></Relationships>
</file>

<file path=ppt/slides/_rels/slide23.xml.rels><?xml version="1.0" encoding="UTF-8" standalone="yes"?>
<Relationships xmlns="http://schemas.openxmlformats.org/package/2006/relationships"><Relationship Id="rId2" Type="http://schemas.openxmlformats.org/officeDocument/2006/relationships/image" Target="../media/image226.png" /><Relationship Id="rId1" Type="http://schemas.openxmlformats.org/officeDocument/2006/relationships/slideLayout" Target="../slideLayouts/slideLayout3.xml" /></Relationships>
</file>

<file path=ppt/slides/_rels/slide24.xml.rels><?xml version="1.0" encoding="UTF-8" standalone="yes"?>
<Relationships xmlns="http://schemas.openxmlformats.org/package/2006/relationships"><Relationship Id="rId3" Type="http://schemas.openxmlformats.org/officeDocument/2006/relationships/image" Target="../media/image227.png" /><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3" Type="http://schemas.openxmlformats.org/officeDocument/2006/relationships/image" Target="../media/image228.png" /><Relationship Id="rId2" Type="http://schemas.openxmlformats.org/officeDocument/2006/relationships/notesSlide" Target="../notesSlides/notesSlide12.xml" /><Relationship Id="rId1" Type="http://schemas.openxmlformats.org/officeDocument/2006/relationships/slideLayout" Target="../slideLayouts/slideLayout3.xml" /><Relationship Id="rId6" Type="http://schemas.microsoft.com/office/2007/relationships/hdphoto" Target="../media/hdphoto3.wdp" /><Relationship Id="rId5" Type="http://schemas.openxmlformats.org/officeDocument/2006/relationships/image" Target="../media/image229.png" /><Relationship Id="rId4" Type="http://schemas.microsoft.com/office/2007/relationships/hdphoto" Target="../media/hdphoto2.wdp" /></Relationships>
</file>

<file path=ppt/slides/_rels/slide26.xml.rels><?xml version="1.0" encoding="UTF-8" standalone="yes"?>
<Relationships xmlns="http://schemas.openxmlformats.org/package/2006/relationships"><Relationship Id="rId117" Type="http://schemas.openxmlformats.org/officeDocument/2006/relationships/customXml" Target="../ink/ink228.xml" /><Relationship Id="rId299" Type="http://schemas.openxmlformats.org/officeDocument/2006/relationships/customXml" Target="../ink/ink319.xml" /><Relationship Id="rId21" Type="http://schemas.openxmlformats.org/officeDocument/2006/relationships/customXml" Target="../ink/ink180.xml" /><Relationship Id="rId63" Type="http://schemas.openxmlformats.org/officeDocument/2006/relationships/customXml" Target="../ink/ink201.xml" /><Relationship Id="rId159" Type="http://schemas.openxmlformats.org/officeDocument/2006/relationships/customXml" Target="../ink/ink249.xml" /><Relationship Id="rId324" Type="http://schemas.openxmlformats.org/officeDocument/2006/relationships/image" Target="../media/image363.png" /><Relationship Id="rId366" Type="http://schemas.openxmlformats.org/officeDocument/2006/relationships/image" Target="../media/image384.png" /><Relationship Id="rId170" Type="http://schemas.openxmlformats.org/officeDocument/2006/relationships/image" Target="../media/image286.png" /><Relationship Id="rId226" Type="http://schemas.openxmlformats.org/officeDocument/2006/relationships/image" Target="../media/image314.png" /><Relationship Id="rId268" Type="http://schemas.openxmlformats.org/officeDocument/2006/relationships/image" Target="../media/image335.png" /><Relationship Id="rId11" Type="http://schemas.openxmlformats.org/officeDocument/2006/relationships/customXml" Target="../ink/ink175.xml" /><Relationship Id="rId32" Type="http://schemas.openxmlformats.org/officeDocument/2006/relationships/image" Target="../media/image2170.png" /><Relationship Id="rId53" Type="http://schemas.openxmlformats.org/officeDocument/2006/relationships/customXml" Target="../ink/ink196.xml" /><Relationship Id="rId74" Type="http://schemas.openxmlformats.org/officeDocument/2006/relationships/image" Target="../media/image238.png" /><Relationship Id="rId128" Type="http://schemas.openxmlformats.org/officeDocument/2006/relationships/image" Target="../media/image265.png" /><Relationship Id="rId149" Type="http://schemas.openxmlformats.org/officeDocument/2006/relationships/customXml" Target="../ink/ink244.xml" /><Relationship Id="rId314" Type="http://schemas.openxmlformats.org/officeDocument/2006/relationships/image" Target="../media/image358.png" /><Relationship Id="rId335" Type="http://schemas.openxmlformats.org/officeDocument/2006/relationships/customXml" Target="../ink/ink337.xml" /><Relationship Id="rId356" Type="http://schemas.openxmlformats.org/officeDocument/2006/relationships/image" Target="../media/image379.png" /><Relationship Id="rId377" Type="http://schemas.openxmlformats.org/officeDocument/2006/relationships/customXml" Target="../ink/ink358.xml" /><Relationship Id="rId398" Type="http://schemas.openxmlformats.org/officeDocument/2006/relationships/image" Target="../media/image400.png" /><Relationship Id="rId5" Type="http://schemas.openxmlformats.org/officeDocument/2006/relationships/customXml" Target="../ink/ink172.xml" /><Relationship Id="rId95" Type="http://schemas.openxmlformats.org/officeDocument/2006/relationships/customXml" Target="../ink/ink217.xml" /><Relationship Id="rId160" Type="http://schemas.openxmlformats.org/officeDocument/2006/relationships/image" Target="../media/image281.png" /><Relationship Id="rId181" Type="http://schemas.openxmlformats.org/officeDocument/2006/relationships/customXml" Target="../ink/ink260.xml" /><Relationship Id="rId216" Type="http://schemas.openxmlformats.org/officeDocument/2006/relationships/image" Target="../media/image309.png" /><Relationship Id="rId237" Type="http://schemas.openxmlformats.org/officeDocument/2006/relationships/customXml" Target="../ink/ink288.xml" /><Relationship Id="rId402" Type="http://schemas.openxmlformats.org/officeDocument/2006/relationships/image" Target="../media/image402.png" /><Relationship Id="rId258" Type="http://schemas.openxmlformats.org/officeDocument/2006/relationships/image" Target="../media/image330.png" /><Relationship Id="rId279" Type="http://schemas.openxmlformats.org/officeDocument/2006/relationships/customXml" Target="../ink/ink309.xml" /><Relationship Id="rId22" Type="http://schemas.openxmlformats.org/officeDocument/2006/relationships/image" Target="../media/image2120.png" /><Relationship Id="rId43" Type="http://schemas.openxmlformats.org/officeDocument/2006/relationships/customXml" Target="../ink/ink191.xml" /><Relationship Id="rId64" Type="http://schemas.openxmlformats.org/officeDocument/2006/relationships/image" Target="../media/image233.png" /><Relationship Id="rId118" Type="http://schemas.openxmlformats.org/officeDocument/2006/relationships/image" Target="../media/image260.png" /><Relationship Id="rId139" Type="http://schemas.openxmlformats.org/officeDocument/2006/relationships/customXml" Target="../ink/ink239.xml" /><Relationship Id="rId290" Type="http://schemas.openxmlformats.org/officeDocument/2006/relationships/image" Target="../media/image346.png" /><Relationship Id="rId304" Type="http://schemas.openxmlformats.org/officeDocument/2006/relationships/image" Target="../media/image353.png" /><Relationship Id="rId325" Type="http://schemas.openxmlformats.org/officeDocument/2006/relationships/customXml" Target="../ink/ink332.xml" /><Relationship Id="rId346" Type="http://schemas.openxmlformats.org/officeDocument/2006/relationships/image" Target="../media/image374.png" /><Relationship Id="rId367" Type="http://schemas.openxmlformats.org/officeDocument/2006/relationships/customXml" Target="../ink/ink353.xml" /><Relationship Id="rId388" Type="http://schemas.openxmlformats.org/officeDocument/2006/relationships/image" Target="../media/image395.png" /><Relationship Id="rId85" Type="http://schemas.openxmlformats.org/officeDocument/2006/relationships/customXml" Target="../ink/ink212.xml" /><Relationship Id="rId150" Type="http://schemas.openxmlformats.org/officeDocument/2006/relationships/image" Target="../media/image276.png" /><Relationship Id="rId171" Type="http://schemas.openxmlformats.org/officeDocument/2006/relationships/customXml" Target="../ink/ink255.xml" /><Relationship Id="rId192" Type="http://schemas.openxmlformats.org/officeDocument/2006/relationships/image" Target="../media/image297.png" /><Relationship Id="rId206" Type="http://schemas.openxmlformats.org/officeDocument/2006/relationships/image" Target="../media/image304.png" /><Relationship Id="rId227" Type="http://schemas.openxmlformats.org/officeDocument/2006/relationships/customXml" Target="../ink/ink283.xml" /><Relationship Id="rId248" Type="http://schemas.openxmlformats.org/officeDocument/2006/relationships/image" Target="../media/image325.png" /><Relationship Id="rId269" Type="http://schemas.openxmlformats.org/officeDocument/2006/relationships/customXml" Target="../ink/ink304.xml" /><Relationship Id="rId12" Type="http://schemas.openxmlformats.org/officeDocument/2006/relationships/image" Target="../media/image2070.png" /><Relationship Id="rId33" Type="http://schemas.openxmlformats.org/officeDocument/2006/relationships/customXml" Target="../ink/ink186.xml" /><Relationship Id="rId108" Type="http://schemas.openxmlformats.org/officeDocument/2006/relationships/image" Target="../media/image255.png" /><Relationship Id="rId129" Type="http://schemas.openxmlformats.org/officeDocument/2006/relationships/customXml" Target="../ink/ink234.xml" /><Relationship Id="rId280" Type="http://schemas.openxmlformats.org/officeDocument/2006/relationships/image" Target="../media/image341.png" /><Relationship Id="rId315" Type="http://schemas.openxmlformats.org/officeDocument/2006/relationships/customXml" Target="../ink/ink327.xml" /><Relationship Id="rId336" Type="http://schemas.openxmlformats.org/officeDocument/2006/relationships/image" Target="../media/image369.png" /><Relationship Id="rId357" Type="http://schemas.openxmlformats.org/officeDocument/2006/relationships/customXml" Target="../ink/ink348.xml" /><Relationship Id="rId54" Type="http://schemas.openxmlformats.org/officeDocument/2006/relationships/image" Target="../media/image2280.png" /><Relationship Id="rId75" Type="http://schemas.openxmlformats.org/officeDocument/2006/relationships/customXml" Target="../ink/ink207.xml" /><Relationship Id="rId96" Type="http://schemas.openxmlformats.org/officeDocument/2006/relationships/image" Target="../media/image249.png" /><Relationship Id="rId140" Type="http://schemas.openxmlformats.org/officeDocument/2006/relationships/image" Target="../media/image271.png" /><Relationship Id="rId161" Type="http://schemas.openxmlformats.org/officeDocument/2006/relationships/customXml" Target="../ink/ink250.xml" /><Relationship Id="rId182" Type="http://schemas.openxmlformats.org/officeDocument/2006/relationships/image" Target="../media/image292.png" /><Relationship Id="rId217" Type="http://schemas.openxmlformats.org/officeDocument/2006/relationships/customXml" Target="../ink/ink278.xml" /><Relationship Id="rId378" Type="http://schemas.openxmlformats.org/officeDocument/2006/relationships/image" Target="../media/image390.png" /><Relationship Id="rId399" Type="http://schemas.openxmlformats.org/officeDocument/2006/relationships/customXml" Target="../ink/ink369.xml" /><Relationship Id="rId403" Type="http://schemas.openxmlformats.org/officeDocument/2006/relationships/customXml" Target="../ink/ink371.xml" /><Relationship Id="rId6" Type="http://schemas.openxmlformats.org/officeDocument/2006/relationships/image" Target="../media/image2040.png" /><Relationship Id="rId238" Type="http://schemas.openxmlformats.org/officeDocument/2006/relationships/image" Target="../media/image320.png" /><Relationship Id="rId259" Type="http://schemas.openxmlformats.org/officeDocument/2006/relationships/customXml" Target="../ink/ink299.xml" /><Relationship Id="rId23" Type="http://schemas.openxmlformats.org/officeDocument/2006/relationships/customXml" Target="../ink/ink181.xml" /><Relationship Id="rId119" Type="http://schemas.openxmlformats.org/officeDocument/2006/relationships/customXml" Target="../ink/ink229.xml" /><Relationship Id="rId270" Type="http://schemas.openxmlformats.org/officeDocument/2006/relationships/image" Target="../media/image336.png" /><Relationship Id="rId291" Type="http://schemas.openxmlformats.org/officeDocument/2006/relationships/customXml" Target="../ink/ink315.xml" /><Relationship Id="rId305" Type="http://schemas.openxmlformats.org/officeDocument/2006/relationships/customXml" Target="../ink/ink322.xml" /><Relationship Id="rId326" Type="http://schemas.openxmlformats.org/officeDocument/2006/relationships/image" Target="../media/image364.png" /><Relationship Id="rId347" Type="http://schemas.openxmlformats.org/officeDocument/2006/relationships/customXml" Target="../ink/ink343.xml" /><Relationship Id="rId44" Type="http://schemas.openxmlformats.org/officeDocument/2006/relationships/image" Target="../media/image2230.png" /><Relationship Id="rId65" Type="http://schemas.openxmlformats.org/officeDocument/2006/relationships/customXml" Target="../ink/ink202.xml" /><Relationship Id="rId86" Type="http://schemas.openxmlformats.org/officeDocument/2006/relationships/image" Target="../media/image244.png" /><Relationship Id="rId130" Type="http://schemas.openxmlformats.org/officeDocument/2006/relationships/image" Target="../media/image266.png" /><Relationship Id="rId151" Type="http://schemas.openxmlformats.org/officeDocument/2006/relationships/customXml" Target="../ink/ink245.xml" /><Relationship Id="rId368" Type="http://schemas.openxmlformats.org/officeDocument/2006/relationships/image" Target="../media/image385.png" /><Relationship Id="rId389" Type="http://schemas.openxmlformats.org/officeDocument/2006/relationships/customXml" Target="../ink/ink364.xml" /><Relationship Id="rId172" Type="http://schemas.openxmlformats.org/officeDocument/2006/relationships/image" Target="../media/image287.png" /><Relationship Id="rId193" Type="http://schemas.openxmlformats.org/officeDocument/2006/relationships/customXml" Target="../ink/ink266.xml" /><Relationship Id="rId207" Type="http://schemas.openxmlformats.org/officeDocument/2006/relationships/customXml" Target="../ink/ink273.xml" /><Relationship Id="rId228" Type="http://schemas.openxmlformats.org/officeDocument/2006/relationships/image" Target="../media/image315.png" /><Relationship Id="rId249" Type="http://schemas.openxmlformats.org/officeDocument/2006/relationships/customXml" Target="../ink/ink294.xml" /><Relationship Id="rId13" Type="http://schemas.openxmlformats.org/officeDocument/2006/relationships/customXml" Target="../ink/ink176.xml" /><Relationship Id="rId109" Type="http://schemas.openxmlformats.org/officeDocument/2006/relationships/customXml" Target="../ink/ink224.xml" /><Relationship Id="rId260" Type="http://schemas.openxmlformats.org/officeDocument/2006/relationships/image" Target="../media/image331.png" /><Relationship Id="rId281" Type="http://schemas.openxmlformats.org/officeDocument/2006/relationships/customXml" Target="../ink/ink310.xml" /><Relationship Id="rId316" Type="http://schemas.openxmlformats.org/officeDocument/2006/relationships/image" Target="../media/image359.png" /><Relationship Id="rId337" Type="http://schemas.openxmlformats.org/officeDocument/2006/relationships/customXml" Target="../ink/ink338.xml" /><Relationship Id="rId34" Type="http://schemas.openxmlformats.org/officeDocument/2006/relationships/image" Target="../media/image2180.png" /><Relationship Id="rId55" Type="http://schemas.openxmlformats.org/officeDocument/2006/relationships/customXml" Target="../ink/ink197.xml" /><Relationship Id="rId76" Type="http://schemas.openxmlformats.org/officeDocument/2006/relationships/image" Target="../media/image239.png" /><Relationship Id="rId97" Type="http://schemas.openxmlformats.org/officeDocument/2006/relationships/customXml" Target="../ink/ink218.xml" /><Relationship Id="rId120" Type="http://schemas.openxmlformats.org/officeDocument/2006/relationships/image" Target="../media/image261.png" /><Relationship Id="rId141" Type="http://schemas.openxmlformats.org/officeDocument/2006/relationships/customXml" Target="../ink/ink240.xml" /><Relationship Id="rId358" Type="http://schemas.openxmlformats.org/officeDocument/2006/relationships/image" Target="../media/image380.png" /><Relationship Id="rId379" Type="http://schemas.openxmlformats.org/officeDocument/2006/relationships/customXml" Target="../ink/ink359.xml" /><Relationship Id="rId7" Type="http://schemas.openxmlformats.org/officeDocument/2006/relationships/customXml" Target="../ink/ink173.xml" /><Relationship Id="rId162" Type="http://schemas.openxmlformats.org/officeDocument/2006/relationships/image" Target="../media/image282.png" /><Relationship Id="rId183" Type="http://schemas.openxmlformats.org/officeDocument/2006/relationships/customXml" Target="../ink/ink261.xml" /><Relationship Id="rId218" Type="http://schemas.openxmlformats.org/officeDocument/2006/relationships/image" Target="../media/image310.png" /><Relationship Id="rId239" Type="http://schemas.openxmlformats.org/officeDocument/2006/relationships/customXml" Target="../ink/ink289.xml" /><Relationship Id="rId390" Type="http://schemas.openxmlformats.org/officeDocument/2006/relationships/image" Target="../media/image396.png" /><Relationship Id="rId404" Type="http://schemas.openxmlformats.org/officeDocument/2006/relationships/image" Target="../media/image403.png" /><Relationship Id="rId250" Type="http://schemas.openxmlformats.org/officeDocument/2006/relationships/image" Target="../media/image326.png" /><Relationship Id="rId271" Type="http://schemas.openxmlformats.org/officeDocument/2006/relationships/customXml" Target="../ink/ink305.xml" /><Relationship Id="rId292" Type="http://schemas.openxmlformats.org/officeDocument/2006/relationships/image" Target="../media/image347.png" /><Relationship Id="rId306" Type="http://schemas.openxmlformats.org/officeDocument/2006/relationships/image" Target="../media/image354.png" /><Relationship Id="rId24" Type="http://schemas.openxmlformats.org/officeDocument/2006/relationships/image" Target="../media/image2130.png" /><Relationship Id="rId45" Type="http://schemas.openxmlformats.org/officeDocument/2006/relationships/customXml" Target="../ink/ink192.xml" /><Relationship Id="rId66" Type="http://schemas.openxmlformats.org/officeDocument/2006/relationships/image" Target="../media/image234.png" /><Relationship Id="rId87" Type="http://schemas.openxmlformats.org/officeDocument/2006/relationships/customXml" Target="../ink/ink213.xml" /><Relationship Id="rId110" Type="http://schemas.openxmlformats.org/officeDocument/2006/relationships/image" Target="../media/image256.png" /><Relationship Id="rId131" Type="http://schemas.openxmlformats.org/officeDocument/2006/relationships/customXml" Target="../ink/ink235.xml" /><Relationship Id="rId327" Type="http://schemas.openxmlformats.org/officeDocument/2006/relationships/customXml" Target="../ink/ink333.xml" /><Relationship Id="rId348" Type="http://schemas.openxmlformats.org/officeDocument/2006/relationships/image" Target="../media/image375.png" /><Relationship Id="rId369" Type="http://schemas.openxmlformats.org/officeDocument/2006/relationships/customXml" Target="../ink/ink354.xml" /><Relationship Id="rId152" Type="http://schemas.openxmlformats.org/officeDocument/2006/relationships/image" Target="../media/image277.png" /><Relationship Id="rId173" Type="http://schemas.openxmlformats.org/officeDocument/2006/relationships/customXml" Target="../ink/ink256.xml" /><Relationship Id="rId194" Type="http://schemas.openxmlformats.org/officeDocument/2006/relationships/image" Target="../media/image298.png" /><Relationship Id="rId208" Type="http://schemas.openxmlformats.org/officeDocument/2006/relationships/image" Target="../media/image305.png" /><Relationship Id="rId229" Type="http://schemas.openxmlformats.org/officeDocument/2006/relationships/customXml" Target="../ink/ink284.xml" /><Relationship Id="rId380" Type="http://schemas.openxmlformats.org/officeDocument/2006/relationships/image" Target="../media/image391.png" /><Relationship Id="rId240" Type="http://schemas.openxmlformats.org/officeDocument/2006/relationships/image" Target="../media/image321.png" /><Relationship Id="rId261" Type="http://schemas.openxmlformats.org/officeDocument/2006/relationships/customXml" Target="../ink/ink300.xml" /><Relationship Id="rId14" Type="http://schemas.openxmlformats.org/officeDocument/2006/relationships/image" Target="../media/image2080.png" /><Relationship Id="rId35" Type="http://schemas.openxmlformats.org/officeDocument/2006/relationships/customXml" Target="../ink/ink187.xml" /><Relationship Id="rId56" Type="http://schemas.openxmlformats.org/officeDocument/2006/relationships/image" Target="../media/image2290.png" /><Relationship Id="rId77" Type="http://schemas.openxmlformats.org/officeDocument/2006/relationships/customXml" Target="../ink/ink208.xml" /><Relationship Id="rId100" Type="http://schemas.openxmlformats.org/officeDocument/2006/relationships/image" Target="../media/image251.png" /><Relationship Id="rId282" Type="http://schemas.openxmlformats.org/officeDocument/2006/relationships/image" Target="../media/image342.png" /><Relationship Id="rId317" Type="http://schemas.openxmlformats.org/officeDocument/2006/relationships/customXml" Target="../ink/ink328.xml" /><Relationship Id="rId338" Type="http://schemas.openxmlformats.org/officeDocument/2006/relationships/image" Target="../media/image370.png" /><Relationship Id="rId359" Type="http://schemas.openxmlformats.org/officeDocument/2006/relationships/customXml" Target="../ink/ink349.xml" /><Relationship Id="rId8" Type="http://schemas.openxmlformats.org/officeDocument/2006/relationships/image" Target="../media/image2050.png" /><Relationship Id="rId98" Type="http://schemas.openxmlformats.org/officeDocument/2006/relationships/image" Target="../media/image250.png" /><Relationship Id="rId121" Type="http://schemas.openxmlformats.org/officeDocument/2006/relationships/customXml" Target="../ink/ink230.xml" /><Relationship Id="rId142" Type="http://schemas.openxmlformats.org/officeDocument/2006/relationships/image" Target="../media/image272.png" /><Relationship Id="rId163" Type="http://schemas.openxmlformats.org/officeDocument/2006/relationships/customXml" Target="../ink/ink251.xml" /><Relationship Id="rId184" Type="http://schemas.openxmlformats.org/officeDocument/2006/relationships/image" Target="../media/image293.png" /><Relationship Id="rId219" Type="http://schemas.openxmlformats.org/officeDocument/2006/relationships/customXml" Target="../ink/ink279.xml" /><Relationship Id="rId370" Type="http://schemas.openxmlformats.org/officeDocument/2006/relationships/image" Target="../media/image386.png" /><Relationship Id="rId391" Type="http://schemas.openxmlformats.org/officeDocument/2006/relationships/customXml" Target="../ink/ink365.xml" /><Relationship Id="rId405" Type="http://schemas.openxmlformats.org/officeDocument/2006/relationships/customXml" Target="../ink/ink372.xml" /><Relationship Id="rId230" Type="http://schemas.openxmlformats.org/officeDocument/2006/relationships/image" Target="../media/image316.png" /><Relationship Id="rId251" Type="http://schemas.openxmlformats.org/officeDocument/2006/relationships/customXml" Target="../ink/ink295.xml" /><Relationship Id="rId25" Type="http://schemas.openxmlformats.org/officeDocument/2006/relationships/customXml" Target="../ink/ink182.xml" /><Relationship Id="rId46" Type="http://schemas.openxmlformats.org/officeDocument/2006/relationships/image" Target="../media/image2240.png" /><Relationship Id="rId67" Type="http://schemas.openxmlformats.org/officeDocument/2006/relationships/customXml" Target="../ink/ink203.xml" /><Relationship Id="rId272" Type="http://schemas.openxmlformats.org/officeDocument/2006/relationships/image" Target="../media/image337.png" /><Relationship Id="rId293" Type="http://schemas.openxmlformats.org/officeDocument/2006/relationships/customXml" Target="../ink/ink316.xml" /><Relationship Id="rId307" Type="http://schemas.openxmlformats.org/officeDocument/2006/relationships/customXml" Target="../ink/ink323.xml" /><Relationship Id="rId328" Type="http://schemas.openxmlformats.org/officeDocument/2006/relationships/image" Target="../media/image365.png" /><Relationship Id="rId349" Type="http://schemas.openxmlformats.org/officeDocument/2006/relationships/customXml" Target="../ink/ink344.xml" /><Relationship Id="rId88" Type="http://schemas.openxmlformats.org/officeDocument/2006/relationships/image" Target="../media/image245.png" /><Relationship Id="rId111" Type="http://schemas.openxmlformats.org/officeDocument/2006/relationships/customXml" Target="../ink/ink225.xml" /><Relationship Id="rId132" Type="http://schemas.openxmlformats.org/officeDocument/2006/relationships/image" Target="../media/image267.png" /><Relationship Id="rId153" Type="http://schemas.openxmlformats.org/officeDocument/2006/relationships/customXml" Target="../ink/ink246.xml" /><Relationship Id="rId174" Type="http://schemas.openxmlformats.org/officeDocument/2006/relationships/image" Target="../media/image288.png" /><Relationship Id="rId195" Type="http://schemas.openxmlformats.org/officeDocument/2006/relationships/customXml" Target="../ink/ink267.xml" /><Relationship Id="rId209" Type="http://schemas.openxmlformats.org/officeDocument/2006/relationships/customXml" Target="../ink/ink274.xml" /><Relationship Id="rId360" Type="http://schemas.openxmlformats.org/officeDocument/2006/relationships/image" Target="../media/image381.png" /><Relationship Id="rId381" Type="http://schemas.openxmlformats.org/officeDocument/2006/relationships/customXml" Target="../ink/ink360.xml" /><Relationship Id="rId220" Type="http://schemas.openxmlformats.org/officeDocument/2006/relationships/image" Target="../media/image311.png" /><Relationship Id="rId241" Type="http://schemas.openxmlformats.org/officeDocument/2006/relationships/customXml" Target="../ink/ink290.xml" /><Relationship Id="rId15" Type="http://schemas.openxmlformats.org/officeDocument/2006/relationships/customXml" Target="../ink/ink177.xml" /><Relationship Id="rId36" Type="http://schemas.openxmlformats.org/officeDocument/2006/relationships/image" Target="../media/image2190.png" /><Relationship Id="rId57" Type="http://schemas.openxmlformats.org/officeDocument/2006/relationships/customXml" Target="../ink/ink198.xml" /><Relationship Id="rId262" Type="http://schemas.openxmlformats.org/officeDocument/2006/relationships/image" Target="../media/image332.png" /><Relationship Id="rId283" Type="http://schemas.openxmlformats.org/officeDocument/2006/relationships/customXml" Target="../ink/ink311.xml" /><Relationship Id="rId318" Type="http://schemas.openxmlformats.org/officeDocument/2006/relationships/image" Target="../media/image360.png" /><Relationship Id="rId339" Type="http://schemas.openxmlformats.org/officeDocument/2006/relationships/customXml" Target="../ink/ink339.xml" /><Relationship Id="rId78" Type="http://schemas.openxmlformats.org/officeDocument/2006/relationships/image" Target="../media/image240.png" /><Relationship Id="rId99" Type="http://schemas.openxmlformats.org/officeDocument/2006/relationships/customXml" Target="../ink/ink219.xml" /><Relationship Id="rId101" Type="http://schemas.openxmlformats.org/officeDocument/2006/relationships/customXml" Target="../ink/ink220.xml" /><Relationship Id="rId122" Type="http://schemas.openxmlformats.org/officeDocument/2006/relationships/image" Target="../media/image262.png" /><Relationship Id="rId143" Type="http://schemas.openxmlformats.org/officeDocument/2006/relationships/customXml" Target="../ink/ink241.xml" /><Relationship Id="rId164" Type="http://schemas.openxmlformats.org/officeDocument/2006/relationships/image" Target="../media/image283.png" /><Relationship Id="rId185" Type="http://schemas.openxmlformats.org/officeDocument/2006/relationships/customXml" Target="../ink/ink262.xml" /><Relationship Id="rId350" Type="http://schemas.openxmlformats.org/officeDocument/2006/relationships/image" Target="../media/image376.png" /><Relationship Id="rId371" Type="http://schemas.openxmlformats.org/officeDocument/2006/relationships/customXml" Target="../ink/ink355.xml" /><Relationship Id="rId406" Type="http://schemas.openxmlformats.org/officeDocument/2006/relationships/image" Target="../media/image404.png" /><Relationship Id="rId9" Type="http://schemas.openxmlformats.org/officeDocument/2006/relationships/customXml" Target="../ink/ink174.xml" /><Relationship Id="rId210" Type="http://schemas.openxmlformats.org/officeDocument/2006/relationships/image" Target="../media/image306.png" /><Relationship Id="rId392" Type="http://schemas.openxmlformats.org/officeDocument/2006/relationships/image" Target="../media/image397.png" /><Relationship Id="rId26" Type="http://schemas.openxmlformats.org/officeDocument/2006/relationships/image" Target="../media/image2140.png" /><Relationship Id="rId231" Type="http://schemas.openxmlformats.org/officeDocument/2006/relationships/customXml" Target="../ink/ink285.xml" /><Relationship Id="rId252" Type="http://schemas.openxmlformats.org/officeDocument/2006/relationships/image" Target="../media/image327.png" /><Relationship Id="rId273" Type="http://schemas.openxmlformats.org/officeDocument/2006/relationships/customXml" Target="../ink/ink306.xml" /><Relationship Id="rId294" Type="http://schemas.openxmlformats.org/officeDocument/2006/relationships/image" Target="../media/image348.png" /><Relationship Id="rId308" Type="http://schemas.openxmlformats.org/officeDocument/2006/relationships/image" Target="../media/image355.png" /><Relationship Id="rId329" Type="http://schemas.openxmlformats.org/officeDocument/2006/relationships/customXml" Target="../ink/ink334.xml" /><Relationship Id="rId47" Type="http://schemas.openxmlformats.org/officeDocument/2006/relationships/customXml" Target="../ink/ink193.xml" /><Relationship Id="rId68" Type="http://schemas.openxmlformats.org/officeDocument/2006/relationships/image" Target="../media/image235.png" /><Relationship Id="rId89" Type="http://schemas.openxmlformats.org/officeDocument/2006/relationships/customXml" Target="../ink/ink214.xml" /><Relationship Id="rId112" Type="http://schemas.openxmlformats.org/officeDocument/2006/relationships/image" Target="../media/image257.png" /><Relationship Id="rId133" Type="http://schemas.openxmlformats.org/officeDocument/2006/relationships/customXml" Target="../ink/ink236.xml" /><Relationship Id="rId154" Type="http://schemas.openxmlformats.org/officeDocument/2006/relationships/image" Target="../media/image278.png" /><Relationship Id="rId175" Type="http://schemas.openxmlformats.org/officeDocument/2006/relationships/customXml" Target="../ink/ink257.xml" /><Relationship Id="rId340" Type="http://schemas.openxmlformats.org/officeDocument/2006/relationships/image" Target="../media/image371.png" /><Relationship Id="rId361" Type="http://schemas.openxmlformats.org/officeDocument/2006/relationships/customXml" Target="../ink/ink350.xml" /><Relationship Id="rId196" Type="http://schemas.openxmlformats.org/officeDocument/2006/relationships/image" Target="../media/image299.png" /><Relationship Id="rId200" Type="http://schemas.openxmlformats.org/officeDocument/2006/relationships/image" Target="../media/image301.png" /><Relationship Id="rId382" Type="http://schemas.openxmlformats.org/officeDocument/2006/relationships/image" Target="../media/image392.png" /><Relationship Id="rId16" Type="http://schemas.openxmlformats.org/officeDocument/2006/relationships/image" Target="../media/image2090.png" /><Relationship Id="rId221" Type="http://schemas.openxmlformats.org/officeDocument/2006/relationships/customXml" Target="../ink/ink280.xml" /><Relationship Id="rId242" Type="http://schemas.openxmlformats.org/officeDocument/2006/relationships/image" Target="../media/image322.png" /><Relationship Id="rId263" Type="http://schemas.openxmlformats.org/officeDocument/2006/relationships/customXml" Target="../ink/ink301.xml" /><Relationship Id="rId284" Type="http://schemas.openxmlformats.org/officeDocument/2006/relationships/image" Target="../media/image343.png" /><Relationship Id="rId319" Type="http://schemas.openxmlformats.org/officeDocument/2006/relationships/customXml" Target="../ink/ink329.xml" /><Relationship Id="rId37" Type="http://schemas.openxmlformats.org/officeDocument/2006/relationships/customXml" Target="../ink/ink188.xml" /><Relationship Id="rId58" Type="http://schemas.openxmlformats.org/officeDocument/2006/relationships/image" Target="../media/image230.png" /><Relationship Id="rId79" Type="http://schemas.openxmlformats.org/officeDocument/2006/relationships/customXml" Target="../ink/ink209.xml" /><Relationship Id="rId102" Type="http://schemas.openxmlformats.org/officeDocument/2006/relationships/image" Target="../media/image252.png" /><Relationship Id="rId123" Type="http://schemas.openxmlformats.org/officeDocument/2006/relationships/customXml" Target="../ink/ink231.xml" /><Relationship Id="rId144" Type="http://schemas.openxmlformats.org/officeDocument/2006/relationships/image" Target="../media/image273.png" /><Relationship Id="rId330" Type="http://schemas.openxmlformats.org/officeDocument/2006/relationships/image" Target="../media/image366.png" /><Relationship Id="rId90" Type="http://schemas.openxmlformats.org/officeDocument/2006/relationships/image" Target="../media/image246.png" /><Relationship Id="rId165" Type="http://schemas.openxmlformats.org/officeDocument/2006/relationships/customXml" Target="../ink/ink252.xml" /><Relationship Id="rId186" Type="http://schemas.openxmlformats.org/officeDocument/2006/relationships/image" Target="../media/image294.png" /><Relationship Id="rId351" Type="http://schemas.openxmlformats.org/officeDocument/2006/relationships/customXml" Target="../ink/ink345.xml" /><Relationship Id="rId372" Type="http://schemas.openxmlformats.org/officeDocument/2006/relationships/image" Target="../media/image387.png" /><Relationship Id="rId393" Type="http://schemas.openxmlformats.org/officeDocument/2006/relationships/customXml" Target="../ink/ink366.xml" /><Relationship Id="rId407" Type="http://schemas.openxmlformats.org/officeDocument/2006/relationships/customXml" Target="../ink/ink373.xml" /><Relationship Id="rId211" Type="http://schemas.openxmlformats.org/officeDocument/2006/relationships/customXml" Target="../ink/ink275.xml" /><Relationship Id="rId232" Type="http://schemas.openxmlformats.org/officeDocument/2006/relationships/image" Target="../media/image317.png" /><Relationship Id="rId253" Type="http://schemas.openxmlformats.org/officeDocument/2006/relationships/customXml" Target="../ink/ink296.xml" /><Relationship Id="rId274" Type="http://schemas.openxmlformats.org/officeDocument/2006/relationships/image" Target="../media/image338.png" /><Relationship Id="rId295" Type="http://schemas.openxmlformats.org/officeDocument/2006/relationships/customXml" Target="../ink/ink317.xml" /><Relationship Id="rId309" Type="http://schemas.openxmlformats.org/officeDocument/2006/relationships/customXml" Target="../ink/ink324.xml" /><Relationship Id="rId27" Type="http://schemas.openxmlformats.org/officeDocument/2006/relationships/customXml" Target="../ink/ink183.xml" /><Relationship Id="rId48" Type="http://schemas.openxmlformats.org/officeDocument/2006/relationships/image" Target="../media/image2250.png" /><Relationship Id="rId69" Type="http://schemas.openxmlformats.org/officeDocument/2006/relationships/customXml" Target="../ink/ink204.xml" /><Relationship Id="rId113" Type="http://schemas.openxmlformats.org/officeDocument/2006/relationships/customXml" Target="../ink/ink226.xml" /><Relationship Id="rId134" Type="http://schemas.openxmlformats.org/officeDocument/2006/relationships/image" Target="../media/image268.png" /><Relationship Id="rId320" Type="http://schemas.openxmlformats.org/officeDocument/2006/relationships/image" Target="../media/image361.png" /><Relationship Id="rId80" Type="http://schemas.openxmlformats.org/officeDocument/2006/relationships/image" Target="../media/image241.png" /><Relationship Id="rId155" Type="http://schemas.openxmlformats.org/officeDocument/2006/relationships/customXml" Target="../ink/ink247.xml" /><Relationship Id="rId176" Type="http://schemas.openxmlformats.org/officeDocument/2006/relationships/image" Target="../media/image289.png" /><Relationship Id="rId197" Type="http://schemas.openxmlformats.org/officeDocument/2006/relationships/customXml" Target="../ink/ink268.xml" /><Relationship Id="rId341" Type="http://schemas.openxmlformats.org/officeDocument/2006/relationships/customXml" Target="../ink/ink340.xml" /><Relationship Id="rId362" Type="http://schemas.openxmlformats.org/officeDocument/2006/relationships/image" Target="../media/image382.png" /><Relationship Id="rId383" Type="http://schemas.openxmlformats.org/officeDocument/2006/relationships/customXml" Target="../ink/ink361.xml" /><Relationship Id="rId201" Type="http://schemas.openxmlformats.org/officeDocument/2006/relationships/customXml" Target="../ink/ink270.xml" /><Relationship Id="rId222" Type="http://schemas.openxmlformats.org/officeDocument/2006/relationships/image" Target="../media/image312.png" /><Relationship Id="rId243" Type="http://schemas.openxmlformats.org/officeDocument/2006/relationships/customXml" Target="../ink/ink291.xml" /><Relationship Id="rId264" Type="http://schemas.openxmlformats.org/officeDocument/2006/relationships/image" Target="../media/image333.png" /><Relationship Id="rId285" Type="http://schemas.openxmlformats.org/officeDocument/2006/relationships/customXml" Target="../ink/ink312.xml" /><Relationship Id="rId17" Type="http://schemas.openxmlformats.org/officeDocument/2006/relationships/customXml" Target="../ink/ink178.xml" /><Relationship Id="rId38" Type="http://schemas.openxmlformats.org/officeDocument/2006/relationships/image" Target="../media/image2200.png" /><Relationship Id="rId59" Type="http://schemas.openxmlformats.org/officeDocument/2006/relationships/customXml" Target="../ink/ink199.xml" /><Relationship Id="rId103" Type="http://schemas.openxmlformats.org/officeDocument/2006/relationships/customXml" Target="../ink/ink221.xml" /><Relationship Id="rId124" Type="http://schemas.openxmlformats.org/officeDocument/2006/relationships/image" Target="../media/image263.png" /><Relationship Id="rId310" Type="http://schemas.openxmlformats.org/officeDocument/2006/relationships/image" Target="../media/image356.png" /><Relationship Id="rId70" Type="http://schemas.openxmlformats.org/officeDocument/2006/relationships/image" Target="../media/image236.png" /><Relationship Id="rId91" Type="http://schemas.openxmlformats.org/officeDocument/2006/relationships/customXml" Target="../ink/ink215.xml" /><Relationship Id="rId145" Type="http://schemas.openxmlformats.org/officeDocument/2006/relationships/customXml" Target="../ink/ink242.xml" /><Relationship Id="rId166" Type="http://schemas.openxmlformats.org/officeDocument/2006/relationships/image" Target="../media/image284.png" /><Relationship Id="rId187" Type="http://schemas.openxmlformats.org/officeDocument/2006/relationships/customXml" Target="../ink/ink263.xml" /><Relationship Id="rId331" Type="http://schemas.openxmlformats.org/officeDocument/2006/relationships/customXml" Target="../ink/ink335.xml" /><Relationship Id="rId352" Type="http://schemas.openxmlformats.org/officeDocument/2006/relationships/image" Target="../media/image377.png" /><Relationship Id="rId373" Type="http://schemas.openxmlformats.org/officeDocument/2006/relationships/customXml" Target="../ink/ink356.xml" /><Relationship Id="rId394" Type="http://schemas.openxmlformats.org/officeDocument/2006/relationships/image" Target="../media/image398.png" /><Relationship Id="rId408" Type="http://schemas.openxmlformats.org/officeDocument/2006/relationships/image" Target="../media/image405.png" /><Relationship Id="rId1" Type="http://schemas.openxmlformats.org/officeDocument/2006/relationships/slideLayout" Target="../slideLayouts/slideLayout3.xml" /><Relationship Id="rId212" Type="http://schemas.openxmlformats.org/officeDocument/2006/relationships/image" Target="../media/image307.png" /><Relationship Id="rId233" Type="http://schemas.openxmlformats.org/officeDocument/2006/relationships/customXml" Target="../ink/ink286.xml" /><Relationship Id="rId254" Type="http://schemas.openxmlformats.org/officeDocument/2006/relationships/image" Target="../media/image328.png" /><Relationship Id="rId28" Type="http://schemas.openxmlformats.org/officeDocument/2006/relationships/image" Target="../media/image2150.png" /><Relationship Id="rId49" Type="http://schemas.openxmlformats.org/officeDocument/2006/relationships/customXml" Target="../ink/ink194.xml" /><Relationship Id="rId114" Type="http://schemas.openxmlformats.org/officeDocument/2006/relationships/image" Target="../media/image258.png" /><Relationship Id="rId275" Type="http://schemas.openxmlformats.org/officeDocument/2006/relationships/customXml" Target="../ink/ink307.xml" /><Relationship Id="rId296" Type="http://schemas.openxmlformats.org/officeDocument/2006/relationships/image" Target="../media/image349.png" /><Relationship Id="rId300" Type="http://schemas.openxmlformats.org/officeDocument/2006/relationships/image" Target="../media/image351.png" /><Relationship Id="rId60" Type="http://schemas.openxmlformats.org/officeDocument/2006/relationships/image" Target="../media/image231.png" /><Relationship Id="rId81" Type="http://schemas.openxmlformats.org/officeDocument/2006/relationships/customXml" Target="../ink/ink210.xml" /><Relationship Id="rId135" Type="http://schemas.openxmlformats.org/officeDocument/2006/relationships/customXml" Target="../ink/ink237.xml" /><Relationship Id="rId156" Type="http://schemas.openxmlformats.org/officeDocument/2006/relationships/image" Target="../media/image279.png" /><Relationship Id="rId177" Type="http://schemas.openxmlformats.org/officeDocument/2006/relationships/customXml" Target="../ink/ink258.xml" /><Relationship Id="rId198" Type="http://schemas.openxmlformats.org/officeDocument/2006/relationships/image" Target="../media/image300.png" /><Relationship Id="rId321" Type="http://schemas.openxmlformats.org/officeDocument/2006/relationships/customXml" Target="../ink/ink330.xml" /><Relationship Id="rId342" Type="http://schemas.openxmlformats.org/officeDocument/2006/relationships/image" Target="../media/image372.png" /><Relationship Id="rId363" Type="http://schemas.openxmlformats.org/officeDocument/2006/relationships/customXml" Target="../ink/ink351.xml" /><Relationship Id="rId384" Type="http://schemas.openxmlformats.org/officeDocument/2006/relationships/image" Target="../media/image393.png" /><Relationship Id="rId202" Type="http://schemas.openxmlformats.org/officeDocument/2006/relationships/image" Target="../media/image302.png" /><Relationship Id="rId223" Type="http://schemas.openxmlformats.org/officeDocument/2006/relationships/customXml" Target="../ink/ink281.xml" /><Relationship Id="rId244" Type="http://schemas.openxmlformats.org/officeDocument/2006/relationships/image" Target="../media/image323.png" /><Relationship Id="rId18" Type="http://schemas.openxmlformats.org/officeDocument/2006/relationships/image" Target="../media/image2100.png" /><Relationship Id="rId39" Type="http://schemas.openxmlformats.org/officeDocument/2006/relationships/customXml" Target="../ink/ink189.xml" /><Relationship Id="rId265" Type="http://schemas.openxmlformats.org/officeDocument/2006/relationships/customXml" Target="../ink/ink302.xml" /><Relationship Id="rId286" Type="http://schemas.openxmlformats.org/officeDocument/2006/relationships/image" Target="../media/image344.png" /><Relationship Id="rId50" Type="http://schemas.openxmlformats.org/officeDocument/2006/relationships/image" Target="../media/image2260.png" /><Relationship Id="rId104" Type="http://schemas.openxmlformats.org/officeDocument/2006/relationships/image" Target="../media/image253.png" /><Relationship Id="rId125" Type="http://schemas.openxmlformats.org/officeDocument/2006/relationships/customXml" Target="../ink/ink232.xml" /><Relationship Id="rId146" Type="http://schemas.openxmlformats.org/officeDocument/2006/relationships/image" Target="../media/image274.png" /><Relationship Id="rId167" Type="http://schemas.openxmlformats.org/officeDocument/2006/relationships/customXml" Target="../ink/ink253.xml" /><Relationship Id="rId188" Type="http://schemas.openxmlformats.org/officeDocument/2006/relationships/image" Target="../media/image295.png" /><Relationship Id="rId311" Type="http://schemas.openxmlformats.org/officeDocument/2006/relationships/customXml" Target="../ink/ink325.xml" /><Relationship Id="rId332" Type="http://schemas.openxmlformats.org/officeDocument/2006/relationships/image" Target="../media/image367.png" /><Relationship Id="rId353" Type="http://schemas.openxmlformats.org/officeDocument/2006/relationships/customXml" Target="../ink/ink346.xml" /><Relationship Id="rId374" Type="http://schemas.openxmlformats.org/officeDocument/2006/relationships/image" Target="../media/image388.png" /><Relationship Id="rId395" Type="http://schemas.openxmlformats.org/officeDocument/2006/relationships/customXml" Target="../ink/ink367.xml" /><Relationship Id="rId71" Type="http://schemas.openxmlformats.org/officeDocument/2006/relationships/customXml" Target="../ink/ink205.xml" /><Relationship Id="rId92" Type="http://schemas.openxmlformats.org/officeDocument/2006/relationships/image" Target="../media/image247.png" /><Relationship Id="rId213" Type="http://schemas.openxmlformats.org/officeDocument/2006/relationships/customXml" Target="../ink/ink276.xml" /><Relationship Id="rId234" Type="http://schemas.openxmlformats.org/officeDocument/2006/relationships/image" Target="../media/image318.png" /><Relationship Id="rId2" Type="http://schemas.openxmlformats.org/officeDocument/2006/relationships/notesSlide" Target="../notesSlides/notesSlide13.xml" /><Relationship Id="rId29" Type="http://schemas.openxmlformats.org/officeDocument/2006/relationships/customXml" Target="../ink/ink184.xml" /><Relationship Id="rId255" Type="http://schemas.openxmlformats.org/officeDocument/2006/relationships/customXml" Target="../ink/ink297.xml" /><Relationship Id="rId276" Type="http://schemas.openxmlformats.org/officeDocument/2006/relationships/image" Target="../media/image339.png" /><Relationship Id="rId297" Type="http://schemas.openxmlformats.org/officeDocument/2006/relationships/customXml" Target="../ink/ink318.xml" /><Relationship Id="rId40" Type="http://schemas.openxmlformats.org/officeDocument/2006/relationships/image" Target="../media/image2210.png" /><Relationship Id="rId115" Type="http://schemas.openxmlformats.org/officeDocument/2006/relationships/customXml" Target="../ink/ink227.xml" /><Relationship Id="rId136" Type="http://schemas.openxmlformats.org/officeDocument/2006/relationships/image" Target="../media/image269.png" /><Relationship Id="rId157" Type="http://schemas.openxmlformats.org/officeDocument/2006/relationships/customXml" Target="../ink/ink248.xml" /><Relationship Id="rId178" Type="http://schemas.openxmlformats.org/officeDocument/2006/relationships/image" Target="../media/image290.png" /><Relationship Id="rId301" Type="http://schemas.openxmlformats.org/officeDocument/2006/relationships/customXml" Target="../ink/ink320.xml" /><Relationship Id="rId322" Type="http://schemas.openxmlformats.org/officeDocument/2006/relationships/image" Target="../media/image362.png" /><Relationship Id="rId343" Type="http://schemas.openxmlformats.org/officeDocument/2006/relationships/customXml" Target="../ink/ink341.xml" /><Relationship Id="rId364" Type="http://schemas.openxmlformats.org/officeDocument/2006/relationships/image" Target="../media/image383.png" /><Relationship Id="rId61" Type="http://schemas.openxmlformats.org/officeDocument/2006/relationships/customXml" Target="../ink/ink200.xml" /><Relationship Id="rId82" Type="http://schemas.openxmlformats.org/officeDocument/2006/relationships/image" Target="../media/image242.png" /><Relationship Id="rId199" Type="http://schemas.openxmlformats.org/officeDocument/2006/relationships/customXml" Target="../ink/ink269.xml" /><Relationship Id="rId203" Type="http://schemas.openxmlformats.org/officeDocument/2006/relationships/customXml" Target="../ink/ink271.xml" /><Relationship Id="rId385" Type="http://schemas.openxmlformats.org/officeDocument/2006/relationships/customXml" Target="../ink/ink362.xml" /><Relationship Id="rId19" Type="http://schemas.openxmlformats.org/officeDocument/2006/relationships/customXml" Target="../ink/ink179.xml" /><Relationship Id="rId224" Type="http://schemas.openxmlformats.org/officeDocument/2006/relationships/image" Target="../media/image313.png" /><Relationship Id="rId245" Type="http://schemas.openxmlformats.org/officeDocument/2006/relationships/customXml" Target="../ink/ink292.xml" /><Relationship Id="rId266" Type="http://schemas.openxmlformats.org/officeDocument/2006/relationships/image" Target="../media/image334.png" /><Relationship Id="rId287" Type="http://schemas.openxmlformats.org/officeDocument/2006/relationships/customXml" Target="../ink/ink313.xml" /><Relationship Id="rId30" Type="http://schemas.openxmlformats.org/officeDocument/2006/relationships/image" Target="../media/image2160.png" /><Relationship Id="rId105" Type="http://schemas.openxmlformats.org/officeDocument/2006/relationships/customXml" Target="../ink/ink222.xml" /><Relationship Id="rId126" Type="http://schemas.openxmlformats.org/officeDocument/2006/relationships/image" Target="../media/image264.png" /><Relationship Id="rId147" Type="http://schemas.openxmlformats.org/officeDocument/2006/relationships/customXml" Target="../ink/ink243.xml" /><Relationship Id="rId168" Type="http://schemas.openxmlformats.org/officeDocument/2006/relationships/image" Target="../media/image285.png" /><Relationship Id="rId312" Type="http://schemas.openxmlformats.org/officeDocument/2006/relationships/image" Target="../media/image357.png" /><Relationship Id="rId333" Type="http://schemas.openxmlformats.org/officeDocument/2006/relationships/customXml" Target="../ink/ink336.xml" /><Relationship Id="rId354" Type="http://schemas.openxmlformats.org/officeDocument/2006/relationships/image" Target="../media/image378.png" /><Relationship Id="rId51" Type="http://schemas.openxmlformats.org/officeDocument/2006/relationships/customXml" Target="../ink/ink195.xml" /><Relationship Id="rId72" Type="http://schemas.openxmlformats.org/officeDocument/2006/relationships/image" Target="../media/image237.png" /><Relationship Id="rId93" Type="http://schemas.openxmlformats.org/officeDocument/2006/relationships/customXml" Target="../ink/ink216.xml" /><Relationship Id="rId189" Type="http://schemas.openxmlformats.org/officeDocument/2006/relationships/customXml" Target="../ink/ink264.xml" /><Relationship Id="rId375" Type="http://schemas.openxmlformats.org/officeDocument/2006/relationships/customXml" Target="../ink/ink357.xml" /><Relationship Id="rId396" Type="http://schemas.openxmlformats.org/officeDocument/2006/relationships/image" Target="../media/image399.png" /><Relationship Id="rId3" Type="http://schemas.openxmlformats.org/officeDocument/2006/relationships/customXml" Target="../ink/ink171.xml" /><Relationship Id="rId214" Type="http://schemas.openxmlformats.org/officeDocument/2006/relationships/image" Target="../media/image308.png" /><Relationship Id="rId235" Type="http://schemas.openxmlformats.org/officeDocument/2006/relationships/customXml" Target="../ink/ink287.xml" /><Relationship Id="rId256" Type="http://schemas.openxmlformats.org/officeDocument/2006/relationships/image" Target="../media/image329.png" /><Relationship Id="rId277" Type="http://schemas.openxmlformats.org/officeDocument/2006/relationships/customXml" Target="../ink/ink308.xml" /><Relationship Id="rId298" Type="http://schemas.openxmlformats.org/officeDocument/2006/relationships/image" Target="../media/image350.png" /><Relationship Id="rId400" Type="http://schemas.openxmlformats.org/officeDocument/2006/relationships/image" Target="../media/image401.png" /><Relationship Id="rId116" Type="http://schemas.openxmlformats.org/officeDocument/2006/relationships/image" Target="../media/image259.png" /><Relationship Id="rId137" Type="http://schemas.openxmlformats.org/officeDocument/2006/relationships/customXml" Target="../ink/ink238.xml" /><Relationship Id="rId158" Type="http://schemas.openxmlformats.org/officeDocument/2006/relationships/image" Target="../media/image280.png" /><Relationship Id="rId302" Type="http://schemas.openxmlformats.org/officeDocument/2006/relationships/image" Target="../media/image352.png" /><Relationship Id="rId323" Type="http://schemas.openxmlformats.org/officeDocument/2006/relationships/customXml" Target="../ink/ink331.xml" /><Relationship Id="rId344" Type="http://schemas.openxmlformats.org/officeDocument/2006/relationships/image" Target="../media/image373.png" /><Relationship Id="rId20" Type="http://schemas.openxmlformats.org/officeDocument/2006/relationships/image" Target="../media/image2110.png" /><Relationship Id="rId41" Type="http://schemas.openxmlformats.org/officeDocument/2006/relationships/customXml" Target="../ink/ink190.xml" /><Relationship Id="rId62" Type="http://schemas.openxmlformats.org/officeDocument/2006/relationships/image" Target="../media/image232.png" /><Relationship Id="rId83" Type="http://schemas.openxmlformats.org/officeDocument/2006/relationships/customXml" Target="../ink/ink211.xml" /><Relationship Id="rId179" Type="http://schemas.openxmlformats.org/officeDocument/2006/relationships/customXml" Target="../ink/ink259.xml" /><Relationship Id="rId365" Type="http://schemas.openxmlformats.org/officeDocument/2006/relationships/customXml" Target="../ink/ink352.xml" /><Relationship Id="rId386" Type="http://schemas.openxmlformats.org/officeDocument/2006/relationships/image" Target="../media/image394.png" /><Relationship Id="rId190" Type="http://schemas.openxmlformats.org/officeDocument/2006/relationships/image" Target="../media/image296.png" /><Relationship Id="rId204" Type="http://schemas.openxmlformats.org/officeDocument/2006/relationships/image" Target="../media/image303.png" /><Relationship Id="rId225" Type="http://schemas.openxmlformats.org/officeDocument/2006/relationships/customXml" Target="../ink/ink282.xml" /><Relationship Id="rId246" Type="http://schemas.openxmlformats.org/officeDocument/2006/relationships/image" Target="../media/image324.png" /><Relationship Id="rId267" Type="http://schemas.openxmlformats.org/officeDocument/2006/relationships/customXml" Target="../ink/ink303.xml" /><Relationship Id="rId288" Type="http://schemas.openxmlformats.org/officeDocument/2006/relationships/image" Target="../media/image345.png" /><Relationship Id="rId106" Type="http://schemas.openxmlformats.org/officeDocument/2006/relationships/image" Target="../media/image254.png" /><Relationship Id="rId127" Type="http://schemas.openxmlformats.org/officeDocument/2006/relationships/customXml" Target="../ink/ink233.xml" /><Relationship Id="rId313" Type="http://schemas.openxmlformats.org/officeDocument/2006/relationships/customXml" Target="../ink/ink326.xml" /><Relationship Id="rId10" Type="http://schemas.openxmlformats.org/officeDocument/2006/relationships/image" Target="../media/image2060.png" /><Relationship Id="rId31" Type="http://schemas.openxmlformats.org/officeDocument/2006/relationships/customXml" Target="../ink/ink185.xml" /><Relationship Id="rId52" Type="http://schemas.openxmlformats.org/officeDocument/2006/relationships/image" Target="../media/image2270.png" /><Relationship Id="rId73" Type="http://schemas.openxmlformats.org/officeDocument/2006/relationships/customXml" Target="../ink/ink206.xml" /><Relationship Id="rId94" Type="http://schemas.openxmlformats.org/officeDocument/2006/relationships/image" Target="../media/image248.png" /><Relationship Id="rId148" Type="http://schemas.openxmlformats.org/officeDocument/2006/relationships/image" Target="../media/image275.png" /><Relationship Id="rId169" Type="http://schemas.openxmlformats.org/officeDocument/2006/relationships/customXml" Target="../ink/ink254.xml" /><Relationship Id="rId334" Type="http://schemas.openxmlformats.org/officeDocument/2006/relationships/image" Target="../media/image368.png" /><Relationship Id="rId355" Type="http://schemas.openxmlformats.org/officeDocument/2006/relationships/customXml" Target="../ink/ink347.xml" /><Relationship Id="rId376" Type="http://schemas.openxmlformats.org/officeDocument/2006/relationships/image" Target="../media/image389.png" /><Relationship Id="rId397" Type="http://schemas.openxmlformats.org/officeDocument/2006/relationships/customXml" Target="../ink/ink368.xml" /><Relationship Id="rId4" Type="http://schemas.openxmlformats.org/officeDocument/2006/relationships/image" Target="../media/image2030.png" /><Relationship Id="rId180" Type="http://schemas.openxmlformats.org/officeDocument/2006/relationships/image" Target="../media/image291.png" /><Relationship Id="rId215" Type="http://schemas.openxmlformats.org/officeDocument/2006/relationships/customXml" Target="../ink/ink277.xml" /><Relationship Id="rId236" Type="http://schemas.openxmlformats.org/officeDocument/2006/relationships/image" Target="../media/image319.png" /><Relationship Id="rId257" Type="http://schemas.openxmlformats.org/officeDocument/2006/relationships/customXml" Target="../ink/ink298.xml" /><Relationship Id="rId278" Type="http://schemas.openxmlformats.org/officeDocument/2006/relationships/image" Target="../media/image340.png" /><Relationship Id="rId401" Type="http://schemas.openxmlformats.org/officeDocument/2006/relationships/customXml" Target="../ink/ink370.xml" /><Relationship Id="rId303" Type="http://schemas.openxmlformats.org/officeDocument/2006/relationships/customXml" Target="../ink/ink321.xml" /><Relationship Id="rId42" Type="http://schemas.openxmlformats.org/officeDocument/2006/relationships/image" Target="../media/image2220.png" /><Relationship Id="rId84" Type="http://schemas.openxmlformats.org/officeDocument/2006/relationships/image" Target="../media/image243.png" /><Relationship Id="rId138" Type="http://schemas.openxmlformats.org/officeDocument/2006/relationships/image" Target="../media/image270.png" /><Relationship Id="rId345" Type="http://schemas.openxmlformats.org/officeDocument/2006/relationships/customXml" Target="../ink/ink342.xml" /><Relationship Id="rId387" Type="http://schemas.openxmlformats.org/officeDocument/2006/relationships/customXml" Target="../ink/ink363.xml" /><Relationship Id="rId191" Type="http://schemas.openxmlformats.org/officeDocument/2006/relationships/customXml" Target="../ink/ink265.xml" /><Relationship Id="rId205" Type="http://schemas.openxmlformats.org/officeDocument/2006/relationships/customXml" Target="../ink/ink272.xml" /><Relationship Id="rId247" Type="http://schemas.openxmlformats.org/officeDocument/2006/relationships/customXml" Target="../ink/ink293.xml" /><Relationship Id="rId107" Type="http://schemas.openxmlformats.org/officeDocument/2006/relationships/customXml" Target="../ink/ink223.xml" /><Relationship Id="rId289" Type="http://schemas.openxmlformats.org/officeDocument/2006/relationships/customXml" Target="../ink/ink314.xml" /></Relationships>
</file>

<file path=ppt/slides/_rels/slide27.xml.rels><?xml version="1.0" encoding="UTF-8" standalone="yes"?>
<Relationships xmlns="http://schemas.openxmlformats.org/package/2006/relationships"><Relationship Id="rId3" Type="http://schemas.microsoft.com/office/2007/relationships/hdphoto" Target="../media/hdphoto4.wdp" /><Relationship Id="rId7" Type="http://schemas.microsoft.com/office/2007/relationships/hdphoto" Target="../media/hdphoto6.wdp" /><Relationship Id="rId2" Type="http://schemas.openxmlformats.org/officeDocument/2006/relationships/image" Target="../media/image406.png" /><Relationship Id="rId1" Type="http://schemas.openxmlformats.org/officeDocument/2006/relationships/slideLayout" Target="../slideLayouts/slideLayout3.xml" /><Relationship Id="rId6" Type="http://schemas.openxmlformats.org/officeDocument/2006/relationships/image" Target="../media/image408.png" /><Relationship Id="rId5" Type="http://schemas.microsoft.com/office/2007/relationships/hdphoto" Target="../media/hdphoto5.wdp" /><Relationship Id="rId4" Type="http://schemas.openxmlformats.org/officeDocument/2006/relationships/image" Target="../media/image407.png" /></Relationships>
</file>

<file path=ppt/slides/_rels/slide28.xml.rels><?xml version="1.0" encoding="UTF-8" standalone="yes"?>
<Relationships xmlns="http://schemas.openxmlformats.org/package/2006/relationships"><Relationship Id="rId3" Type="http://schemas.microsoft.com/office/2007/relationships/hdphoto" Target="../media/hdphoto7.wdp" /><Relationship Id="rId2" Type="http://schemas.openxmlformats.org/officeDocument/2006/relationships/image" Target="../media/image409.png" /><Relationship Id="rId1" Type="http://schemas.openxmlformats.org/officeDocument/2006/relationships/slideLayout" Target="../slideLayouts/slideLayout3.xml" /><Relationship Id="rId4" Type="http://schemas.openxmlformats.org/officeDocument/2006/relationships/image" Target="../media/image410.png" /></Relationships>
</file>

<file path=ppt/slides/_rels/slide29.xml.rels><?xml version="1.0" encoding="UTF-8" standalone="yes"?>
<Relationships xmlns="http://schemas.openxmlformats.org/package/2006/relationships"><Relationship Id="rId8" Type="http://schemas.microsoft.com/office/2007/relationships/hdphoto" Target="../media/hdphoto10.wdp" /><Relationship Id="rId3" Type="http://schemas.openxmlformats.org/officeDocument/2006/relationships/image" Target="../media/image411.png" /><Relationship Id="rId7" Type="http://schemas.openxmlformats.org/officeDocument/2006/relationships/image" Target="../media/image413.png" /><Relationship Id="rId2" Type="http://schemas.openxmlformats.org/officeDocument/2006/relationships/notesSlide" Target="../notesSlides/notesSlide14.xml" /><Relationship Id="rId1" Type="http://schemas.openxmlformats.org/officeDocument/2006/relationships/slideLayout" Target="../slideLayouts/slideLayout3.xml" /><Relationship Id="rId6" Type="http://schemas.microsoft.com/office/2007/relationships/hdphoto" Target="../media/hdphoto9.wdp" /><Relationship Id="rId5" Type="http://schemas.openxmlformats.org/officeDocument/2006/relationships/image" Target="../media/image412.png" /><Relationship Id="rId10" Type="http://schemas.microsoft.com/office/2007/relationships/hdphoto" Target="../media/hdphoto11.wdp" /><Relationship Id="rId4" Type="http://schemas.microsoft.com/office/2007/relationships/hdphoto" Target="../media/hdphoto8.wdp" /><Relationship Id="rId9" Type="http://schemas.openxmlformats.org/officeDocument/2006/relationships/image" Target="../media/image414.png" /></Relationships>
</file>

<file path=ppt/slides/_rels/slide30.xml.rels><?xml version="1.0" encoding="UTF-8" standalone="yes"?>
<Relationships xmlns="http://schemas.openxmlformats.org/package/2006/relationships"><Relationship Id="rId3" Type="http://schemas.openxmlformats.org/officeDocument/2006/relationships/image" Target="../media/image415.jpeg" /><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3" Type="http://schemas.openxmlformats.org/officeDocument/2006/relationships/image" Target="../media/image416.png" /><Relationship Id="rId2" Type="http://schemas.openxmlformats.org/officeDocument/2006/relationships/notesSlide" Target="../notesSlides/notesSlide16.xml" /><Relationship Id="rId1" Type="http://schemas.openxmlformats.org/officeDocument/2006/relationships/slideLayout" Target="../slideLayouts/slideLayout3.xml" /><Relationship Id="rId4" Type="http://schemas.microsoft.com/office/2007/relationships/hdphoto" Target="../media/hdphoto12.wdp" /></Relationships>
</file>

<file path=ppt/slides/_rels/slide32.xml.rels><?xml version="1.0" encoding="UTF-8" standalone="yes"?>
<Relationships xmlns="http://schemas.openxmlformats.org/package/2006/relationships"><Relationship Id="rId117" Type="http://schemas.openxmlformats.org/officeDocument/2006/relationships/image" Target="../media/image474.png" /><Relationship Id="rId21" Type="http://schemas.openxmlformats.org/officeDocument/2006/relationships/image" Target="../media/image426.png" /><Relationship Id="rId42" Type="http://schemas.openxmlformats.org/officeDocument/2006/relationships/customXml" Target="../ink/ink392.xml" /><Relationship Id="rId47" Type="http://schemas.openxmlformats.org/officeDocument/2006/relationships/image" Target="../media/image439.png" /><Relationship Id="rId63" Type="http://schemas.openxmlformats.org/officeDocument/2006/relationships/image" Target="../media/image447.png" /><Relationship Id="rId68" Type="http://schemas.openxmlformats.org/officeDocument/2006/relationships/customXml" Target="../ink/ink404.xml" /><Relationship Id="rId84" Type="http://schemas.openxmlformats.org/officeDocument/2006/relationships/customXml" Target="../ink/ink412.xml" /><Relationship Id="rId89" Type="http://schemas.openxmlformats.org/officeDocument/2006/relationships/image" Target="../media/image460.png" /><Relationship Id="rId112" Type="http://schemas.openxmlformats.org/officeDocument/2006/relationships/customXml" Target="../ink/ink426.xml" /><Relationship Id="rId133" Type="http://schemas.openxmlformats.org/officeDocument/2006/relationships/image" Target="../media/image482.png" /><Relationship Id="rId138" Type="http://schemas.openxmlformats.org/officeDocument/2006/relationships/customXml" Target="../ink/ink439.xml" /><Relationship Id="rId154" Type="http://schemas.openxmlformats.org/officeDocument/2006/relationships/customXml" Target="../ink/ink447.xml" /><Relationship Id="rId159" Type="http://schemas.openxmlformats.org/officeDocument/2006/relationships/image" Target="../media/image495.png" /><Relationship Id="rId175" Type="http://schemas.openxmlformats.org/officeDocument/2006/relationships/image" Target="../media/image503.png" /><Relationship Id="rId170" Type="http://schemas.openxmlformats.org/officeDocument/2006/relationships/customXml" Target="../ink/ink455.xml" /><Relationship Id="rId191" Type="http://schemas.openxmlformats.org/officeDocument/2006/relationships/image" Target="../media/image511.png" /><Relationship Id="rId196" Type="http://schemas.openxmlformats.org/officeDocument/2006/relationships/customXml" Target="../ink/ink468.xml" /><Relationship Id="rId16" Type="http://schemas.openxmlformats.org/officeDocument/2006/relationships/customXml" Target="../ink/ink379.xml" /><Relationship Id="rId107" Type="http://schemas.openxmlformats.org/officeDocument/2006/relationships/image" Target="../media/image469.png" /><Relationship Id="rId11" Type="http://schemas.openxmlformats.org/officeDocument/2006/relationships/image" Target="../media/image421.png" /><Relationship Id="rId32" Type="http://schemas.openxmlformats.org/officeDocument/2006/relationships/customXml" Target="../ink/ink387.xml" /><Relationship Id="rId37" Type="http://schemas.openxmlformats.org/officeDocument/2006/relationships/image" Target="../media/image434.png" /><Relationship Id="rId53" Type="http://schemas.openxmlformats.org/officeDocument/2006/relationships/image" Target="../media/image442.png" /><Relationship Id="rId58" Type="http://schemas.openxmlformats.org/officeDocument/2006/relationships/customXml" Target="../ink/ink399.xml" /><Relationship Id="rId74" Type="http://schemas.openxmlformats.org/officeDocument/2006/relationships/customXml" Target="../ink/ink407.xml" /><Relationship Id="rId79" Type="http://schemas.openxmlformats.org/officeDocument/2006/relationships/image" Target="../media/image455.png" /><Relationship Id="rId102" Type="http://schemas.openxmlformats.org/officeDocument/2006/relationships/customXml" Target="../ink/ink421.xml" /><Relationship Id="rId123" Type="http://schemas.openxmlformats.org/officeDocument/2006/relationships/image" Target="../media/image477.png" /><Relationship Id="rId128" Type="http://schemas.openxmlformats.org/officeDocument/2006/relationships/customXml" Target="../ink/ink434.xml" /><Relationship Id="rId144" Type="http://schemas.openxmlformats.org/officeDocument/2006/relationships/customXml" Target="../ink/ink442.xml" /><Relationship Id="rId149" Type="http://schemas.openxmlformats.org/officeDocument/2006/relationships/image" Target="../media/image490.png" /><Relationship Id="rId5" Type="http://schemas.microsoft.com/office/2007/relationships/hdphoto" Target="../media/hdphoto14.wdp" /><Relationship Id="rId90" Type="http://schemas.openxmlformats.org/officeDocument/2006/relationships/customXml" Target="../ink/ink415.xml" /><Relationship Id="rId95" Type="http://schemas.openxmlformats.org/officeDocument/2006/relationships/image" Target="../media/image463.png" /><Relationship Id="rId160" Type="http://schemas.openxmlformats.org/officeDocument/2006/relationships/customXml" Target="../ink/ink450.xml" /><Relationship Id="rId165" Type="http://schemas.openxmlformats.org/officeDocument/2006/relationships/image" Target="../media/image498.png" /><Relationship Id="rId181" Type="http://schemas.openxmlformats.org/officeDocument/2006/relationships/image" Target="../media/image506.png" /><Relationship Id="rId186" Type="http://schemas.openxmlformats.org/officeDocument/2006/relationships/customXml" Target="../ink/ink463.xml" /><Relationship Id="rId22" Type="http://schemas.openxmlformats.org/officeDocument/2006/relationships/customXml" Target="../ink/ink382.xml" /><Relationship Id="rId27" Type="http://schemas.openxmlformats.org/officeDocument/2006/relationships/image" Target="../media/image429.png" /><Relationship Id="rId43" Type="http://schemas.openxmlformats.org/officeDocument/2006/relationships/image" Target="../media/image437.png" /><Relationship Id="rId48" Type="http://schemas.openxmlformats.org/officeDocument/2006/relationships/customXml" Target="../ink/ink395.xml" /><Relationship Id="rId64" Type="http://schemas.openxmlformats.org/officeDocument/2006/relationships/customXml" Target="../ink/ink402.xml" /><Relationship Id="rId69" Type="http://schemas.openxmlformats.org/officeDocument/2006/relationships/image" Target="../media/image450.png" /><Relationship Id="rId113" Type="http://schemas.openxmlformats.org/officeDocument/2006/relationships/image" Target="../media/image472.png" /><Relationship Id="rId118" Type="http://schemas.openxmlformats.org/officeDocument/2006/relationships/customXml" Target="../ink/ink429.xml" /><Relationship Id="rId134" Type="http://schemas.openxmlformats.org/officeDocument/2006/relationships/customXml" Target="../ink/ink437.xml" /><Relationship Id="rId139" Type="http://schemas.openxmlformats.org/officeDocument/2006/relationships/image" Target="../media/image485.png" /><Relationship Id="rId80" Type="http://schemas.openxmlformats.org/officeDocument/2006/relationships/customXml" Target="../ink/ink410.xml" /><Relationship Id="rId85" Type="http://schemas.openxmlformats.org/officeDocument/2006/relationships/image" Target="../media/image458.png" /><Relationship Id="rId150" Type="http://schemas.openxmlformats.org/officeDocument/2006/relationships/customXml" Target="../ink/ink445.xml" /><Relationship Id="rId155" Type="http://schemas.openxmlformats.org/officeDocument/2006/relationships/image" Target="../media/image493.png" /><Relationship Id="rId171" Type="http://schemas.openxmlformats.org/officeDocument/2006/relationships/image" Target="../media/image501.png" /><Relationship Id="rId176" Type="http://schemas.openxmlformats.org/officeDocument/2006/relationships/customXml" Target="../ink/ink458.xml" /><Relationship Id="rId192" Type="http://schemas.openxmlformats.org/officeDocument/2006/relationships/customXml" Target="../ink/ink466.xml" /><Relationship Id="rId197" Type="http://schemas.openxmlformats.org/officeDocument/2006/relationships/image" Target="../media/image514.png" /><Relationship Id="rId12" Type="http://schemas.openxmlformats.org/officeDocument/2006/relationships/customXml" Target="../ink/ink377.xml" /><Relationship Id="rId17" Type="http://schemas.openxmlformats.org/officeDocument/2006/relationships/image" Target="../media/image424.png" /><Relationship Id="rId33" Type="http://schemas.openxmlformats.org/officeDocument/2006/relationships/image" Target="../media/image432.png" /><Relationship Id="rId38" Type="http://schemas.openxmlformats.org/officeDocument/2006/relationships/customXml" Target="../ink/ink390.xml" /><Relationship Id="rId59" Type="http://schemas.openxmlformats.org/officeDocument/2006/relationships/image" Target="../media/image445.png" /><Relationship Id="rId103" Type="http://schemas.openxmlformats.org/officeDocument/2006/relationships/image" Target="../media/image467.png" /><Relationship Id="rId108" Type="http://schemas.openxmlformats.org/officeDocument/2006/relationships/customXml" Target="../ink/ink424.xml" /><Relationship Id="rId124" Type="http://schemas.openxmlformats.org/officeDocument/2006/relationships/customXml" Target="../ink/ink432.xml" /><Relationship Id="rId129" Type="http://schemas.openxmlformats.org/officeDocument/2006/relationships/image" Target="../media/image480.png" /><Relationship Id="rId54" Type="http://schemas.openxmlformats.org/officeDocument/2006/relationships/customXml" Target="../ink/ink397.xml" /><Relationship Id="rId70" Type="http://schemas.openxmlformats.org/officeDocument/2006/relationships/customXml" Target="../ink/ink405.xml" /><Relationship Id="rId75" Type="http://schemas.openxmlformats.org/officeDocument/2006/relationships/image" Target="../media/image453.png" /><Relationship Id="rId91" Type="http://schemas.openxmlformats.org/officeDocument/2006/relationships/image" Target="../media/image461.png" /><Relationship Id="rId96" Type="http://schemas.openxmlformats.org/officeDocument/2006/relationships/customXml" Target="../ink/ink418.xml" /><Relationship Id="rId140" Type="http://schemas.openxmlformats.org/officeDocument/2006/relationships/customXml" Target="../ink/ink440.xml" /><Relationship Id="rId145" Type="http://schemas.openxmlformats.org/officeDocument/2006/relationships/image" Target="../media/image488.png" /><Relationship Id="rId161" Type="http://schemas.openxmlformats.org/officeDocument/2006/relationships/image" Target="../media/image496.png" /><Relationship Id="rId166" Type="http://schemas.openxmlformats.org/officeDocument/2006/relationships/customXml" Target="../ink/ink453.xml" /><Relationship Id="rId182" Type="http://schemas.openxmlformats.org/officeDocument/2006/relationships/customXml" Target="../ink/ink461.xml" /><Relationship Id="rId187" Type="http://schemas.openxmlformats.org/officeDocument/2006/relationships/image" Target="../media/image509.png" /><Relationship Id="rId1" Type="http://schemas.openxmlformats.org/officeDocument/2006/relationships/slideLayout" Target="../slideLayouts/slideLayout3.xml" /><Relationship Id="rId6" Type="http://schemas.openxmlformats.org/officeDocument/2006/relationships/customXml" Target="../ink/ink374.xml" /><Relationship Id="rId23" Type="http://schemas.openxmlformats.org/officeDocument/2006/relationships/image" Target="../media/image427.png" /><Relationship Id="rId28" Type="http://schemas.openxmlformats.org/officeDocument/2006/relationships/customXml" Target="../ink/ink385.xml" /><Relationship Id="rId49" Type="http://schemas.openxmlformats.org/officeDocument/2006/relationships/image" Target="../media/image440.png" /><Relationship Id="rId114" Type="http://schemas.openxmlformats.org/officeDocument/2006/relationships/customXml" Target="../ink/ink427.xml" /><Relationship Id="rId119" Type="http://schemas.openxmlformats.org/officeDocument/2006/relationships/image" Target="../media/image475.png" /><Relationship Id="rId44" Type="http://schemas.openxmlformats.org/officeDocument/2006/relationships/customXml" Target="../ink/ink393.xml" /><Relationship Id="rId60" Type="http://schemas.openxmlformats.org/officeDocument/2006/relationships/customXml" Target="../ink/ink400.xml" /><Relationship Id="rId65" Type="http://schemas.openxmlformats.org/officeDocument/2006/relationships/image" Target="../media/image448.png" /><Relationship Id="rId81" Type="http://schemas.openxmlformats.org/officeDocument/2006/relationships/image" Target="../media/image456.png" /><Relationship Id="rId86" Type="http://schemas.openxmlformats.org/officeDocument/2006/relationships/customXml" Target="../ink/ink413.xml" /><Relationship Id="rId130" Type="http://schemas.openxmlformats.org/officeDocument/2006/relationships/customXml" Target="../ink/ink435.xml" /><Relationship Id="rId135" Type="http://schemas.openxmlformats.org/officeDocument/2006/relationships/image" Target="../media/image483.png" /><Relationship Id="rId151" Type="http://schemas.openxmlformats.org/officeDocument/2006/relationships/image" Target="../media/image491.png" /><Relationship Id="rId156" Type="http://schemas.openxmlformats.org/officeDocument/2006/relationships/customXml" Target="../ink/ink448.xml" /><Relationship Id="rId177" Type="http://schemas.openxmlformats.org/officeDocument/2006/relationships/image" Target="../media/image504.png" /><Relationship Id="rId172" Type="http://schemas.openxmlformats.org/officeDocument/2006/relationships/customXml" Target="../ink/ink456.xml" /><Relationship Id="rId193" Type="http://schemas.openxmlformats.org/officeDocument/2006/relationships/image" Target="../media/image512.png" /><Relationship Id="rId13" Type="http://schemas.openxmlformats.org/officeDocument/2006/relationships/image" Target="../media/image422.png" /><Relationship Id="rId18" Type="http://schemas.openxmlformats.org/officeDocument/2006/relationships/customXml" Target="../ink/ink380.xml" /><Relationship Id="rId39" Type="http://schemas.openxmlformats.org/officeDocument/2006/relationships/image" Target="../media/image435.png" /><Relationship Id="rId109" Type="http://schemas.openxmlformats.org/officeDocument/2006/relationships/image" Target="../media/image470.png" /><Relationship Id="rId34" Type="http://schemas.openxmlformats.org/officeDocument/2006/relationships/customXml" Target="../ink/ink388.xml" /><Relationship Id="rId50" Type="http://schemas.openxmlformats.org/officeDocument/2006/relationships/image" Target="../media/image441.png" /><Relationship Id="rId55" Type="http://schemas.openxmlformats.org/officeDocument/2006/relationships/image" Target="../media/image443.png" /><Relationship Id="rId76" Type="http://schemas.openxmlformats.org/officeDocument/2006/relationships/customXml" Target="../ink/ink408.xml" /><Relationship Id="rId97" Type="http://schemas.openxmlformats.org/officeDocument/2006/relationships/image" Target="../media/image464.png" /><Relationship Id="rId104" Type="http://schemas.openxmlformats.org/officeDocument/2006/relationships/customXml" Target="../ink/ink422.xml" /><Relationship Id="rId120" Type="http://schemas.openxmlformats.org/officeDocument/2006/relationships/customXml" Target="../ink/ink430.xml" /><Relationship Id="rId125" Type="http://schemas.openxmlformats.org/officeDocument/2006/relationships/image" Target="../media/image478.png" /><Relationship Id="rId141" Type="http://schemas.openxmlformats.org/officeDocument/2006/relationships/image" Target="../media/image486.png" /><Relationship Id="rId146" Type="http://schemas.openxmlformats.org/officeDocument/2006/relationships/customXml" Target="../ink/ink443.xml" /><Relationship Id="rId167" Type="http://schemas.openxmlformats.org/officeDocument/2006/relationships/image" Target="../media/image499.png" /><Relationship Id="rId188" Type="http://schemas.openxmlformats.org/officeDocument/2006/relationships/customXml" Target="../ink/ink464.xml" /><Relationship Id="rId7" Type="http://schemas.openxmlformats.org/officeDocument/2006/relationships/image" Target="../media/image419.png" /><Relationship Id="rId71" Type="http://schemas.openxmlformats.org/officeDocument/2006/relationships/image" Target="../media/image451.png" /><Relationship Id="rId92" Type="http://schemas.openxmlformats.org/officeDocument/2006/relationships/customXml" Target="../ink/ink416.xml" /><Relationship Id="rId162" Type="http://schemas.openxmlformats.org/officeDocument/2006/relationships/customXml" Target="../ink/ink451.xml" /><Relationship Id="rId183" Type="http://schemas.openxmlformats.org/officeDocument/2006/relationships/image" Target="../media/image507.png" /><Relationship Id="rId2" Type="http://schemas.openxmlformats.org/officeDocument/2006/relationships/image" Target="../media/image417.png" /><Relationship Id="rId29" Type="http://schemas.openxmlformats.org/officeDocument/2006/relationships/image" Target="../media/image430.png" /><Relationship Id="rId24" Type="http://schemas.openxmlformats.org/officeDocument/2006/relationships/customXml" Target="../ink/ink383.xml" /><Relationship Id="rId40" Type="http://schemas.openxmlformats.org/officeDocument/2006/relationships/customXml" Target="../ink/ink391.xml" /><Relationship Id="rId45" Type="http://schemas.openxmlformats.org/officeDocument/2006/relationships/image" Target="../media/image438.png" /><Relationship Id="rId66" Type="http://schemas.openxmlformats.org/officeDocument/2006/relationships/customXml" Target="../ink/ink403.xml" /><Relationship Id="rId87" Type="http://schemas.openxmlformats.org/officeDocument/2006/relationships/image" Target="../media/image459.png" /><Relationship Id="rId110" Type="http://schemas.openxmlformats.org/officeDocument/2006/relationships/customXml" Target="../ink/ink425.xml" /><Relationship Id="rId115" Type="http://schemas.openxmlformats.org/officeDocument/2006/relationships/image" Target="../media/image473.png" /><Relationship Id="rId131" Type="http://schemas.openxmlformats.org/officeDocument/2006/relationships/image" Target="../media/image481.png" /><Relationship Id="rId136" Type="http://schemas.openxmlformats.org/officeDocument/2006/relationships/customXml" Target="../ink/ink438.xml" /><Relationship Id="rId157" Type="http://schemas.openxmlformats.org/officeDocument/2006/relationships/image" Target="../media/image494.png" /><Relationship Id="rId178" Type="http://schemas.openxmlformats.org/officeDocument/2006/relationships/customXml" Target="../ink/ink459.xml" /><Relationship Id="rId61" Type="http://schemas.openxmlformats.org/officeDocument/2006/relationships/image" Target="../media/image446.png" /><Relationship Id="rId82" Type="http://schemas.openxmlformats.org/officeDocument/2006/relationships/customXml" Target="../ink/ink411.xml" /><Relationship Id="rId152" Type="http://schemas.openxmlformats.org/officeDocument/2006/relationships/customXml" Target="../ink/ink446.xml" /><Relationship Id="rId173" Type="http://schemas.openxmlformats.org/officeDocument/2006/relationships/image" Target="../media/image502.png" /><Relationship Id="rId194" Type="http://schemas.openxmlformats.org/officeDocument/2006/relationships/customXml" Target="../ink/ink467.xml" /><Relationship Id="rId19" Type="http://schemas.openxmlformats.org/officeDocument/2006/relationships/image" Target="../media/image425.png" /><Relationship Id="rId14" Type="http://schemas.openxmlformats.org/officeDocument/2006/relationships/customXml" Target="../ink/ink378.xml" /><Relationship Id="rId30" Type="http://schemas.openxmlformats.org/officeDocument/2006/relationships/customXml" Target="../ink/ink386.xml" /><Relationship Id="rId35" Type="http://schemas.openxmlformats.org/officeDocument/2006/relationships/image" Target="../media/image433.png" /><Relationship Id="rId56" Type="http://schemas.openxmlformats.org/officeDocument/2006/relationships/customXml" Target="../ink/ink398.xml" /><Relationship Id="rId77" Type="http://schemas.openxmlformats.org/officeDocument/2006/relationships/image" Target="../media/image454.png" /><Relationship Id="rId100" Type="http://schemas.openxmlformats.org/officeDocument/2006/relationships/customXml" Target="../ink/ink420.xml" /><Relationship Id="rId105" Type="http://schemas.openxmlformats.org/officeDocument/2006/relationships/image" Target="../media/image468.png" /><Relationship Id="rId126" Type="http://schemas.openxmlformats.org/officeDocument/2006/relationships/customXml" Target="../ink/ink433.xml" /><Relationship Id="rId147" Type="http://schemas.openxmlformats.org/officeDocument/2006/relationships/image" Target="../media/image489.png" /><Relationship Id="rId168" Type="http://schemas.openxmlformats.org/officeDocument/2006/relationships/customXml" Target="../ink/ink454.xml" /><Relationship Id="rId8" Type="http://schemas.openxmlformats.org/officeDocument/2006/relationships/customXml" Target="../ink/ink375.xml" /><Relationship Id="rId51" Type="http://schemas.microsoft.com/office/2007/relationships/hdphoto" Target="../media/hdphoto15.wdp" /><Relationship Id="rId72" Type="http://schemas.openxmlformats.org/officeDocument/2006/relationships/customXml" Target="../ink/ink406.xml" /><Relationship Id="rId93" Type="http://schemas.openxmlformats.org/officeDocument/2006/relationships/image" Target="../media/image462.png" /><Relationship Id="rId98" Type="http://schemas.openxmlformats.org/officeDocument/2006/relationships/customXml" Target="../ink/ink419.xml" /><Relationship Id="rId121" Type="http://schemas.openxmlformats.org/officeDocument/2006/relationships/image" Target="../media/image476.png" /><Relationship Id="rId142" Type="http://schemas.openxmlformats.org/officeDocument/2006/relationships/customXml" Target="../ink/ink441.xml" /><Relationship Id="rId163" Type="http://schemas.openxmlformats.org/officeDocument/2006/relationships/image" Target="../media/image497.png" /><Relationship Id="rId184" Type="http://schemas.openxmlformats.org/officeDocument/2006/relationships/customXml" Target="../ink/ink462.xml" /><Relationship Id="rId189" Type="http://schemas.openxmlformats.org/officeDocument/2006/relationships/image" Target="../media/image510.png" /><Relationship Id="rId3" Type="http://schemas.microsoft.com/office/2007/relationships/hdphoto" Target="../media/hdphoto13.wdp" /><Relationship Id="rId25" Type="http://schemas.openxmlformats.org/officeDocument/2006/relationships/image" Target="../media/image428.png" /><Relationship Id="rId46" Type="http://schemas.openxmlformats.org/officeDocument/2006/relationships/customXml" Target="../ink/ink394.xml" /><Relationship Id="rId67" Type="http://schemas.openxmlformats.org/officeDocument/2006/relationships/image" Target="../media/image449.png" /><Relationship Id="rId116" Type="http://schemas.openxmlformats.org/officeDocument/2006/relationships/customXml" Target="../ink/ink428.xml" /><Relationship Id="rId137" Type="http://schemas.openxmlformats.org/officeDocument/2006/relationships/image" Target="../media/image484.png" /><Relationship Id="rId158" Type="http://schemas.openxmlformats.org/officeDocument/2006/relationships/customXml" Target="../ink/ink449.xml" /><Relationship Id="rId20" Type="http://schemas.openxmlformats.org/officeDocument/2006/relationships/customXml" Target="../ink/ink381.xml" /><Relationship Id="rId41" Type="http://schemas.openxmlformats.org/officeDocument/2006/relationships/image" Target="../media/image436.png" /><Relationship Id="rId62" Type="http://schemas.openxmlformats.org/officeDocument/2006/relationships/customXml" Target="../ink/ink401.xml" /><Relationship Id="rId83" Type="http://schemas.openxmlformats.org/officeDocument/2006/relationships/image" Target="../media/image457.png" /><Relationship Id="rId88" Type="http://schemas.openxmlformats.org/officeDocument/2006/relationships/customXml" Target="../ink/ink414.xml" /><Relationship Id="rId111" Type="http://schemas.openxmlformats.org/officeDocument/2006/relationships/image" Target="../media/image471.png" /><Relationship Id="rId132" Type="http://schemas.openxmlformats.org/officeDocument/2006/relationships/customXml" Target="../ink/ink436.xml" /><Relationship Id="rId153" Type="http://schemas.openxmlformats.org/officeDocument/2006/relationships/image" Target="../media/image492.png" /><Relationship Id="rId174" Type="http://schemas.openxmlformats.org/officeDocument/2006/relationships/customXml" Target="../ink/ink457.xml" /><Relationship Id="rId179" Type="http://schemas.openxmlformats.org/officeDocument/2006/relationships/image" Target="../media/image505.png" /><Relationship Id="rId195" Type="http://schemas.openxmlformats.org/officeDocument/2006/relationships/image" Target="../media/image513.png" /><Relationship Id="rId190" Type="http://schemas.openxmlformats.org/officeDocument/2006/relationships/customXml" Target="../ink/ink465.xml" /><Relationship Id="rId15" Type="http://schemas.openxmlformats.org/officeDocument/2006/relationships/image" Target="../media/image423.png" /><Relationship Id="rId36" Type="http://schemas.openxmlformats.org/officeDocument/2006/relationships/customXml" Target="../ink/ink389.xml" /><Relationship Id="rId57" Type="http://schemas.openxmlformats.org/officeDocument/2006/relationships/image" Target="../media/image444.png" /><Relationship Id="rId106" Type="http://schemas.openxmlformats.org/officeDocument/2006/relationships/customXml" Target="../ink/ink423.xml" /><Relationship Id="rId127" Type="http://schemas.openxmlformats.org/officeDocument/2006/relationships/image" Target="../media/image479.png" /><Relationship Id="rId10" Type="http://schemas.openxmlformats.org/officeDocument/2006/relationships/customXml" Target="../ink/ink376.xml" /><Relationship Id="rId31" Type="http://schemas.openxmlformats.org/officeDocument/2006/relationships/image" Target="../media/image431.png" /><Relationship Id="rId52" Type="http://schemas.openxmlformats.org/officeDocument/2006/relationships/customXml" Target="../ink/ink396.xml" /><Relationship Id="rId73" Type="http://schemas.openxmlformats.org/officeDocument/2006/relationships/image" Target="../media/image452.png" /><Relationship Id="rId78" Type="http://schemas.openxmlformats.org/officeDocument/2006/relationships/customXml" Target="../ink/ink409.xml" /><Relationship Id="rId94" Type="http://schemas.openxmlformats.org/officeDocument/2006/relationships/customXml" Target="../ink/ink417.xml" /><Relationship Id="rId99" Type="http://schemas.openxmlformats.org/officeDocument/2006/relationships/image" Target="../media/image465.png" /><Relationship Id="rId101" Type="http://schemas.openxmlformats.org/officeDocument/2006/relationships/image" Target="../media/image466.png" /><Relationship Id="rId122" Type="http://schemas.openxmlformats.org/officeDocument/2006/relationships/customXml" Target="../ink/ink431.xml" /><Relationship Id="rId143" Type="http://schemas.openxmlformats.org/officeDocument/2006/relationships/image" Target="../media/image487.png" /><Relationship Id="rId148" Type="http://schemas.openxmlformats.org/officeDocument/2006/relationships/customXml" Target="../ink/ink444.xml" /><Relationship Id="rId164" Type="http://schemas.openxmlformats.org/officeDocument/2006/relationships/customXml" Target="../ink/ink452.xml" /><Relationship Id="rId169" Type="http://schemas.openxmlformats.org/officeDocument/2006/relationships/image" Target="../media/image500.png" /><Relationship Id="rId185" Type="http://schemas.openxmlformats.org/officeDocument/2006/relationships/image" Target="../media/image508.png" /><Relationship Id="rId4" Type="http://schemas.openxmlformats.org/officeDocument/2006/relationships/image" Target="../media/image418.png" /><Relationship Id="rId9" Type="http://schemas.openxmlformats.org/officeDocument/2006/relationships/image" Target="../media/image420.png" /><Relationship Id="rId180" Type="http://schemas.openxmlformats.org/officeDocument/2006/relationships/customXml" Target="../ink/ink460.xml" /><Relationship Id="rId26" Type="http://schemas.openxmlformats.org/officeDocument/2006/relationships/customXml" Target="../ink/ink384.xml" /></Relationships>
</file>

<file path=ppt/slides/_rels/slide33.xml.rels><?xml version="1.0" encoding="UTF-8" standalone="yes"?>
<Relationships xmlns="http://schemas.openxmlformats.org/package/2006/relationships"><Relationship Id="rId2" Type="http://schemas.openxmlformats.org/officeDocument/2006/relationships/image" Target="../media/image515.png" /><Relationship Id="rId1" Type="http://schemas.openxmlformats.org/officeDocument/2006/relationships/slideLayout" Target="../slideLayouts/slideLayout3.xml" /></Relationships>
</file>

<file path=ppt/slides/_rels/slide34.xml.rels><?xml version="1.0" encoding="UTF-8" standalone="yes"?>
<Relationships xmlns="http://schemas.openxmlformats.org/package/2006/relationships"><Relationship Id="rId2" Type="http://schemas.openxmlformats.org/officeDocument/2006/relationships/image" Target="../media/image516.png" /><Relationship Id="rId1" Type="http://schemas.openxmlformats.org/officeDocument/2006/relationships/slideLayout" Target="../slideLayouts/slideLayout3.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 standalone="yes"?>
<Relationships xmlns="http://schemas.openxmlformats.org/package/2006/relationships"><Relationship Id="rId3" Type="http://schemas.openxmlformats.org/officeDocument/2006/relationships/image" Target="../media/image517.png" /><Relationship Id="rId2" Type="http://schemas.openxmlformats.org/officeDocument/2006/relationships/notesSlide" Target="../notesSlides/notesSlide17.xml" /><Relationship Id="rId1" Type="http://schemas.openxmlformats.org/officeDocument/2006/relationships/slideLayout" Target="../slideLayouts/slideLayout3.xml" /><Relationship Id="rId5" Type="http://schemas.microsoft.com/office/2007/relationships/hdphoto" Target="../media/hdphoto16.wdp" /><Relationship Id="rId4" Type="http://schemas.openxmlformats.org/officeDocument/2006/relationships/image" Target="../media/image518.png" /></Relationships>
</file>

<file path=ppt/slides/_rels/slide37.xml.rels><?xml version="1.0" encoding="UTF-8" standalone="yes"?>
<Relationships xmlns="http://schemas.openxmlformats.org/package/2006/relationships"><Relationship Id="rId3" Type="http://schemas.openxmlformats.org/officeDocument/2006/relationships/image" Target="../media/image517.png" /><Relationship Id="rId2" Type="http://schemas.openxmlformats.org/officeDocument/2006/relationships/notesSlide" Target="../notesSlides/notesSlide18.xml" /><Relationship Id="rId1" Type="http://schemas.openxmlformats.org/officeDocument/2006/relationships/slideLayout" Target="../slideLayouts/slideLayout3.xml" /><Relationship Id="rId5" Type="http://schemas.microsoft.com/office/2007/relationships/hdphoto" Target="../media/hdphoto16.wdp" /><Relationship Id="rId4" Type="http://schemas.openxmlformats.org/officeDocument/2006/relationships/image" Target="../media/image518.png" /></Relationships>
</file>

<file path=ppt/slides/_rels/slide38.xml.rels><?xml version="1.0" encoding="UTF-8" standalone="yes"?>
<Relationships xmlns="http://schemas.openxmlformats.org/package/2006/relationships"><Relationship Id="rId3" Type="http://schemas.openxmlformats.org/officeDocument/2006/relationships/image" Target="../media/image224.png" /><Relationship Id="rId2" Type="http://schemas.openxmlformats.org/officeDocument/2006/relationships/hyperlink" Target="https://www.ebay.com/itm/222643889993" TargetMode="External" /><Relationship Id="rId1" Type="http://schemas.openxmlformats.org/officeDocument/2006/relationships/slideLayout" Target="../slideLayouts/slideLayout3.xml" /><Relationship Id="rId4" Type="http://schemas.openxmlformats.org/officeDocument/2006/relationships/image" Target="../media/image225.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1551C-96C1-8136-6C56-836AB06787A4}"/>
              </a:ext>
            </a:extLst>
          </p:cNvPr>
          <p:cNvSpPr>
            <a:spLocks noGrp="1"/>
          </p:cNvSpPr>
          <p:nvPr>
            <p:ph type="ctrTitle"/>
          </p:nvPr>
        </p:nvSpPr>
        <p:spPr>
          <a:xfrm>
            <a:off x="1318901" y="1930692"/>
            <a:ext cx="9273573" cy="2163878"/>
          </a:xfrm>
        </p:spPr>
        <p:txBody>
          <a:bodyPr anchor="t"/>
          <a:lstStyle/>
          <a:p>
            <a:r>
              <a:rPr lang="en-US" altLang="zh-TW"/>
              <a:t>IUS BUBULAE</a:t>
            </a:r>
            <a:r>
              <a:rPr lang="zh-TW" altLang="en-US"/>
              <a:t> </a:t>
            </a:r>
            <a:r>
              <a:rPr lang="en-US" altLang="zh-TW"/>
              <a:t>PDR</a:t>
            </a:r>
            <a:br>
              <a:rPr lang="en-US"/>
            </a:br>
            <a:r>
              <a:rPr lang="zh-TW" altLang="en-US" sz="3600">
                <a:solidFill>
                  <a:srgbClr val="FF0000"/>
                </a:solidFill>
              </a:rPr>
              <a:t>用於</a:t>
            </a:r>
            <a:r>
              <a:rPr lang="en-US" altLang="zh-TW" sz="3600">
                <a:solidFill>
                  <a:srgbClr val="FF0000"/>
                </a:solidFill>
              </a:rPr>
              <a:t>2026</a:t>
            </a:r>
            <a:r>
              <a:rPr lang="zh-TW" altLang="en-US" sz="3600">
                <a:solidFill>
                  <a:srgbClr val="FF0000"/>
                </a:solidFill>
              </a:rPr>
              <a:t>台灣盃設計審查</a:t>
            </a:r>
            <a:endParaRPr lang="en-US">
              <a:solidFill>
                <a:srgbClr val="FF0000"/>
              </a:solidFill>
            </a:endParaRPr>
          </a:p>
        </p:txBody>
      </p:sp>
      <p:sp>
        <p:nvSpPr>
          <p:cNvPr id="3" name="Subtitle 2">
            <a:extLst>
              <a:ext uri="{FF2B5EF4-FFF2-40B4-BE49-F238E27FC236}">
                <a16:creationId xmlns:a16="http://schemas.microsoft.com/office/drawing/2014/main" id="{D53D4B79-27A7-F39C-6A87-94E07B6BDCFD}"/>
              </a:ext>
            </a:extLst>
          </p:cNvPr>
          <p:cNvSpPr>
            <a:spLocks noGrp="1"/>
          </p:cNvSpPr>
          <p:nvPr>
            <p:ph type="subTitle" idx="1"/>
          </p:nvPr>
        </p:nvSpPr>
        <p:spPr/>
        <p:txBody>
          <a:bodyPr>
            <a:normAutofit lnSpcReduction="10000"/>
          </a:bodyPr>
          <a:lstStyle/>
          <a:p>
            <a:r>
              <a:rPr lang="en-US" altLang="zh-TW"/>
              <a:t>15/1/2026</a:t>
            </a:r>
          </a:p>
          <a:p>
            <a:r>
              <a:rPr lang="zh-TW" altLang="en-US"/>
              <a:t>劉彥辰</a:t>
            </a:r>
            <a:r>
              <a:rPr lang="en-US" altLang="zh-TW"/>
              <a:t>/</a:t>
            </a:r>
            <a:r>
              <a:rPr lang="zh-TW" altLang="en-US"/>
              <a:t>陳宇靖</a:t>
            </a:r>
            <a:r>
              <a:rPr lang="en-US" altLang="zh-TW"/>
              <a:t>/</a:t>
            </a:r>
            <a:r>
              <a:rPr lang="zh-TW" altLang="en-US"/>
              <a:t>戴立洋</a:t>
            </a:r>
            <a:endParaRPr lang="en-US" altLang="zh-TW"/>
          </a:p>
        </p:txBody>
      </p:sp>
    </p:spTree>
    <p:extLst>
      <p:ext uri="{BB962C8B-B14F-4D97-AF65-F5344CB8AC3E}">
        <p14:creationId xmlns:p14="http://schemas.microsoft.com/office/powerpoint/2010/main" val="3102925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D8A4CD3F-AB2D-6C3C-175E-EA04C832F8DE}"/>
              </a:ext>
            </a:extLst>
          </p:cNvPr>
          <p:cNvSpPr>
            <a:spLocks noGrp="1"/>
          </p:cNvSpPr>
          <p:nvPr>
            <p:ph idx="1"/>
          </p:nvPr>
        </p:nvSpPr>
        <p:spPr>
          <a:xfrm>
            <a:off x="561252" y="1825625"/>
            <a:ext cx="11225049" cy="4351338"/>
          </a:xfrm>
        </p:spPr>
        <p:txBody>
          <a:bodyPr numCol="4"/>
          <a:lstStyle/>
          <a:p>
            <a:pPr marL="514350" indent="-514350">
              <a:buFont typeface="+mj-lt"/>
              <a:buAutoNum type="arabicPeriod"/>
            </a:pPr>
            <a:r>
              <a:rPr lang="zh-TW" altLang="en-US"/>
              <a:t>總體設計</a:t>
            </a:r>
            <a:endParaRPr lang="en-US" altLang="zh-TW"/>
          </a:p>
          <a:p>
            <a:pPr marL="971550" lvl="1" indent="-514350">
              <a:buFont typeface="+mj-lt"/>
              <a:buAutoNum type="arabicPeriod"/>
            </a:pPr>
            <a:r>
              <a:rPr lang="zh-TW" altLang="en-US"/>
              <a:t>回收流程</a:t>
            </a:r>
            <a:endParaRPr lang="en-US" altLang="zh-TW"/>
          </a:p>
          <a:p>
            <a:pPr marL="971550" lvl="1" indent="-514350">
              <a:buFont typeface="+mj-lt"/>
              <a:buAutoNum type="arabicPeriod"/>
            </a:pPr>
            <a:r>
              <a:rPr lang="zh-TW" altLang="en-US">
                <a:solidFill>
                  <a:srgbClr val="FF0000"/>
                </a:solidFill>
              </a:rPr>
              <a:t>重量與體積</a:t>
            </a:r>
            <a:endParaRPr lang="en-US" altLang="zh-TW">
              <a:solidFill>
                <a:srgbClr val="FF0000"/>
              </a:solidFill>
            </a:endParaRPr>
          </a:p>
          <a:p>
            <a:pPr marL="971550" lvl="1" indent="-514350">
              <a:buFont typeface="+mj-lt"/>
              <a:buAutoNum type="arabicPeriod"/>
            </a:pPr>
            <a:r>
              <a:rPr lang="zh-TW" altLang="en-US">
                <a:solidFill>
                  <a:srgbClr val="FF0000"/>
                </a:solidFill>
              </a:rPr>
              <a:t>技術挑戰</a:t>
            </a:r>
            <a:endParaRPr lang="en-US" altLang="zh-TW">
              <a:solidFill>
                <a:srgbClr val="FF0000"/>
              </a:solidFill>
            </a:endParaRPr>
          </a:p>
          <a:p>
            <a:pPr marL="971550" lvl="1" indent="-514350">
              <a:buFont typeface="+mj-lt"/>
              <a:buAutoNum type="arabicPeriod"/>
            </a:pPr>
            <a:r>
              <a:rPr lang="zh-TW" altLang="en-US"/>
              <a:t>主要參考</a:t>
            </a:r>
            <a:endParaRPr lang="en-US" altLang="zh-TW"/>
          </a:p>
          <a:p>
            <a:pPr marL="971550" lvl="1" indent="-514350">
              <a:buFont typeface="+mj-lt"/>
              <a:buAutoNum type="arabicPeriod"/>
            </a:pPr>
            <a:endParaRPr lang="en-US" altLang="zh-TW"/>
          </a:p>
          <a:p>
            <a:pPr marL="971550" lvl="1" indent="-514350">
              <a:buFont typeface="+mj-lt"/>
              <a:buAutoNum type="arabicPeriod"/>
            </a:pPr>
            <a:endParaRPr lang="en-US" altLang="zh-TW"/>
          </a:p>
          <a:p>
            <a:pPr marL="514350" indent="-514350">
              <a:buFont typeface="+mj-lt"/>
              <a:buAutoNum type="arabicPeriod"/>
            </a:pPr>
            <a:endParaRPr lang="en-US" altLang="zh-TW"/>
          </a:p>
          <a:p>
            <a:pPr marL="514350" indent="-514350">
              <a:buFont typeface="+mj-lt"/>
              <a:buAutoNum type="arabicPeriod"/>
            </a:pPr>
            <a:endParaRPr lang="en-US" altLang="zh-TW"/>
          </a:p>
          <a:p>
            <a:pPr marL="514350" indent="-514350">
              <a:buFont typeface="+mj-lt"/>
              <a:buAutoNum type="arabicPeriod"/>
            </a:pPr>
            <a:r>
              <a:rPr lang="zh-TW" altLang="en-US"/>
              <a:t>降落傘</a:t>
            </a:r>
            <a:endParaRPr lang="en-US" altLang="zh-TW"/>
          </a:p>
          <a:p>
            <a:pPr marL="914400" lvl="1" indent="-457200">
              <a:buFont typeface="+mj-lt"/>
              <a:buAutoNum type="arabicPeriod"/>
            </a:pPr>
            <a:r>
              <a:rPr lang="zh-TW" altLang="en-US"/>
              <a:t>傘型</a:t>
            </a:r>
            <a:endParaRPr lang="en-US" altLang="zh-TW"/>
          </a:p>
          <a:p>
            <a:pPr marL="914400" lvl="1" indent="-457200">
              <a:buFont typeface="+mj-lt"/>
              <a:buAutoNum type="arabicPeriod"/>
            </a:pPr>
            <a:r>
              <a:rPr lang="zh-TW" altLang="en-US"/>
              <a:t>有效面積</a:t>
            </a:r>
            <a:endParaRPr lang="en-US" altLang="zh-TW"/>
          </a:p>
          <a:p>
            <a:pPr marL="914400" lvl="1" indent="-457200">
              <a:buFont typeface="+mj-lt"/>
              <a:buAutoNum type="arabicPeriod"/>
            </a:pPr>
            <a:r>
              <a:rPr lang="zh-TW" altLang="en-US"/>
              <a:t>傘繩</a:t>
            </a:r>
            <a:endParaRPr lang="en-US" altLang="zh-TW"/>
          </a:p>
          <a:p>
            <a:pPr marL="914400" lvl="1" indent="-457200">
              <a:buFont typeface="+mj-lt"/>
              <a:buAutoNum type="arabicPeriod"/>
            </a:pPr>
            <a:r>
              <a:rPr lang="zh-TW" altLang="en-US"/>
              <a:t>限制繩</a:t>
            </a:r>
            <a:endParaRPr lang="en-US" altLang="zh-TW"/>
          </a:p>
          <a:p>
            <a:pPr marL="914400" lvl="1" indent="-457200">
              <a:buFont typeface="+mj-lt"/>
              <a:buAutoNum type="arabicPeriod"/>
            </a:pPr>
            <a:r>
              <a:rPr lang="zh-TW" altLang="en-US">
                <a:solidFill>
                  <a:srgbClr val="FF0000"/>
                </a:solidFill>
              </a:rPr>
              <a:t>開傘力</a:t>
            </a:r>
            <a:endParaRPr lang="en-US" altLang="zh-TW">
              <a:solidFill>
                <a:srgbClr val="FF0000"/>
              </a:solidFill>
            </a:endParaRPr>
          </a:p>
          <a:p>
            <a:pPr marL="914400" lvl="1" indent="-457200">
              <a:buFont typeface="+mj-lt"/>
              <a:buAutoNum type="arabicPeriod"/>
            </a:pPr>
            <a:r>
              <a:rPr lang="zh-TW" altLang="en-US">
                <a:solidFill>
                  <a:srgbClr val="FF0000"/>
                </a:solidFill>
              </a:rPr>
              <a:t>材質</a:t>
            </a:r>
            <a:endParaRPr lang="en-US" altLang="zh-TW">
              <a:solidFill>
                <a:srgbClr val="FF0000"/>
              </a:solidFill>
            </a:endParaRPr>
          </a:p>
          <a:p>
            <a:pPr marL="914400" lvl="1" indent="-457200">
              <a:buFont typeface="+mj-lt"/>
              <a:buAutoNum type="arabicPeriod"/>
            </a:pPr>
            <a:r>
              <a:rPr lang="zh-TW" altLang="en-US"/>
              <a:t>引傘</a:t>
            </a:r>
            <a:endParaRPr lang="en-US" altLang="zh-TW"/>
          </a:p>
          <a:p>
            <a:pPr marL="457200" indent="-457200">
              <a:buFont typeface="+mj-lt"/>
              <a:buAutoNum type="arabicPeriod"/>
            </a:pPr>
            <a:endParaRPr lang="en-US" altLang="zh-TW"/>
          </a:p>
          <a:p>
            <a:pPr marL="457200" indent="-457200">
              <a:buFont typeface="+mj-lt"/>
              <a:buAutoNum type="arabicPeriod"/>
            </a:pPr>
            <a:endParaRPr lang="en-US" altLang="zh-TW"/>
          </a:p>
          <a:p>
            <a:pPr marL="457200" indent="-457200">
              <a:buFont typeface="+mj-lt"/>
              <a:buAutoNum type="arabicPeriod"/>
            </a:pPr>
            <a:r>
              <a:rPr lang="zh-TW" altLang="en-US"/>
              <a:t>開傘裝置</a:t>
            </a:r>
            <a:endParaRPr lang="en-US" altLang="zh-TW"/>
          </a:p>
          <a:p>
            <a:pPr marL="914400" lvl="1" indent="-457200">
              <a:buFont typeface="+mj-lt"/>
              <a:buAutoNum type="arabicPeriod"/>
            </a:pPr>
            <a:r>
              <a:rPr lang="zh-TW" altLang="en-US"/>
              <a:t>開傘盤</a:t>
            </a:r>
            <a:endParaRPr lang="en-US" altLang="zh-TW"/>
          </a:p>
          <a:p>
            <a:pPr marL="914400" lvl="1" indent="-457200">
              <a:buFont typeface="+mj-lt"/>
              <a:buAutoNum type="arabicPeriod"/>
            </a:pPr>
            <a:r>
              <a:rPr lang="zh-TW" altLang="en-US"/>
              <a:t>開傘流程</a:t>
            </a:r>
            <a:endParaRPr lang="en-US" altLang="zh-TW"/>
          </a:p>
          <a:p>
            <a:pPr marL="914400" lvl="1" indent="-457200">
              <a:buFont typeface="+mj-lt"/>
              <a:buAutoNum type="arabicPeriod"/>
            </a:pPr>
            <a:endParaRPr lang="en-US" altLang="zh-TW"/>
          </a:p>
          <a:p>
            <a:pPr marL="914400" lvl="1" indent="-457200">
              <a:buFont typeface="+mj-lt"/>
              <a:buAutoNum type="arabicPeriod"/>
            </a:pPr>
            <a:endParaRPr lang="en-US" altLang="zh-TW"/>
          </a:p>
          <a:p>
            <a:pPr marL="914400" lvl="1" indent="-457200">
              <a:buFont typeface="+mj-lt"/>
              <a:buAutoNum type="arabicPeriod"/>
            </a:pPr>
            <a:endParaRPr lang="en-US" altLang="zh-TW"/>
          </a:p>
          <a:p>
            <a:pPr marL="914400" lvl="1" indent="-457200">
              <a:buFont typeface="+mj-lt"/>
              <a:buAutoNum type="arabicPeriod"/>
            </a:pPr>
            <a:endParaRPr lang="en-US" altLang="zh-TW"/>
          </a:p>
          <a:p>
            <a:pPr marL="914400" lvl="1" indent="-457200">
              <a:buFont typeface="+mj-lt"/>
              <a:buAutoNum type="arabicPeriod"/>
            </a:pPr>
            <a:endParaRPr lang="en-US" altLang="zh-TW"/>
          </a:p>
          <a:p>
            <a:pPr marL="914400" lvl="1" indent="-457200">
              <a:buFont typeface="+mj-lt"/>
              <a:buAutoNum type="arabicPeriod"/>
            </a:pPr>
            <a:endParaRPr lang="en-US" altLang="zh-TW"/>
          </a:p>
          <a:p>
            <a:pPr marL="914400" lvl="1" indent="-457200">
              <a:buFont typeface="+mj-lt"/>
              <a:buAutoNum type="arabicPeriod"/>
            </a:pPr>
            <a:endParaRPr lang="en-US" altLang="zh-TW"/>
          </a:p>
          <a:p>
            <a:pPr marL="457200" indent="-457200">
              <a:buFont typeface="+mj-lt"/>
              <a:buAutoNum type="arabicPeriod"/>
            </a:pPr>
            <a:r>
              <a:rPr lang="zh-TW" altLang="en-US"/>
              <a:t>浮力裝置</a:t>
            </a:r>
            <a:endParaRPr lang="en-US" altLang="zh-TW"/>
          </a:p>
          <a:p>
            <a:pPr marL="914400" lvl="1" indent="-457200">
              <a:buFont typeface="+mj-lt"/>
              <a:buAutoNum type="arabicPeriod"/>
            </a:pPr>
            <a:r>
              <a:rPr lang="zh-TW" altLang="en-US"/>
              <a:t>浮力計算</a:t>
            </a:r>
            <a:endParaRPr lang="en-US" altLang="zh-TW"/>
          </a:p>
          <a:p>
            <a:pPr marL="914400" lvl="1" indent="-457200">
              <a:buFont typeface="+mj-lt"/>
              <a:buAutoNum type="arabicPeriod"/>
            </a:pPr>
            <a:r>
              <a:rPr lang="zh-TW" altLang="en-US"/>
              <a:t>開傘流程</a:t>
            </a:r>
          </a:p>
        </p:txBody>
      </p:sp>
      <p:sp>
        <p:nvSpPr>
          <p:cNvPr id="3" name="標題 2">
            <a:extLst>
              <a:ext uri="{FF2B5EF4-FFF2-40B4-BE49-F238E27FC236}">
                <a16:creationId xmlns:a16="http://schemas.microsoft.com/office/drawing/2014/main" id="{929F460E-445F-DCDA-B418-13408A80E53B}"/>
              </a:ext>
            </a:extLst>
          </p:cNvPr>
          <p:cNvSpPr>
            <a:spLocks noGrp="1"/>
          </p:cNvSpPr>
          <p:nvPr>
            <p:ph type="title"/>
          </p:nvPr>
        </p:nvSpPr>
        <p:spPr/>
        <p:txBody>
          <a:bodyPr/>
          <a:lstStyle/>
          <a:p>
            <a:r>
              <a:rPr lang="zh-TW" altLang="en-US"/>
              <a:t>報告架構</a:t>
            </a:r>
          </a:p>
        </p:txBody>
      </p:sp>
      <p:sp>
        <p:nvSpPr>
          <p:cNvPr id="4" name="文字版面配置區 3">
            <a:extLst>
              <a:ext uri="{FF2B5EF4-FFF2-40B4-BE49-F238E27FC236}">
                <a16:creationId xmlns:a16="http://schemas.microsoft.com/office/drawing/2014/main" id="{735039DE-2CD9-6F8F-031F-67C11DFA6668}"/>
              </a:ext>
            </a:extLst>
          </p:cNvPr>
          <p:cNvSpPr>
            <a:spLocks noGrp="1"/>
          </p:cNvSpPr>
          <p:nvPr>
            <p:ph type="body" sz="quarter" idx="10"/>
          </p:nvPr>
        </p:nvSpPr>
        <p:spPr/>
        <p:txBody>
          <a:bodyPr>
            <a:normAutofit fontScale="92500" lnSpcReduction="10000"/>
          </a:bodyPr>
          <a:lstStyle/>
          <a:p>
            <a:r>
              <a:rPr lang="zh-TW" altLang="en-US">
                <a:solidFill>
                  <a:srgbClr val="66FFCC"/>
                </a:solidFill>
              </a:rPr>
              <a:t>目錄</a:t>
            </a:r>
          </a:p>
        </p:txBody>
      </p:sp>
      <p:sp>
        <p:nvSpPr>
          <p:cNvPr id="5" name="內容版面配置區 1">
            <a:extLst>
              <a:ext uri="{FF2B5EF4-FFF2-40B4-BE49-F238E27FC236}">
                <a16:creationId xmlns:a16="http://schemas.microsoft.com/office/drawing/2014/main" id="{C86CBFED-C837-751F-7DA2-47BFFE33978E}"/>
              </a:ext>
            </a:extLst>
          </p:cNvPr>
          <p:cNvSpPr txBox="1">
            <a:spLocks/>
          </p:cNvSpPr>
          <p:nvPr/>
        </p:nvSpPr>
        <p:spPr>
          <a:xfrm>
            <a:off x="6105258" y="3429000"/>
            <a:ext cx="11225049" cy="4351338"/>
          </a:xfrm>
          <a:prstGeom prst="rect">
            <a:avLst/>
          </a:prstGeom>
        </p:spPr>
        <p:txBody>
          <a:bodyPr vert="horz" lIns="91440" tIns="45720" rIns="91440" bIns="45720" numCol="4"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5"/>
            </a:pPr>
            <a:r>
              <a:rPr lang="zh-TW" altLang="en-US"/>
              <a:t>酬載倉</a:t>
            </a:r>
          </a:p>
        </p:txBody>
      </p:sp>
    </p:spTree>
    <p:extLst>
      <p:ext uri="{BB962C8B-B14F-4D97-AF65-F5344CB8AC3E}">
        <p14:creationId xmlns:p14="http://schemas.microsoft.com/office/powerpoint/2010/main" val="3215591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FDAD2977-85D2-90D6-DFBE-E73232FEEC95}"/>
              </a:ext>
            </a:extLst>
          </p:cNvPr>
          <p:cNvSpPr>
            <a:spLocks noGrp="1"/>
          </p:cNvSpPr>
          <p:nvPr>
            <p:ph idx="1"/>
          </p:nvPr>
        </p:nvSpPr>
        <p:spPr>
          <a:xfrm>
            <a:off x="756220" y="1409415"/>
            <a:ext cx="10515600" cy="4351338"/>
          </a:xfrm>
        </p:spPr>
        <p:txBody>
          <a:bodyPr>
            <a:normAutofit/>
          </a:bodyPr>
          <a:lstStyle/>
          <a:p>
            <a:pPr marL="514350" indent="-514350">
              <a:buFont typeface="+mj-lt"/>
              <a:buAutoNum type="arabicPeriod"/>
            </a:pPr>
            <a:r>
              <a:rPr lang="zh-TW" altLang="en-US"/>
              <a:t>達到預定開傘高度</a:t>
            </a:r>
            <a:r>
              <a:rPr lang="en-US" altLang="zh-TW"/>
              <a:t>(2960m)-</a:t>
            </a:r>
            <a:r>
              <a:rPr lang="zh-TW" altLang="en-US"/>
              <a:t>彈出鼻錐開引傘</a:t>
            </a:r>
            <a:endParaRPr lang="en-US" altLang="zh-TW"/>
          </a:p>
          <a:p>
            <a:pPr marL="457200" lvl="1" indent="0">
              <a:buNone/>
            </a:pPr>
            <a:r>
              <a:rPr lang="zh-TW" altLang="en-US" sz="2000">
                <a:solidFill>
                  <a:schemeClr val="accent4">
                    <a:lumMod val="20000"/>
                    <a:lumOff val="80000"/>
                  </a:schemeClr>
                </a:solidFill>
              </a:rPr>
              <a:t>經</a:t>
            </a:r>
            <a:r>
              <a:rPr lang="en-US" altLang="zh-TW" sz="2000" err="1">
                <a:solidFill>
                  <a:schemeClr val="accent4">
                    <a:lumMod val="20000"/>
                    <a:lumOff val="80000"/>
                  </a:schemeClr>
                </a:solidFill>
              </a:rPr>
              <a:t>openrocket</a:t>
            </a:r>
            <a:r>
              <a:rPr lang="zh-TW" altLang="en-US" sz="2000">
                <a:solidFill>
                  <a:schemeClr val="accent4">
                    <a:lumMod val="20000"/>
                    <a:lumOff val="80000"/>
                  </a:schemeClr>
                </a:solidFill>
              </a:rPr>
              <a:t>模擬，找最適高度避免風壓致鼻錐無法彈出。</a:t>
            </a:r>
            <a:endParaRPr lang="en-US" altLang="zh-TW">
              <a:solidFill>
                <a:schemeClr val="accent4">
                  <a:lumMod val="20000"/>
                  <a:lumOff val="80000"/>
                </a:schemeClr>
              </a:solidFill>
            </a:endParaRPr>
          </a:p>
          <a:p>
            <a:pPr marL="514350" indent="-514350">
              <a:buFont typeface="+mj-lt"/>
              <a:buAutoNum type="arabicPeriod"/>
            </a:pPr>
            <a:r>
              <a:rPr lang="zh-TW" altLang="en-US"/>
              <a:t>引傘拉出主傘</a:t>
            </a:r>
            <a:r>
              <a:rPr lang="en-US" altLang="zh-TW"/>
              <a:t>(</a:t>
            </a:r>
            <a:r>
              <a:rPr lang="zh-TW" altLang="en-US"/>
              <a:t>被限制繩限制</a:t>
            </a:r>
            <a:r>
              <a:rPr lang="en-US" altLang="zh-TW"/>
              <a:t>)</a:t>
            </a:r>
          </a:p>
          <a:p>
            <a:pPr marL="457200" lvl="1" indent="0">
              <a:buNone/>
            </a:pPr>
            <a:r>
              <a:rPr lang="zh-TW" altLang="en-US" sz="2000">
                <a:solidFill>
                  <a:schemeClr val="accent4">
                    <a:lumMod val="20000"/>
                    <a:lumOff val="80000"/>
                  </a:schemeClr>
                </a:solidFill>
              </a:rPr>
              <a:t>引傘加快開傘，同時以限制繩限制主傘，降低空阻係數避免飄出回收區域。</a:t>
            </a:r>
            <a:endParaRPr lang="en-US" altLang="zh-TW" sz="2000">
              <a:solidFill>
                <a:schemeClr val="accent4">
                  <a:lumMod val="20000"/>
                  <a:lumOff val="80000"/>
                </a:schemeClr>
              </a:solidFill>
            </a:endParaRPr>
          </a:p>
          <a:p>
            <a:pPr marL="514350" indent="-514350">
              <a:buFont typeface="+mj-lt"/>
              <a:buAutoNum type="arabicPeriod"/>
            </a:pPr>
            <a:r>
              <a:rPr lang="zh-TW" altLang="en-US"/>
              <a:t>降到預定減速高度</a:t>
            </a:r>
            <a:r>
              <a:rPr lang="en-US" altLang="zh-TW"/>
              <a:t>-</a:t>
            </a:r>
            <a:r>
              <a:rPr lang="zh-TW" altLang="en-US"/>
              <a:t>通電燒斷限制繩</a:t>
            </a:r>
            <a:endParaRPr lang="en-US" altLang="zh-TW"/>
          </a:p>
          <a:p>
            <a:pPr marL="0" indent="0">
              <a:buNone/>
            </a:pPr>
            <a:r>
              <a:rPr lang="zh-TW" altLang="en-US" sz="2000">
                <a:solidFill>
                  <a:schemeClr val="accent4">
                    <a:lumMod val="20000"/>
                    <a:lumOff val="80000"/>
                  </a:schemeClr>
                </a:solidFill>
              </a:rPr>
              <a:t>       在確保能降到終端速度下，盡量延遲全開主傘，保證能在預定區域濺落。</a:t>
            </a:r>
            <a:endParaRPr lang="en-US" altLang="zh-TW" sz="2000"/>
          </a:p>
          <a:p>
            <a:pPr marL="514350" indent="-514350">
              <a:buFont typeface="+mj-lt"/>
              <a:buAutoNum type="arabicPeriod"/>
            </a:pPr>
            <a:r>
              <a:rPr lang="zh-TW" altLang="en-US"/>
              <a:t>主傘全開減速至終端速度</a:t>
            </a:r>
            <a:endParaRPr lang="en-US" altLang="zh-TW"/>
          </a:p>
          <a:p>
            <a:pPr marL="457200" lvl="1" indent="0">
              <a:buNone/>
            </a:pPr>
            <a:r>
              <a:rPr lang="zh-TW" altLang="en-US" sz="2000">
                <a:solidFill>
                  <a:schemeClr val="accent4">
                    <a:lumMod val="20000"/>
                    <a:lumOff val="80000"/>
                  </a:schemeClr>
                </a:solidFill>
              </a:rPr>
              <a:t>主傘無拘束全開使速度逐漸降至預定值</a:t>
            </a:r>
            <a:endParaRPr lang="en-US" altLang="zh-TW" sz="2000">
              <a:solidFill>
                <a:schemeClr val="accent4">
                  <a:lumMod val="20000"/>
                  <a:lumOff val="80000"/>
                </a:schemeClr>
              </a:solidFill>
            </a:endParaRPr>
          </a:p>
          <a:p>
            <a:pPr marL="514350" indent="-514350">
              <a:buFont typeface="+mj-lt"/>
              <a:buAutoNum type="arabicPeriod"/>
            </a:pPr>
            <a:r>
              <a:rPr lang="zh-TW" altLang="en-US"/>
              <a:t>濺落</a:t>
            </a:r>
            <a:r>
              <a:rPr lang="en-US" altLang="zh-TW"/>
              <a:t>-</a:t>
            </a:r>
            <a:r>
              <a:rPr lang="zh-TW" altLang="en-US"/>
              <a:t>遇水自動啟動浮力裝置</a:t>
            </a:r>
            <a:endParaRPr lang="en-US" altLang="zh-TW"/>
          </a:p>
          <a:p>
            <a:pPr marL="0" indent="0">
              <a:buNone/>
            </a:pPr>
            <a:r>
              <a:rPr lang="zh-TW" altLang="en-US" sz="2000">
                <a:solidFill>
                  <a:schemeClr val="accent4">
                    <a:lumMod val="20000"/>
                    <a:lumOff val="80000"/>
                  </a:schemeClr>
                </a:solidFill>
              </a:rPr>
              <a:t>      救生衣自帶的自動裝置啟動充氣，與水密隔艙一起提供浮力</a:t>
            </a:r>
            <a:endParaRPr lang="en-US" altLang="zh-TW" sz="2000">
              <a:solidFill>
                <a:schemeClr val="accent4">
                  <a:lumMod val="20000"/>
                  <a:lumOff val="80000"/>
                </a:schemeClr>
              </a:solidFill>
            </a:endParaRPr>
          </a:p>
        </p:txBody>
      </p:sp>
      <p:sp>
        <p:nvSpPr>
          <p:cNvPr id="3" name="標題 2">
            <a:extLst>
              <a:ext uri="{FF2B5EF4-FFF2-40B4-BE49-F238E27FC236}">
                <a16:creationId xmlns:a16="http://schemas.microsoft.com/office/drawing/2014/main" id="{88BCA515-C52F-2F31-4D59-74240F42068F}"/>
              </a:ext>
            </a:extLst>
          </p:cNvPr>
          <p:cNvSpPr>
            <a:spLocks noGrp="1"/>
          </p:cNvSpPr>
          <p:nvPr>
            <p:ph type="title"/>
          </p:nvPr>
        </p:nvSpPr>
        <p:spPr/>
        <p:txBody>
          <a:bodyPr/>
          <a:lstStyle/>
          <a:p>
            <a:r>
              <a:rPr lang="zh-TW" altLang="en-US"/>
              <a:t>回收流程</a:t>
            </a:r>
          </a:p>
        </p:txBody>
      </p:sp>
      <p:sp>
        <p:nvSpPr>
          <p:cNvPr id="4" name="文字版面配置區 3">
            <a:extLst>
              <a:ext uri="{FF2B5EF4-FFF2-40B4-BE49-F238E27FC236}">
                <a16:creationId xmlns:a16="http://schemas.microsoft.com/office/drawing/2014/main" id="{1ADD7151-0296-BFF5-3BA5-1BB5106AD6A5}"/>
              </a:ext>
            </a:extLst>
          </p:cNvPr>
          <p:cNvSpPr>
            <a:spLocks noGrp="1"/>
          </p:cNvSpPr>
          <p:nvPr>
            <p:ph type="body" sz="quarter" idx="10"/>
          </p:nvPr>
        </p:nvSpPr>
        <p:spPr/>
        <p:txBody>
          <a:bodyPr>
            <a:normAutofit fontScale="92500" lnSpcReduction="10000"/>
          </a:bodyPr>
          <a:lstStyle/>
          <a:p>
            <a:r>
              <a:rPr lang="zh-TW" altLang="en-US">
                <a:solidFill>
                  <a:srgbClr val="66FFCC"/>
                </a:solidFill>
              </a:rPr>
              <a:t>總體設計</a:t>
            </a:r>
          </a:p>
        </p:txBody>
      </p:sp>
      <p:grpSp>
        <p:nvGrpSpPr>
          <p:cNvPr id="41" name="群組 40">
            <a:extLst>
              <a:ext uri="{FF2B5EF4-FFF2-40B4-BE49-F238E27FC236}">
                <a16:creationId xmlns:a16="http://schemas.microsoft.com/office/drawing/2014/main" id="{DAFE4919-3F54-148B-6C4A-F033090022F6}"/>
              </a:ext>
            </a:extLst>
          </p:cNvPr>
          <p:cNvGrpSpPr/>
          <p:nvPr/>
        </p:nvGrpSpPr>
        <p:grpSpPr>
          <a:xfrm>
            <a:off x="9075625" y="1348210"/>
            <a:ext cx="626760" cy="835200"/>
            <a:chOff x="9075625" y="1348210"/>
            <a:chExt cx="626760" cy="835200"/>
          </a:xfrm>
        </p:grpSpPr>
        <mc:AlternateContent xmlns:mc="http://schemas.openxmlformats.org/markup-compatibility/2006" xmlns:p14="http://schemas.microsoft.com/office/powerpoint/2010/main">
          <mc:Choice Requires="p14">
            <p:contentPart p14:bwMode="auto" r:id="rId2">
              <p14:nvContentPartPr>
                <p14:cNvPr id="5" name="筆跡 4">
                  <a:extLst>
                    <a:ext uri="{FF2B5EF4-FFF2-40B4-BE49-F238E27FC236}">
                      <a16:creationId xmlns:a16="http://schemas.microsoft.com/office/drawing/2014/main" id="{05E38562-21A8-CDA9-E16B-0E40DCDDAEC9}"/>
                    </a:ext>
                  </a:extLst>
                </p14:cNvPr>
                <p14:cNvContentPartPr/>
                <p14:nvPr/>
              </p14:nvContentPartPr>
              <p14:xfrm>
                <a:off x="9089305" y="1793890"/>
                <a:ext cx="19080" cy="370440"/>
              </p14:xfrm>
            </p:contentPart>
          </mc:Choice>
          <mc:Fallback xmlns="">
            <p:pic>
              <p:nvPicPr>
                <p:cNvPr id="5" name="筆跡 4">
                  <a:extLst>
                    <a:ext uri="{FF2B5EF4-FFF2-40B4-BE49-F238E27FC236}">
                      <a16:creationId xmlns:a16="http://schemas.microsoft.com/office/drawing/2014/main" id="{05E38562-21A8-CDA9-E16B-0E40DCDDAEC9}"/>
                    </a:ext>
                  </a:extLst>
                </p:cNvPr>
                <p:cNvPicPr/>
                <p:nvPr/>
              </p:nvPicPr>
              <p:blipFill>
                <a:blip r:embed="rId3"/>
                <a:stretch>
                  <a:fillRect/>
                </a:stretch>
              </p:blipFill>
              <p:spPr>
                <a:xfrm>
                  <a:off x="9083185" y="1787770"/>
                  <a:ext cx="3132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筆跡 5">
                  <a:extLst>
                    <a:ext uri="{FF2B5EF4-FFF2-40B4-BE49-F238E27FC236}">
                      <a16:creationId xmlns:a16="http://schemas.microsoft.com/office/drawing/2014/main" id="{DF0B13BB-9C73-EDC9-A959-5B10619E9437}"/>
                    </a:ext>
                  </a:extLst>
                </p14:cNvPr>
                <p14:cNvContentPartPr/>
                <p14:nvPr/>
              </p14:nvContentPartPr>
              <p14:xfrm>
                <a:off x="9112705" y="1769770"/>
                <a:ext cx="235080" cy="413640"/>
              </p14:xfrm>
            </p:contentPart>
          </mc:Choice>
          <mc:Fallback xmlns="">
            <p:pic>
              <p:nvPicPr>
                <p:cNvPr id="6" name="筆跡 5">
                  <a:extLst>
                    <a:ext uri="{FF2B5EF4-FFF2-40B4-BE49-F238E27FC236}">
                      <a16:creationId xmlns:a16="http://schemas.microsoft.com/office/drawing/2014/main" id="{DF0B13BB-9C73-EDC9-A959-5B10619E9437}"/>
                    </a:ext>
                  </a:extLst>
                </p:cNvPr>
                <p:cNvPicPr/>
                <p:nvPr/>
              </p:nvPicPr>
              <p:blipFill>
                <a:blip r:embed="rId5"/>
                <a:stretch>
                  <a:fillRect/>
                </a:stretch>
              </p:blipFill>
              <p:spPr>
                <a:xfrm>
                  <a:off x="9106585" y="1763650"/>
                  <a:ext cx="24732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筆跡 7">
                  <a:extLst>
                    <a:ext uri="{FF2B5EF4-FFF2-40B4-BE49-F238E27FC236}">
                      <a16:creationId xmlns:a16="http://schemas.microsoft.com/office/drawing/2014/main" id="{0A747D3D-2353-FC5A-8A26-ED426350A0B8}"/>
                    </a:ext>
                  </a:extLst>
                </p14:cNvPr>
                <p14:cNvContentPartPr/>
                <p14:nvPr/>
              </p14:nvContentPartPr>
              <p14:xfrm>
                <a:off x="9101545" y="2147770"/>
                <a:ext cx="191880" cy="19440"/>
              </p14:xfrm>
            </p:contentPart>
          </mc:Choice>
          <mc:Fallback xmlns="">
            <p:pic>
              <p:nvPicPr>
                <p:cNvPr id="8" name="筆跡 7">
                  <a:extLst>
                    <a:ext uri="{FF2B5EF4-FFF2-40B4-BE49-F238E27FC236}">
                      <a16:creationId xmlns:a16="http://schemas.microsoft.com/office/drawing/2014/main" id="{0A747D3D-2353-FC5A-8A26-ED426350A0B8}"/>
                    </a:ext>
                  </a:extLst>
                </p:cNvPr>
                <p:cNvPicPr/>
                <p:nvPr/>
              </p:nvPicPr>
              <p:blipFill>
                <a:blip r:embed="rId7"/>
                <a:stretch>
                  <a:fillRect/>
                </a:stretch>
              </p:blipFill>
              <p:spPr>
                <a:xfrm>
                  <a:off x="9095425" y="2141761"/>
                  <a:ext cx="204120" cy="31457"/>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筆跡 8">
                  <a:extLst>
                    <a:ext uri="{FF2B5EF4-FFF2-40B4-BE49-F238E27FC236}">
                      <a16:creationId xmlns:a16="http://schemas.microsoft.com/office/drawing/2014/main" id="{2F10C1CE-0BA1-2961-6C2A-6737B9F52239}"/>
                    </a:ext>
                  </a:extLst>
                </p14:cNvPr>
                <p14:cNvContentPartPr/>
                <p14:nvPr/>
              </p14:nvContentPartPr>
              <p14:xfrm>
                <a:off x="9121345" y="2099530"/>
                <a:ext cx="136800" cy="59760"/>
              </p14:xfrm>
            </p:contentPart>
          </mc:Choice>
          <mc:Fallback xmlns="">
            <p:pic>
              <p:nvPicPr>
                <p:cNvPr id="9" name="筆跡 8">
                  <a:extLst>
                    <a:ext uri="{FF2B5EF4-FFF2-40B4-BE49-F238E27FC236}">
                      <a16:creationId xmlns:a16="http://schemas.microsoft.com/office/drawing/2014/main" id="{2F10C1CE-0BA1-2961-6C2A-6737B9F52239}"/>
                    </a:ext>
                  </a:extLst>
                </p:cNvPr>
                <p:cNvPicPr/>
                <p:nvPr/>
              </p:nvPicPr>
              <p:blipFill>
                <a:blip r:embed="rId9"/>
                <a:stretch>
                  <a:fillRect/>
                </a:stretch>
              </p:blipFill>
              <p:spPr>
                <a:xfrm>
                  <a:off x="9115225" y="2093410"/>
                  <a:ext cx="1490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筆跡 9">
                  <a:extLst>
                    <a:ext uri="{FF2B5EF4-FFF2-40B4-BE49-F238E27FC236}">
                      <a16:creationId xmlns:a16="http://schemas.microsoft.com/office/drawing/2014/main" id="{327BD670-C21A-FDB7-E2D7-327066C4D302}"/>
                    </a:ext>
                  </a:extLst>
                </p14:cNvPr>
                <p14:cNvContentPartPr/>
                <p14:nvPr/>
              </p14:nvContentPartPr>
              <p14:xfrm>
                <a:off x="9124945" y="2058130"/>
                <a:ext cx="120960" cy="71280"/>
              </p14:xfrm>
            </p:contentPart>
          </mc:Choice>
          <mc:Fallback xmlns="">
            <p:pic>
              <p:nvPicPr>
                <p:cNvPr id="10" name="筆跡 9">
                  <a:extLst>
                    <a:ext uri="{FF2B5EF4-FFF2-40B4-BE49-F238E27FC236}">
                      <a16:creationId xmlns:a16="http://schemas.microsoft.com/office/drawing/2014/main" id="{327BD670-C21A-FDB7-E2D7-327066C4D302}"/>
                    </a:ext>
                  </a:extLst>
                </p:cNvPr>
                <p:cNvPicPr/>
                <p:nvPr/>
              </p:nvPicPr>
              <p:blipFill>
                <a:blip r:embed="rId11"/>
                <a:stretch>
                  <a:fillRect/>
                </a:stretch>
              </p:blipFill>
              <p:spPr>
                <a:xfrm>
                  <a:off x="9118825" y="2052010"/>
                  <a:ext cx="1332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筆跡 10">
                  <a:extLst>
                    <a:ext uri="{FF2B5EF4-FFF2-40B4-BE49-F238E27FC236}">
                      <a16:creationId xmlns:a16="http://schemas.microsoft.com/office/drawing/2014/main" id="{2EBCF665-F9BB-8632-C2B1-978A08E5C5BE}"/>
                    </a:ext>
                  </a:extLst>
                </p14:cNvPr>
                <p14:cNvContentPartPr/>
                <p14:nvPr/>
              </p14:nvContentPartPr>
              <p14:xfrm>
                <a:off x="9142225" y="2023210"/>
                <a:ext cx="134280" cy="69480"/>
              </p14:xfrm>
            </p:contentPart>
          </mc:Choice>
          <mc:Fallback xmlns="">
            <p:pic>
              <p:nvPicPr>
                <p:cNvPr id="11" name="筆跡 10">
                  <a:extLst>
                    <a:ext uri="{FF2B5EF4-FFF2-40B4-BE49-F238E27FC236}">
                      <a16:creationId xmlns:a16="http://schemas.microsoft.com/office/drawing/2014/main" id="{2EBCF665-F9BB-8632-C2B1-978A08E5C5BE}"/>
                    </a:ext>
                  </a:extLst>
                </p:cNvPr>
                <p:cNvPicPr/>
                <p:nvPr/>
              </p:nvPicPr>
              <p:blipFill>
                <a:blip r:embed="rId13"/>
                <a:stretch>
                  <a:fillRect/>
                </a:stretch>
              </p:blipFill>
              <p:spPr>
                <a:xfrm>
                  <a:off x="9136105" y="2017090"/>
                  <a:ext cx="1465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筆跡 11">
                  <a:extLst>
                    <a:ext uri="{FF2B5EF4-FFF2-40B4-BE49-F238E27FC236}">
                      <a16:creationId xmlns:a16="http://schemas.microsoft.com/office/drawing/2014/main" id="{347A1189-6B5D-9EF1-C33A-2956D2751850}"/>
                    </a:ext>
                  </a:extLst>
                </p14:cNvPr>
                <p14:cNvContentPartPr/>
                <p14:nvPr/>
              </p14:nvContentPartPr>
              <p14:xfrm>
                <a:off x="9185065" y="1970290"/>
                <a:ext cx="108360" cy="61200"/>
              </p14:xfrm>
            </p:contentPart>
          </mc:Choice>
          <mc:Fallback xmlns="">
            <p:pic>
              <p:nvPicPr>
                <p:cNvPr id="12" name="筆跡 11">
                  <a:extLst>
                    <a:ext uri="{FF2B5EF4-FFF2-40B4-BE49-F238E27FC236}">
                      <a16:creationId xmlns:a16="http://schemas.microsoft.com/office/drawing/2014/main" id="{347A1189-6B5D-9EF1-C33A-2956D2751850}"/>
                    </a:ext>
                  </a:extLst>
                </p:cNvPr>
                <p:cNvPicPr/>
                <p:nvPr/>
              </p:nvPicPr>
              <p:blipFill>
                <a:blip r:embed="rId15"/>
                <a:stretch>
                  <a:fillRect/>
                </a:stretch>
              </p:blipFill>
              <p:spPr>
                <a:xfrm>
                  <a:off x="9178945" y="1964170"/>
                  <a:ext cx="1206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筆跡 12">
                  <a:extLst>
                    <a:ext uri="{FF2B5EF4-FFF2-40B4-BE49-F238E27FC236}">
                      <a16:creationId xmlns:a16="http://schemas.microsoft.com/office/drawing/2014/main" id="{8172A501-E0A8-2863-ED22-4C7DD318BF96}"/>
                    </a:ext>
                  </a:extLst>
                </p14:cNvPr>
                <p14:cNvContentPartPr/>
                <p14:nvPr/>
              </p14:nvContentPartPr>
              <p14:xfrm>
                <a:off x="9176065" y="1923850"/>
                <a:ext cx="133920" cy="68400"/>
              </p14:xfrm>
            </p:contentPart>
          </mc:Choice>
          <mc:Fallback xmlns="">
            <p:pic>
              <p:nvPicPr>
                <p:cNvPr id="13" name="筆跡 12">
                  <a:extLst>
                    <a:ext uri="{FF2B5EF4-FFF2-40B4-BE49-F238E27FC236}">
                      <a16:creationId xmlns:a16="http://schemas.microsoft.com/office/drawing/2014/main" id="{8172A501-E0A8-2863-ED22-4C7DD318BF96}"/>
                    </a:ext>
                  </a:extLst>
                </p:cNvPr>
                <p:cNvPicPr/>
                <p:nvPr/>
              </p:nvPicPr>
              <p:blipFill>
                <a:blip r:embed="rId17"/>
                <a:stretch>
                  <a:fillRect/>
                </a:stretch>
              </p:blipFill>
              <p:spPr>
                <a:xfrm>
                  <a:off x="9169929" y="1917762"/>
                  <a:ext cx="146193" cy="80576"/>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筆跡 13">
                  <a:extLst>
                    <a:ext uri="{FF2B5EF4-FFF2-40B4-BE49-F238E27FC236}">
                      <a16:creationId xmlns:a16="http://schemas.microsoft.com/office/drawing/2014/main" id="{51892F95-BE1F-B8D5-FB53-4312CBC1A2DC}"/>
                    </a:ext>
                  </a:extLst>
                </p14:cNvPr>
                <p14:cNvContentPartPr/>
                <p14:nvPr/>
              </p14:nvContentPartPr>
              <p14:xfrm>
                <a:off x="9164185" y="1860130"/>
                <a:ext cx="114840" cy="55440"/>
              </p14:xfrm>
            </p:contentPart>
          </mc:Choice>
          <mc:Fallback xmlns="">
            <p:pic>
              <p:nvPicPr>
                <p:cNvPr id="14" name="筆跡 13">
                  <a:extLst>
                    <a:ext uri="{FF2B5EF4-FFF2-40B4-BE49-F238E27FC236}">
                      <a16:creationId xmlns:a16="http://schemas.microsoft.com/office/drawing/2014/main" id="{51892F95-BE1F-B8D5-FB53-4312CBC1A2DC}"/>
                    </a:ext>
                  </a:extLst>
                </p:cNvPr>
                <p:cNvPicPr/>
                <p:nvPr/>
              </p:nvPicPr>
              <p:blipFill>
                <a:blip r:embed="rId19"/>
                <a:stretch>
                  <a:fillRect/>
                </a:stretch>
              </p:blipFill>
              <p:spPr>
                <a:xfrm>
                  <a:off x="9158065" y="1854010"/>
                  <a:ext cx="12708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筆跡 14">
                  <a:extLst>
                    <a:ext uri="{FF2B5EF4-FFF2-40B4-BE49-F238E27FC236}">
                      <a16:creationId xmlns:a16="http://schemas.microsoft.com/office/drawing/2014/main" id="{AB3F4A86-9F33-E497-71AE-EA2A6EFC1A23}"/>
                    </a:ext>
                  </a:extLst>
                </p14:cNvPr>
                <p14:cNvContentPartPr/>
                <p14:nvPr/>
              </p14:nvContentPartPr>
              <p14:xfrm>
                <a:off x="9215665" y="1843570"/>
                <a:ext cx="115560" cy="39240"/>
              </p14:xfrm>
            </p:contentPart>
          </mc:Choice>
          <mc:Fallback xmlns="">
            <p:pic>
              <p:nvPicPr>
                <p:cNvPr id="15" name="筆跡 14">
                  <a:extLst>
                    <a:ext uri="{FF2B5EF4-FFF2-40B4-BE49-F238E27FC236}">
                      <a16:creationId xmlns:a16="http://schemas.microsoft.com/office/drawing/2014/main" id="{AB3F4A86-9F33-E497-71AE-EA2A6EFC1A23}"/>
                    </a:ext>
                  </a:extLst>
                </p:cNvPr>
                <p:cNvPicPr/>
                <p:nvPr/>
              </p:nvPicPr>
              <p:blipFill>
                <a:blip r:embed="rId21"/>
                <a:stretch>
                  <a:fillRect/>
                </a:stretch>
              </p:blipFill>
              <p:spPr>
                <a:xfrm>
                  <a:off x="9209545" y="1837450"/>
                  <a:ext cx="1278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筆跡 15">
                  <a:extLst>
                    <a:ext uri="{FF2B5EF4-FFF2-40B4-BE49-F238E27FC236}">
                      <a16:creationId xmlns:a16="http://schemas.microsoft.com/office/drawing/2014/main" id="{56190F20-EB75-219C-53A7-22AFB75A44CC}"/>
                    </a:ext>
                  </a:extLst>
                </p14:cNvPr>
                <p14:cNvContentPartPr/>
                <p14:nvPr/>
              </p14:nvContentPartPr>
              <p14:xfrm>
                <a:off x="9294505" y="1827010"/>
                <a:ext cx="87840" cy="25200"/>
              </p14:xfrm>
            </p:contentPart>
          </mc:Choice>
          <mc:Fallback xmlns="">
            <p:pic>
              <p:nvPicPr>
                <p:cNvPr id="16" name="筆跡 15">
                  <a:extLst>
                    <a:ext uri="{FF2B5EF4-FFF2-40B4-BE49-F238E27FC236}">
                      <a16:creationId xmlns:a16="http://schemas.microsoft.com/office/drawing/2014/main" id="{56190F20-EB75-219C-53A7-22AFB75A44CC}"/>
                    </a:ext>
                  </a:extLst>
                </p:cNvPr>
                <p:cNvPicPr/>
                <p:nvPr/>
              </p:nvPicPr>
              <p:blipFill>
                <a:blip r:embed="rId23"/>
                <a:stretch>
                  <a:fillRect/>
                </a:stretch>
              </p:blipFill>
              <p:spPr>
                <a:xfrm>
                  <a:off x="9288385" y="1820890"/>
                  <a:ext cx="1000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 name="筆跡 17">
                  <a:extLst>
                    <a:ext uri="{FF2B5EF4-FFF2-40B4-BE49-F238E27FC236}">
                      <a16:creationId xmlns:a16="http://schemas.microsoft.com/office/drawing/2014/main" id="{554F601B-7D35-F812-2C8C-4F0164163161}"/>
                    </a:ext>
                  </a:extLst>
                </p14:cNvPr>
                <p14:cNvContentPartPr/>
                <p14:nvPr/>
              </p14:nvContentPartPr>
              <p14:xfrm>
                <a:off x="9450385" y="1348210"/>
                <a:ext cx="221760" cy="249120"/>
              </p14:xfrm>
            </p:contentPart>
          </mc:Choice>
          <mc:Fallback xmlns="">
            <p:pic>
              <p:nvPicPr>
                <p:cNvPr id="18" name="筆跡 17">
                  <a:extLst>
                    <a:ext uri="{FF2B5EF4-FFF2-40B4-BE49-F238E27FC236}">
                      <a16:creationId xmlns:a16="http://schemas.microsoft.com/office/drawing/2014/main" id="{554F601B-7D35-F812-2C8C-4F0164163161}"/>
                    </a:ext>
                  </a:extLst>
                </p:cNvPr>
                <p:cNvPicPr/>
                <p:nvPr/>
              </p:nvPicPr>
              <p:blipFill>
                <a:blip r:embed="rId25"/>
                <a:stretch>
                  <a:fillRect/>
                </a:stretch>
              </p:blipFill>
              <p:spPr>
                <a:xfrm>
                  <a:off x="9444265" y="1342081"/>
                  <a:ext cx="234000" cy="261378"/>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筆跡 18">
                  <a:extLst>
                    <a:ext uri="{FF2B5EF4-FFF2-40B4-BE49-F238E27FC236}">
                      <a16:creationId xmlns:a16="http://schemas.microsoft.com/office/drawing/2014/main" id="{220D8846-ED4C-5821-82BC-C91440B41204}"/>
                    </a:ext>
                  </a:extLst>
                </p14:cNvPr>
                <p14:cNvContentPartPr/>
                <p14:nvPr/>
              </p14:nvContentPartPr>
              <p14:xfrm>
                <a:off x="9689425" y="1360450"/>
                <a:ext cx="12960" cy="226440"/>
              </p14:xfrm>
            </p:contentPart>
          </mc:Choice>
          <mc:Fallback xmlns="">
            <p:pic>
              <p:nvPicPr>
                <p:cNvPr id="19" name="筆跡 18">
                  <a:extLst>
                    <a:ext uri="{FF2B5EF4-FFF2-40B4-BE49-F238E27FC236}">
                      <a16:creationId xmlns:a16="http://schemas.microsoft.com/office/drawing/2014/main" id="{220D8846-ED4C-5821-82BC-C91440B41204}"/>
                    </a:ext>
                  </a:extLst>
                </p:cNvPr>
                <p:cNvPicPr/>
                <p:nvPr/>
              </p:nvPicPr>
              <p:blipFill>
                <a:blip r:embed="rId27"/>
                <a:stretch>
                  <a:fillRect/>
                </a:stretch>
              </p:blipFill>
              <p:spPr>
                <a:xfrm>
                  <a:off x="9683130" y="1354330"/>
                  <a:ext cx="2555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筆跡 19">
                  <a:extLst>
                    <a:ext uri="{FF2B5EF4-FFF2-40B4-BE49-F238E27FC236}">
                      <a16:creationId xmlns:a16="http://schemas.microsoft.com/office/drawing/2014/main" id="{C0B5EFD8-6B8D-2D58-F372-8E26B53B5405}"/>
                    </a:ext>
                  </a:extLst>
                </p14:cNvPr>
                <p14:cNvContentPartPr/>
                <p14:nvPr/>
              </p14:nvContentPartPr>
              <p14:xfrm>
                <a:off x="9510145" y="1492210"/>
                <a:ext cx="59400" cy="74880"/>
              </p14:xfrm>
            </p:contentPart>
          </mc:Choice>
          <mc:Fallback xmlns="">
            <p:pic>
              <p:nvPicPr>
                <p:cNvPr id="20" name="筆跡 19">
                  <a:extLst>
                    <a:ext uri="{FF2B5EF4-FFF2-40B4-BE49-F238E27FC236}">
                      <a16:creationId xmlns:a16="http://schemas.microsoft.com/office/drawing/2014/main" id="{C0B5EFD8-6B8D-2D58-F372-8E26B53B5405}"/>
                    </a:ext>
                  </a:extLst>
                </p:cNvPr>
                <p:cNvPicPr/>
                <p:nvPr/>
              </p:nvPicPr>
              <p:blipFill>
                <a:blip r:embed="rId29"/>
                <a:stretch>
                  <a:fillRect/>
                </a:stretch>
              </p:blipFill>
              <p:spPr>
                <a:xfrm>
                  <a:off x="9504025" y="1486119"/>
                  <a:ext cx="71640" cy="87061"/>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筆跡 20">
                  <a:extLst>
                    <a:ext uri="{FF2B5EF4-FFF2-40B4-BE49-F238E27FC236}">
                      <a16:creationId xmlns:a16="http://schemas.microsoft.com/office/drawing/2014/main" id="{0197194A-58A8-CCA9-EFF1-BAB44C6799C0}"/>
                    </a:ext>
                  </a:extLst>
                </p14:cNvPr>
                <p14:cNvContentPartPr/>
                <p14:nvPr/>
              </p14:nvContentPartPr>
              <p14:xfrm>
                <a:off x="9561265" y="1482490"/>
                <a:ext cx="55800" cy="66240"/>
              </p14:xfrm>
            </p:contentPart>
          </mc:Choice>
          <mc:Fallback xmlns="">
            <p:pic>
              <p:nvPicPr>
                <p:cNvPr id="21" name="筆跡 20">
                  <a:extLst>
                    <a:ext uri="{FF2B5EF4-FFF2-40B4-BE49-F238E27FC236}">
                      <a16:creationId xmlns:a16="http://schemas.microsoft.com/office/drawing/2014/main" id="{0197194A-58A8-CCA9-EFF1-BAB44C6799C0}"/>
                    </a:ext>
                  </a:extLst>
                </p:cNvPr>
                <p:cNvPicPr/>
                <p:nvPr/>
              </p:nvPicPr>
              <p:blipFill>
                <a:blip r:embed="rId31"/>
                <a:stretch>
                  <a:fillRect/>
                </a:stretch>
              </p:blipFill>
              <p:spPr>
                <a:xfrm>
                  <a:off x="9555105" y="1476370"/>
                  <a:ext cx="68119"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筆跡 21">
                  <a:extLst>
                    <a:ext uri="{FF2B5EF4-FFF2-40B4-BE49-F238E27FC236}">
                      <a16:creationId xmlns:a16="http://schemas.microsoft.com/office/drawing/2014/main" id="{4B4110FD-3916-FF5D-7D6A-DD59D73EF137}"/>
                    </a:ext>
                  </a:extLst>
                </p14:cNvPr>
                <p14:cNvContentPartPr/>
                <p14:nvPr/>
              </p14:nvContentPartPr>
              <p14:xfrm>
                <a:off x="9626785" y="1496890"/>
                <a:ext cx="42840" cy="58680"/>
              </p14:xfrm>
            </p:contentPart>
          </mc:Choice>
          <mc:Fallback xmlns="">
            <p:pic>
              <p:nvPicPr>
                <p:cNvPr id="22" name="筆跡 21">
                  <a:extLst>
                    <a:ext uri="{FF2B5EF4-FFF2-40B4-BE49-F238E27FC236}">
                      <a16:creationId xmlns:a16="http://schemas.microsoft.com/office/drawing/2014/main" id="{4B4110FD-3916-FF5D-7D6A-DD59D73EF137}"/>
                    </a:ext>
                  </a:extLst>
                </p:cNvPr>
                <p:cNvPicPr/>
                <p:nvPr/>
              </p:nvPicPr>
              <p:blipFill>
                <a:blip r:embed="rId33"/>
                <a:stretch>
                  <a:fillRect/>
                </a:stretch>
              </p:blipFill>
              <p:spPr>
                <a:xfrm>
                  <a:off x="9620665" y="1490770"/>
                  <a:ext cx="550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筆跡 22">
                  <a:extLst>
                    <a:ext uri="{FF2B5EF4-FFF2-40B4-BE49-F238E27FC236}">
                      <a16:creationId xmlns:a16="http://schemas.microsoft.com/office/drawing/2014/main" id="{E8456181-02BE-4AE0-CEEE-50C3A3D45E45}"/>
                    </a:ext>
                  </a:extLst>
                </p14:cNvPr>
                <p14:cNvContentPartPr/>
                <p14:nvPr/>
              </p14:nvContentPartPr>
              <p14:xfrm>
                <a:off x="9664945" y="1437490"/>
                <a:ext cx="32760" cy="35640"/>
              </p14:xfrm>
            </p:contentPart>
          </mc:Choice>
          <mc:Fallback xmlns="">
            <p:pic>
              <p:nvPicPr>
                <p:cNvPr id="23" name="筆跡 22">
                  <a:extLst>
                    <a:ext uri="{FF2B5EF4-FFF2-40B4-BE49-F238E27FC236}">
                      <a16:creationId xmlns:a16="http://schemas.microsoft.com/office/drawing/2014/main" id="{E8456181-02BE-4AE0-CEEE-50C3A3D45E45}"/>
                    </a:ext>
                  </a:extLst>
                </p:cNvPr>
                <p:cNvPicPr/>
                <p:nvPr/>
              </p:nvPicPr>
              <p:blipFill>
                <a:blip r:embed="rId35"/>
                <a:stretch>
                  <a:fillRect/>
                </a:stretch>
              </p:blipFill>
              <p:spPr>
                <a:xfrm>
                  <a:off x="9658825" y="1431431"/>
                  <a:ext cx="45000" cy="47758"/>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筆跡 23">
                  <a:extLst>
                    <a:ext uri="{FF2B5EF4-FFF2-40B4-BE49-F238E27FC236}">
                      <a16:creationId xmlns:a16="http://schemas.microsoft.com/office/drawing/2014/main" id="{381D2BC5-7429-E855-950F-704A8B099327}"/>
                    </a:ext>
                  </a:extLst>
                </p14:cNvPr>
                <p14:cNvContentPartPr/>
                <p14:nvPr/>
              </p14:nvContentPartPr>
              <p14:xfrm>
                <a:off x="9679345" y="1460890"/>
                <a:ext cx="21600" cy="33480"/>
              </p14:xfrm>
            </p:contentPart>
          </mc:Choice>
          <mc:Fallback xmlns="">
            <p:pic>
              <p:nvPicPr>
                <p:cNvPr id="24" name="筆跡 23">
                  <a:extLst>
                    <a:ext uri="{FF2B5EF4-FFF2-40B4-BE49-F238E27FC236}">
                      <a16:creationId xmlns:a16="http://schemas.microsoft.com/office/drawing/2014/main" id="{381D2BC5-7429-E855-950F-704A8B099327}"/>
                    </a:ext>
                  </a:extLst>
                </p:cNvPr>
                <p:cNvPicPr/>
                <p:nvPr/>
              </p:nvPicPr>
              <p:blipFill>
                <a:blip r:embed="rId37"/>
                <a:stretch>
                  <a:fillRect/>
                </a:stretch>
              </p:blipFill>
              <p:spPr>
                <a:xfrm>
                  <a:off x="9673225" y="1454770"/>
                  <a:ext cx="3384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筆跡 25">
                  <a:extLst>
                    <a:ext uri="{FF2B5EF4-FFF2-40B4-BE49-F238E27FC236}">
                      <a16:creationId xmlns:a16="http://schemas.microsoft.com/office/drawing/2014/main" id="{BDCD4577-645C-8FE9-6B04-14C220C0AB6A}"/>
                    </a:ext>
                  </a:extLst>
                </p14:cNvPr>
                <p14:cNvContentPartPr/>
                <p14:nvPr/>
              </p14:nvContentPartPr>
              <p14:xfrm>
                <a:off x="9465145" y="1679050"/>
                <a:ext cx="61560" cy="42120"/>
              </p14:xfrm>
            </p:contentPart>
          </mc:Choice>
          <mc:Fallback xmlns="">
            <p:pic>
              <p:nvPicPr>
                <p:cNvPr id="26" name="筆跡 25">
                  <a:extLst>
                    <a:ext uri="{FF2B5EF4-FFF2-40B4-BE49-F238E27FC236}">
                      <a16:creationId xmlns:a16="http://schemas.microsoft.com/office/drawing/2014/main" id="{BDCD4577-645C-8FE9-6B04-14C220C0AB6A}"/>
                    </a:ext>
                  </a:extLst>
                </p:cNvPr>
                <p:cNvPicPr/>
                <p:nvPr/>
              </p:nvPicPr>
              <p:blipFill>
                <a:blip r:embed="rId39"/>
                <a:stretch>
                  <a:fillRect/>
                </a:stretch>
              </p:blipFill>
              <p:spPr>
                <a:xfrm>
                  <a:off x="9459025" y="1672930"/>
                  <a:ext cx="738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筆跡 26">
                  <a:extLst>
                    <a:ext uri="{FF2B5EF4-FFF2-40B4-BE49-F238E27FC236}">
                      <a16:creationId xmlns:a16="http://schemas.microsoft.com/office/drawing/2014/main" id="{A82AD46C-4227-DD97-8E6F-B6D46FE16E41}"/>
                    </a:ext>
                  </a:extLst>
                </p14:cNvPr>
                <p14:cNvContentPartPr/>
                <p14:nvPr/>
              </p14:nvContentPartPr>
              <p14:xfrm>
                <a:off x="9481345" y="1656730"/>
                <a:ext cx="113400" cy="80280"/>
              </p14:xfrm>
            </p:contentPart>
          </mc:Choice>
          <mc:Fallback xmlns="">
            <p:pic>
              <p:nvPicPr>
                <p:cNvPr id="27" name="筆跡 26">
                  <a:extLst>
                    <a:ext uri="{FF2B5EF4-FFF2-40B4-BE49-F238E27FC236}">
                      <a16:creationId xmlns:a16="http://schemas.microsoft.com/office/drawing/2014/main" id="{A82AD46C-4227-DD97-8E6F-B6D46FE16E41}"/>
                    </a:ext>
                  </a:extLst>
                </p:cNvPr>
                <p:cNvPicPr/>
                <p:nvPr/>
              </p:nvPicPr>
              <p:blipFill>
                <a:blip r:embed="rId41"/>
                <a:stretch>
                  <a:fillRect/>
                </a:stretch>
              </p:blipFill>
              <p:spPr>
                <a:xfrm>
                  <a:off x="9475225" y="1650610"/>
                  <a:ext cx="1256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5" name="筆跡 34">
                  <a:extLst>
                    <a:ext uri="{FF2B5EF4-FFF2-40B4-BE49-F238E27FC236}">
                      <a16:creationId xmlns:a16="http://schemas.microsoft.com/office/drawing/2014/main" id="{4C323021-5327-7578-1682-73907DDBD16F}"/>
                    </a:ext>
                  </a:extLst>
                </p14:cNvPr>
                <p14:cNvContentPartPr/>
                <p14:nvPr/>
              </p14:nvContentPartPr>
              <p14:xfrm>
                <a:off x="9241225" y="1578250"/>
                <a:ext cx="67320" cy="150120"/>
              </p14:xfrm>
            </p:contentPart>
          </mc:Choice>
          <mc:Fallback xmlns="">
            <p:pic>
              <p:nvPicPr>
                <p:cNvPr id="35" name="筆跡 34">
                  <a:extLst>
                    <a:ext uri="{FF2B5EF4-FFF2-40B4-BE49-F238E27FC236}">
                      <a16:creationId xmlns:a16="http://schemas.microsoft.com/office/drawing/2014/main" id="{4C323021-5327-7578-1682-73907DDBD16F}"/>
                    </a:ext>
                  </a:extLst>
                </p:cNvPr>
                <p:cNvPicPr/>
                <p:nvPr/>
              </p:nvPicPr>
              <p:blipFill>
                <a:blip r:embed="rId43"/>
                <a:stretch>
                  <a:fillRect/>
                </a:stretch>
              </p:blipFill>
              <p:spPr>
                <a:xfrm>
                  <a:off x="9235105" y="1572130"/>
                  <a:ext cx="7956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6" name="筆跡 35">
                  <a:extLst>
                    <a:ext uri="{FF2B5EF4-FFF2-40B4-BE49-F238E27FC236}">
                      <a16:creationId xmlns:a16="http://schemas.microsoft.com/office/drawing/2014/main" id="{8EB7A325-4065-B7CD-8870-83E1F158B8B2}"/>
                    </a:ext>
                  </a:extLst>
                </p14:cNvPr>
                <p14:cNvContentPartPr/>
                <p14:nvPr/>
              </p14:nvContentPartPr>
              <p14:xfrm>
                <a:off x="9227545" y="1723330"/>
                <a:ext cx="14400" cy="50400"/>
              </p14:xfrm>
            </p:contentPart>
          </mc:Choice>
          <mc:Fallback xmlns="">
            <p:pic>
              <p:nvPicPr>
                <p:cNvPr id="36" name="筆跡 35">
                  <a:extLst>
                    <a:ext uri="{FF2B5EF4-FFF2-40B4-BE49-F238E27FC236}">
                      <a16:creationId xmlns:a16="http://schemas.microsoft.com/office/drawing/2014/main" id="{8EB7A325-4065-B7CD-8870-83E1F158B8B2}"/>
                    </a:ext>
                  </a:extLst>
                </p:cNvPr>
                <p:cNvPicPr/>
                <p:nvPr/>
              </p:nvPicPr>
              <p:blipFill>
                <a:blip r:embed="rId45"/>
                <a:stretch>
                  <a:fillRect/>
                </a:stretch>
              </p:blipFill>
              <p:spPr>
                <a:xfrm>
                  <a:off x="9221574" y="1717166"/>
                  <a:ext cx="26341" cy="62728"/>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筆跡 37">
                  <a:extLst>
                    <a:ext uri="{FF2B5EF4-FFF2-40B4-BE49-F238E27FC236}">
                      <a16:creationId xmlns:a16="http://schemas.microsoft.com/office/drawing/2014/main" id="{695EAACB-A258-C066-BFBE-8950B7056099}"/>
                    </a:ext>
                  </a:extLst>
                </p14:cNvPr>
                <p14:cNvContentPartPr/>
                <p14:nvPr/>
              </p14:nvContentPartPr>
              <p14:xfrm>
                <a:off x="9250225" y="1571050"/>
                <a:ext cx="361440" cy="184680"/>
              </p14:xfrm>
            </p:contentPart>
          </mc:Choice>
          <mc:Fallback xmlns="">
            <p:pic>
              <p:nvPicPr>
                <p:cNvPr id="38" name="筆跡 37">
                  <a:extLst>
                    <a:ext uri="{FF2B5EF4-FFF2-40B4-BE49-F238E27FC236}">
                      <a16:creationId xmlns:a16="http://schemas.microsoft.com/office/drawing/2014/main" id="{695EAACB-A258-C066-BFBE-8950B7056099}"/>
                    </a:ext>
                  </a:extLst>
                </p:cNvPr>
                <p:cNvPicPr/>
                <p:nvPr/>
              </p:nvPicPr>
              <p:blipFill>
                <a:blip r:embed="rId47"/>
                <a:stretch>
                  <a:fillRect/>
                </a:stretch>
              </p:blipFill>
              <p:spPr>
                <a:xfrm>
                  <a:off x="9244105" y="1564918"/>
                  <a:ext cx="373680" cy="196944"/>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0" name="筆跡 39">
                  <a:extLst>
                    <a:ext uri="{FF2B5EF4-FFF2-40B4-BE49-F238E27FC236}">
                      <a16:creationId xmlns:a16="http://schemas.microsoft.com/office/drawing/2014/main" id="{3876AA86-556B-0C63-E5ED-6D78B16AEEFC}"/>
                    </a:ext>
                  </a:extLst>
                </p14:cNvPr>
                <p14:cNvContentPartPr/>
                <p14:nvPr/>
              </p14:nvContentPartPr>
              <p14:xfrm>
                <a:off x="9075625" y="1568170"/>
                <a:ext cx="150120" cy="176040"/>
              </p14:xfrm>
            </p:contentPart>
          </mc:Choice>
          <mc:Fallback xmlns="">
            <p:pic>
              <p:nvPicPr>
                <p:cNvPr id="40" name="筆跡 39">
                  <a:extLst>
                    <a:ext uri="{FF2B5EF4-FFF2-40B4-BE49-F238E27FC236}">
                      <a16:creationId xmlns:a16="http://schemas.microsoft.com/office/drawing/2014/main" id="{3876AA86-556B-0C63-E5ED-6D78B16AEEFC}"/>
                    </a:ext>
                  </a:extLst>
                </p:cNvPr>
                <p:cNvPicPr/>
                <p:nvPr/>
              </p:nvPicPr>
              <p:blipFill>
                <a:blip r:embed="rId49"/>
                <a:stretch>
                  <a:fillRect/>
                </a:stretch>
              </p:blipFill>
              <p:spPr>
                <a:xfrm>
                  <a:off x="9069505" y="1562050"/>
                  <a:ext cx="162360" cy="188280"/>
                </a:xfrm>
                <a:prstGeom prst="rect">
                  <a:avLst/>
                </a:prstGeom>
              </p:spPr>
            </p:pic>
          </mc:Fallback>
        </mc:AlternateContent>
      </p:grpSp>
      <p:grpSp>
        <p:nvGrpSpPr>
          <p:cNvPr id="52" name="群組 51">
            <a:extLst>
              <a:ext uri="{FF2B5EF4-FFF2-40B4-BE49-F238E27FC236}">
                <a16:creationId xmlns:a16="http://schemas.microsoft.com/office/drawing/2014/main" id="{1338E29C-AAE1-91F6-4379-3275A7169ECA}"/>
              </a:ext>
            </a:extLst>
          </p:cNvPr>
          <p:cNvGrpSpPr/>
          <p:nvPr/>
        </p:nvGrpSpPr>
        <p:grpSpPr>
          <a:xfrm>
            <a:off x="9702385" y="1930330"/>
            <a:ext cx="507960" cy="209160"/>
            <a:chOff x="9702385" y="1930330"/>
            <a:chExt cx="507960" cy="209160"/>
          </a:xfrm>
        </p:grpSpPr>
        <mc:AlternateContent xmlns:mc="http://schemas.openxmlformats.org/markup-compatibility/2006" xmlns:p14="http://schemas.microsoft.com/office/powerpoint/2010/main">
          <mc:Choice Requires="p14">
            <p:contentPart p14:bwMode="auto" r:id="rId50">
              <p14:nvContentPartPr>
                <p14:cNvPr id="50" name="筆跡 49">
                  <a:extLst>
                    <a:ext uri="{FF2B5EF4-FFF2-40B4-BE49-F238E27FC236}">
                      <a16:creationId xmlns:a16="http://schemas.microsoft.com/office/drawing/2014/main" id="{DF176379-BECE-5C57-56DB-7B513043C47F}"/>
                    </a:ext>
                  </a:extLst>
                </p14:cNvPr>
                <p14:cNvContentPartPr/>
                <p14:nvPr/>
              </p14:nvContentPartPr>
              <p14:xfrm>
                <a:off x="9702385" y="1930330"/>
                <a:ext cx="457920" cy="189720"/>
              </p14:xfrm>
            </p:contentPart>
          </mc:Choice>
          <mc:Fallback xmlns="">
            <p:pic>
              <p:nvPicPr>
                <p:cNvPr id="50" name="筆跡 49">
                  <a:extLst>
                    <a:ext uri="{FF2B5EF4-FFF2-40B4-BE49-F238E27FC236}">
                      <a16:creationId xmlns:a16="http://schemas.microsoft.com/office/drawing/2014/main" id="{DF176379-BECE-5C57-56DB-7B513043C47F}"/>
                    </a:ext>
                  </a:extLst>
                </p:cNvPr>
                <p:cNvPicPr/>
                <p:nvPr/>
              </p:nvPicPr>
              <p:blipFill>
                <a:blip r:embed="rId51"/>
                <a:stretch>
                  <a:fillRect/>
                </a:stretch>
              </p:blipFill>
              <p:spPr>
                <a:xfrm>
                  <a:off x="9696265" y="1924198"/>
                  <a:ext cx="470160" cy="201983"/>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1" name="筆跡 50">
                  <a:extLst>
                    <a:ext uri="{FF2B5EF4-FFF2-40B4-BE49-F238E27FC236}">
                      <a16:creationId xmlns:a16="http://schemas.microsoft.com/office/drawing/2014/main" id="{F2D6AD53-FB16-71BF-692A-1C344D1B57B0}"/>
                    </a:ext>
                  </a:extLst>
                </p14:cNvPr>
                <p14:cNvContentPartPr/>
                <p14:nvPr/>
              </p14:nvContentPartPr>
              <p14:xfrm>
                <a:off x="10023505" y="2047330"/>
                <a:ext cx="186840" cy="92160"/>
              </p14:xfrm>
            </p:contentPart>
          </mc:Choice>
          <mc:Fallback xmlns="">
            <p:pic>
              <p:nvPicPr>
                <p:cNvPr id="51" name="筆跡 50">
                  <a:extLst>
                    <a:ext uri="{FF2B5EF4-FFF2-40B4-BE49-F238E27FC236}">
                      <a16:creationId xmlns:a16="http://schemas.microsoft.com/office/drawing/2014/main" id="{F2D6AD53-FB16-71BF-692A-1C344D1B57B0}"/>
                    </a:ext>
                  </a:extLst>
                </p:cNvPr>
                <p:cNvPicPr/>
                <p:nvPr/>
              </p:nvPicPr>
              <p:blipFill>
                <a:blip r:embed="rId53"/>
                <a:stretch>
                  <a:fillRect/>
                </a:stretch>
              </p:blipFill>
              <p:spPr>
                <a:xfrm>
                  <a:off x="10017385" y="2041210"/>
                  <a:ext cx="199080" cy="104400"/>
                </a:xfrm>
                <a:prstGeom prst="rect">
                  <a:avLst/>
                </a:prstGeom>
              </p:spPr>
            </p:pic>
          </mc:Fallback>
        </mc:AlternateContent>
      </p:grpSp>
      <p:grpSp>
        <p:nvGrpSpPr>
          <p:cNvPr id="93" name="群組 92">
            <a:extLst>
              <a:ext uri="{FF2B5EF4-FFF2-40B4-BE49-F238E27FC236}">
                <a16:creationId xmlns:a16="http://schemas.microsoft.com/office/drawing/2014/main" id="{A3630573-7744-ADC3-98E9-707ADFB17E0F}"/>
              </a:ext>
            </a:extLst>
          </p:cNvPr>
          <p:cNvGrpSpPr/>
          <p:nvPr/>
        </p:nvGrpSpPr>
        <p:grpSpPr>
          <a:xfrm>
            <a:off x="10470625" y="2018170"/>
            <a:ext cx="421200" cy="453240"/>
            <a:chOff x="10470625" y="2018170"/>
            <a:chExt cx="421200" cy="453240"/>
          </a:xfrm>
        </p:grpSpPr>
        <mc:AlternateContent xmlns:mc="http://schemas.openxmlformats.org/markup-compatibility/2006" xmlns:p14="http://schemas.microsoft.com/office/powerpoint/2010/main">
          <mc:Choice Requires="p14">
            <p:contentPart p14:bwMode="auto" r:id="rId54">
              <p14:nvContentPartPr>
                <p14:cNvPr id="85" name="筆跡 84">
                  <a:extLst>
                    <a:ext uri="{FF2B5EF4-FFF2-40B4-BE49-F238E27FC236}">
                      <a16:creationId xmlns:a16="http://schemas.microsoft.com/office/drawing/2014/main" id="{943D342F-CFF2-6840-19D2-64679F093536}"/>
                    </a:ext>
                  </a:extLst>
                </p14:cNvPr>
                <p14:cNvContentPartPr/>
                <p14:nvPr/>
              </p14:nvContentPartPr>
              <p14:xfrm>
                <a:off x="10470985" y="2018170"/>
                <a:ext cx="310680" cy="435600"/>
              </p14:xfrm>
            </p:contentPart>
          </mc:Choice>
          <mc:Fallback xmlns="">
            <p:pic>
              <p:nvPicPr>
                <p:cNvPr id="85" name="筆跡 84">
                  <a:extLst>
                    <a:ext uri="{FF2B5EF4-FFF2-40B4-BE49-F238E27FC236}">
                      <a16:creationId xmlns:a16="http://schemas.microsoft.com/office/drawing/2014/main" id="{943D342F-CFF2-6840-19D2-64679F093536}"/>
                    </a:ext>
                  </a:extLst>
                </p:cNvPr>
                <p:cNvPicPr/>
                <p:nvPr/>
              </p:nvPicPr>
              <p:blipFill>
                <a:blip r:embed="rId55"/>
                <a:stretch>
                  <a:fillRect/>
                </a:stretch>
              </p:blipFill>
              <p:spPr>
                <a:xfrm>
                  <a:off x="10464865" y="2012050"/>
                  <a:ext cx="322920" cy="447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86" name="筆跡 85">
                  <a:extLst>
                    <a:ext uri="{FF2B5EF4-FFF2-40B4-BE49-F238E27FC236}">
                      <a16:creationId xmlns:a16="http://schemas.microsoft.com/office/drawing/2014/main" id="{ACC4D404-6488-A923-B3F1-9D33882E0F9B}"/>
                    </a:ext>
                  </a:extLst>
                </p14:cNvPr>
                <p14:cNvContentPartPr/>
                <p14:nvPr/>
              </p14:nvContentPartPr>
              <p14:xfrm>
                <a:off x="10500865" y="2027530"/>
                <a:ext cx="358200" cy="443880"/>
              </p14:xfrm>
            </p:contentPart>
          </mc:Choice>
          <mc:Fallback xmlns="">
            <p:pic>
              <p:nvPicPr>
                <p:cNvPr id="86" name="筆跡 85">
                  <a:extLst>
                    <a:ext uri="{FF2B5EF4-FFF2-40B4-BE49-F238E27FC236}">
                      <a16:creationId xmlns:a16="http://schemas.microsoft.com/office/drawing/2014/main" id="{ACC4D404-6488-A923-B3F1-9D33882E0F9B}"/>
                    </a:ext>
                  </a:extLst>
                </p:cNvPr>
                <p:cNvPicPr/>
                <p:nvPr/>
              </p:nvPicPr>
              <p:blipFill>
                <a:blip r:embed="rId57"/>
                <a:stretch>
                  <a:fillRect/>
                </a:stretch>
              </p:blipFill>
              <p:spPr>
                <a:xfrm>
                  <a:off x="10494745" y="2021405"/>
                  <a:ext cx="370440" cy="45613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87" name="筆跡 86">
                  <a:extLst>
                    <a:ext uri="{FF2B5EF4-FFF2-40B4-BE49-F238E27FC236}">
                      <a16:creationId xmlns:a16="http://schemas.microsoft.com/office/drawing/2014/main" id="{D5B2C203-20CB-4426-8FCB-CB4226FFC817}"/>
                    </a:ext>
                  </a:extLst>
                </p14:cNvPr>
                <p14:cNvContentPartPr/>
                <p14:nvPr/>
              </p14:nvContentPartPr>
              <p14:xfrm>
                <a:off x="10470625" y="2355490"/>
                <a:ext cx="182880" cy="73800"/>
              </p14:xfrm>
            </p:contentPart>
          </mc:Choice>
          <mc:Fallback xmlns="">
            <p:pic>
              <p:nvPicPr>
                <p:cNvPr id="87" name="筆跡 86">
                  <a:extLst>
                    <a:ext uri="{FF2B5EF4-FFF2-40B4-BE49-F238E27FC236}">
                      <a16:creationId xmlns:a16="http://schemas.microsoft.com/office/drawing/2014/main" id="{D5B2C203-20CB-4426-8FCB-CB4226FFC817}"/>
                    </a:ext>
                  </a:extLst>
                </p:cNvPr>
                <p:cNvPicPr/>
                <p:nvPr/>
              </p:nvPicPr>
              <p:blipFill>
                <a:blip r:embed="rId59"/>
                <a:stretch>
                  <a:fillRect/>
                </a:stretch>
              </p:blipFill>
              <p:spPr>
                <a:xfrm>
                  <a:off x="10464493" y="2349370"/>
                  <a:ext cx="195144"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88" name="筆跡 87">
                  <a:extLst>
                    <a:ext uri="{FF2B5EF4-FFF2-40B4-BE49-F238E27FC236}">
                      <a16:creationId xmlns:a16="http://schemas.microsoft.com/office/drawing/2014/main" id="{021867FD-2E9E-36B3-E1E6-2517B50596A3}"/>
                    </a:ext>
                  </a:extLst>
                </p14:cNvPr>
                <p14:cNvContentPartPr/>
                <p14:nvPr/>
              </p14:nvContentPartPr>
              <p14:xfrm>
                <a:off x="10518145" y="2307970"/>
                <a:ext cx="207360" cy="77040"/>
              </p14:xfrm>
            </p:contentPart>
          </mc:Choice>
          <mc:Fallback xmlns="">
            <p:pic>
              <p:nvPicPr>
                <p:cNvPr id="88" name="筆跡 87">
                  <a:extLst>
                    <a:ext uri="{FF2B5EF4-FFF2-40B4-BE49-F238E27FC236}">
                      <a16:creationId xmlns:a16="http://schemas.microsoft.com/office/drawing/2014/main" id="{021867FD-2E9E-36B3-E1E6-2517B50596A3}"/>
                    </a:ext>
                  </a:extLst>
                </p:cNvPr>
                <p:cNvPicPr/>
                <p:nvPr/>
              </p:nvPicPr>
              <p:blipFill>
                <a:blip r:embed="rId61"/>
                <a:stretch>
                  <a:fillRect/>
                </a:stretch>
              </p:blipFill>
              <p:spPr>
                <a:xfrm>
                  <a:off x="10512025" y="2301878"/>
                  <a:ext cx="219600" cy="89223"/>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89" name="筆跡 88">
                  <a:extLst>
                    <a:ext uri="{FF2B5EF4-FFF2-40B4-BE49-F238E27FC236}">
                      <a16:creationId xmlns:a16="http://schemas.microsoft.com/office/drawing/2014/main" id="{8ADCD917-3A7F-292B-17CE-878E70C2DA29}"/>
                    </a:ext>
                  </a:extLst>
                </p14:cNvPr>
                <p14:cNvContentPartPr/>
                <p14:nvPr/>
              </p14:nvContentPartPr>
              <p14:xfrm>
                <a:off x="10569985" y="2255410"/>
                <a:ext cx="218520" cy="103680"/>
              </p14:xfrm>
            </p:contentPart>
          </mc:Choice>
          <mc:Fallback xmlns="">
            <p:pic>
              <p:nvPicPr>
                <p:cNvPr id="89" name="筆跡 88">
                  <a:extLst>
                    <a:ext uri="{FF2B5EF4-FFF2-40B4-BE49-F238E27FC236}">
                      <a16:creationId xmlns:a16="http://schemas.microsoft.com/office/drawing/2014/main" id="{8ADCD917-3A7F-292B-17CE-878E70C2DA29}"/>
                    </a:ext>
                  </a:extLst>
                </p:cNvPr>
                <p:cNvPicPr/>
                <p:nvPr/>
              </p:nvPicPr>
              <p:blipFill>
                <a:blip r:embed="rId63"/>
                <a:stretch>
                  <a:fillRect/>
                </a:stretch>
              </p:blipFill>
              <p:spPr>
                <a:xfrm>
                  <a:off x="10563855" y="2249290"/>
                  <a:ext cx="2307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0" name="筆跡 89">
                  <a:extLst>
                    <a:ext uri="{FF2B5EF4-FFF2-40B4-BE49-F238E27FC236}">
                      <a16:creationId xmlns:a16="http://schemas.microsoft.com/office/drawing/2014/main" id="{FB031CFD-6ABF-B523-3D66-CB9C18387E47}"/>
                    </a:ext>
                  </a:extLst>
                </p14:cNvPr>
                <p14:cNvContentPartPr/>
                <p14:nvPr/>
              </p14:nvContentPartPr>
              <p14:xfrm>
                <a:off x="10554865" y="2145250"/>
                <a:ext cx="217080" cy="77400"/>
              </p14:xfrm>
            </p:contentPart>
          </mc:Choice>
          <mc:Fallback xmlns="">
            <p:pic>
              <p:nvPicPr>
                <p:cNvPr id="90" name="筆跡 89">
                  <a:extLst>
                    <a:ext uri="{FF2B5EF4-FFF2-40B4-BE49-F238E27FC236}">
                      <a16:creationId xmlns:a16="http://schemas.microsoft.com/office/drawing/2014/main" id="{FB031CFD-6ABF-B523-3D66-CB9C18387E47}"/>
                    </a:ext>
                  </a:extLst>
                </p:cNvPr>
                <p:cNvPicPr/>
                <p:nvPr/>
              </p:nvPicPr>
              <p:blipFill>
                <a:blip r:embed="rId65"/>
                <a:stretch>
                  <a:fillRect/>
                </a:stretch>
              </p:blipFill>
              <p:spPr>
                <a:xfrm>
                  <a:off x="10548745" y="2139101"/>
                  <a:ext cx="229320" cy="89697"/>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1" name="筆跡 90">
                  <a:extLst>
                    <a:ext uri="{FF2B5EF4-FFF2-40B4-BE49-F238E27FC236}">
                      <a16:creationId xmlns:a16="http://schemas.microsoft.com/office/drawing/2014/main" id="{459C18CF-F215-5D54-0623-80A2FEF05EB8}"/>
                    </a:ext>
                  </a:extLst>
                </p14:cNvPr>
                <p14:cNvContentPartPr/>
                <p14:nvPr/>
              </p14:nvContentPartPr>
              <p14:xfrm>
                <a:off x="10639825" y="2069290"/>
                <a:ext cx="252000" cy="95400"/>
              </p14:xfrm>
            </p:contentPart>
          </mc:Choice>
          <mc:Fallback xmlns="">
            <p:pic>
              <p:nvPicPr>
                <p:cNvPr id="91" name="筆跡 90">
                  <a:extLst>
                    <a:ext uri="{FF2B5EF4-FFF2-40B4-BE49-F238E27FC236}">
                      <a16:creationId xmlns:a16="http://schemas.microsoft.com/office/drawing/2014/main" id="{459C18CF-F215-5D54-0623-80A2FEF05EB8}"/>
                    </a:ext>
                  </a:extLst>
                </p:cNvPr>
                <p:cNvPicPr/>
                <p:nvPr/>
              </p:nvPicPr>
              <p:blipFill>
                <a:blip r:embed="rId67"/>
                <a:stretch>
                  <a:fillRect/>
                </a:stretch>
              </p:blipFill>
              <p:spPr>
                <a:xfrm>
                  <a:off x="10633696" y="2063170"/>
                  <a:ext cx="264258"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92" name="筆跡 91">
                  <a:extLst>
                    <a:ext uri="{FF2B5EF4-FFF2-40B4-BE49-F238E27FC236}">
                      <a16:creationId xmlns:a16="http://schemas.microsoft.com/office/drawing/2014/main" id="{CE37E0FB-2A1C-60DC-E828-920123B7916A}"/>
                    </a:ext>
                  </a:extLst>
                </p14:cNvPr>
                <p14:cNvContentPartPr/>
                <p14:nvPr/>
              </p14:nvContentPartPr>
              <p14:xfrm>
                <a:off x="10736665" y="2042290"/>
                <a:ext cx="33480" cy="21960"/>
              </p14:xfrm>
            </p:contentPart>
          </mc:Choice>
          <mc:Fallback xmlns="">
            <p:pic>
              <p:nvPicPr>
                <p:cNvPr id="92" name="筆跡 91">
                  <a:extLst>
                    <a:ext uri="{FF2B5EF4-FFF2-40B4-BE49-F238E27FC236}">
                      <a16:creationId xmlns:a16="http://schemas.microsoft.com/office/drawing/2014/main" id="{CE37E0FB-2A1C-60DC-E828-920123B7916A}"/>
                    </a:ext>
                  </a:extLst>
                </p:cNvPr>
                <p:cNvPicPr/>
                <p:nvPr/>
              </p:nvPicPr>
              <p:blipFill>
                <a:blip r:embed="rId69"/>
                <a:stretch>
                  <a:fillRect/>
                </a:stretch>
              </p:blipFill>
              <p:spPr>
                <a:xfrm>
                  <a:off x="10730545" y="2036170"/>
                  <a:ext cx="45720" cy="34200"/>
                </a:xfrm>
                <a:prstGeom prst="rect">
                  <a:avLst/>
                </a:prstGeom>
              </p:spPr>
            </p:pic>
          </mc:Fallback>
        </mc:AlternateContent>
      </p:grpSp>
      <p:grpSp>
        <p:nvGrpSpPr>
          <p:cNvPr id="102" name="群組 101">
            <a:extLst>
              <a:ext uri="{FF2B5EF4-FFF2-40B4-BE49-F238E27FC236}">
                <a16:creationId xmlns:a16="http://schemas.microsoft.com/office/drawing/2014/main" id="{A8EFE90D-F519-48F3-D416-C895DB2B5B0B}"/>
              </a:ext>
            </a:extLst>
          </p:cNvPr>
          <p:cNvGrpSpPr/>
          <p:nvPr/>
        </p:nvGrpSpPr>
        <p:grpSpPr>
          <a:xfrm>
            <a:off x="8976265" y="1274770"/>
            <a:ext cx="425880" cy="470520"/>
            <a:chOff x="8976265" y="1274770"/>
            <a:chExt cx="425880" cy="470520"/>
          </a:xfrm>
        </p:grpSpPr>
        <mc:AlternateContent xmlns:mc="http://schemas.openxmlformats.org/markup-compatibility/2006" xmlns:p14="http://schemas.microsoft.com/office/powerpoint/2010/main">
          <mc:Choice Requires="p14">
            <p:contentPart p14:bwMode="auto" r:id="rId70">
              <p14:nvContentPartPr>
                <p14:cNvPr id="63" name="筆跡 62">
                  <a:extLst>
                    <a:ext uri="{FF2B5EF4-FFF2-40B4-BE49-F238E27FC236}">
                      <a16:creationId xmlns:a16="http://schemas.microsoft.com/office/drawing/2014/main" id="{ED56B803-4F99-93F8-208D-DE84B70A6E9D}"/>
                    </a:ext>
                  </a:extLst>
                </p14:cNvPr>
                <p14:cNvContentPartPr/>
                <p14:nvPr/>
              </p14:nvContentPartPr>
              <p14:xfrm>
                <a:off x="8976265" y="1274770"/>
                <a:ext cx="396720" cy="296640"/>
              </p14:xfrm>
            </p:contentPart>
          </mc:Choice>
          <mc:Fallback xmlns="">
            <p:pic>
              <p:nvPicPr>
                <p:cNvPr id="63" name="筆跡 62">
                  <a:extLst>
                    <a:ext uri="{FF2B5EF4-FFF2-40B4-BE49-F238E27FC236}">
                      <a16:creationId xmlns:a16="http://schemas.microsoft.com/office/drawing/2014/main" id="{ED56B803-4F99-93F8-208D-DE84B70A6E9D}"/>
                    </a:ext>
                  </a:extLst>
                </p:cNvPr>
                <p:cNvPicPr/>
                <p:nvPr/>
              </p:nvPicPr>
              <p:blipFill>
                <a:blip r:embed="rId71"/>
                <a:stretch>
                  <a:fillRect/>
                </a:stretch>
              </p:blipFill>
              <p:spPr>
                <a:xfrm>
                  <a:off x="8958265" y="1256748"/>
                  <a:ext cx="432360" cy="332323"/>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4" name="筆跡 63">
                  <a:extLst>
                    <a:ext uri="{FF2B5EF4-FFF2-40B4-BE49-F238E27FC236}">
                      <a16:creationId xmlns:a16="http://schemas.microsoft.com/office/drawing/2014/main" id="{D8629416-4A8F-A527-25F3-A138EB0D566B}"/>
                    </a:ext>
                  </a:extLst>
                </p14:cNvPr>
                <p14:cNvContentPartPr/>
                <p14:nvPr/>
              </p14:nvContentPartPr>
              <p14:xfrm>
                <a:off x="9023785" y="1541530"/>
                <a:ext cx="274680" cy="38880"/>
              </p14:xfrm>
            </p:contentPart>
          </mc:Choice>
          <mc:Fallback xmlns="">
            <p:pic>
              <p:nvPicPr>
                <p:cNvPr id="64" name="筆跡 63">
                  <a:extLst>
                    <a:ext uri="{FF2B5EF4-FFF2-40B4-BE49-F238E27FC236}">
                      <a16:creationId xmlns:a16="http://schemas.microsoft.com/office/drawing/2014/main" id="{D8629416-4A8F-A527-25F3-A138EB0D566B}"/>
                    </a:ext>
                  </a:extLst>
                </p:cNvPr>
                <p:cNvPicPr/>
                <p:nvPr/>
              </p:nvPicPr>
              <p:blipFill>
                <a:blip r:embed="rId73"/>
                <a:stretch>
                  <a:fillRect/>
                </a:stretch>
              </p:blipFill>
              <p:spPr>
                <a:xfrm>
                  <a:off x="9005785" y="1523530"/>
                  <a:ext cx="3103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6" name="筆跡 65">
                  <a:extLst>
                    <a:ext uri="{FF2B5EF4-FFF2-40B4-BE49-F238E27FC236}">
                      <a16:creationId xmlns:a16="http://schemas.microsoft.com/office/drawing/2014/main" id="{7594188A-01EA-E604-A8C2-5E44EC5CE432}"/>
                    </a:ext>
                  </a:extLst>
                </p14:cNvPr>
                <p14:cNvContentPartPr/>
                <p14:nvPr/>
              </p14:nvContentPartPr>
              <p14:xfrm>
                <a:off x="9039985" y="1347850"/>
                <a:ext cx="55080" cy="176760"/>
              </p14:xfrm>
            </p:contentPart>
          </mc:Choice>
          <mc:Fallback xmlns="">
            <p:pic>
              <p:nvPicPr>
                <p:cNvPr id="66" name="筆跡 65">
                  <a:extLst>
                    <a:ext uri="{FF2B5EF4-FFF2-40B4-BE49-F238E27FC236}">
                      <a16:creationId xmlns:a16="http://schemas.microsoft.com/office/drawing/2014/main" id="{7594188A-01EA-E604-A8C2-5E44EC5CE432}"/>
                    </a:ext>
                  </a:extLst>
                </p:cNvPr>
                <p:cNvPicPr/>
                <p:nvPr/>
              </p:nvPicPr>
              <p:blipFill>
                <a:blip r:embed="rId75"/>
                <a:stretch>
                  <a:fillRect/>
                </a:stretch>
              </p:blipFill>
              <p:spPr>
                <a:xfrm>
                  <a:off x="9021985" y="1329850"/>
                  <a:ext cx="9072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7" name="筆跡 66">
                  <a:extLst>
                    <a:ext uri="{FF2B5EF4-FFF2-40B4-BE49-F238E27FC236}">
                      <a16:creationId xmlns:a16="http://schemas.microsoft.com/office/drawing/2014/main" id="{45E8A1B9-4AA4-17A7-32B0-F39D9DEE4AAA}"/>
                    </a:ext>
                  </a:extLst>
                </p14:cNvPr>
                <p14:cNvContentPartPr/>
                <p14:nvPr/>
              </p14:nvContentPartPr>
              <p14:xfrm>
                <a:off x="9167425" y="1328410"/>
                <a:ext cx="19080" cy="193680"/>
              </p14:xfrm>
            </p:contentPart>
          </mc:Choice>
          <mc:Fallback xmlns="">
            <p:pic>
              <p:nvPicPr>
                <p:cNvPr id="67" name="筆跡 66">
                  <a:extLst>
                    <a:ext uri="{FF2B5EF4-FFF2-40B4-BE49-F238E27FC236}">
                      <a16:creationId xmlns:a16="http://schemas.microsoft.com/office/drawing/2014/main" id="{45E8A1B9-4AA4-17A7-32B0-F39D9DEE4AAA}"/>
                    </a:ext>
                  </a:extLst>
                </p:cNvPr>
                <p:cNvPicPr/>
                <p:nvPr/>
              </p:nvPicPr>
              <p:blipFill>
                <a:blip r:embed="rId77"/>
                <a:stretch>
                  <a:fillRect/>
                </a:stretch>
              </p:blipFill>
              <p:spPr>
                <a:xfrm>
                  <a:off x="9149425" y="1310376"/>
                  <a:ext cx="54720" cy="229386"/>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8" name="筆跡 67">
                  <a:extLst>
                    <a:ext uri="{FF2B5EF4-FFF2-40B4-BE49-F238E27FC236}">
                      <a16:creationId xmlns:a16="http://schemas.microsoft.com/office/drawing/2014/main" id="{1D4255C0-F5C6-79FB-8DF3-C77FBBCB2FC9}"/>
                    </a:ext>
                  </a:extLst>
                </p14:cNvPr>
                <p14:cNvContentPartPr/>
                <p14:nvPr/>
              </p14:nvContentPartPr>
              <p14:xfrm>
                <a:off x="9285145" y="1321930"/>
                <a:ext cx="15840" cy="196560"/>
              </p14:xfrm>
            </p:contentPart>
          </mc:Choice>
          <mc:Fallback xmlns="">
            <p:pic>
              <p:nvPicPr>
                <p:cNvPr id="68" name="筆跡 67">
                  <a:extLst>
                    <a:ext uri="{FF2B5EF4-FFF2-40B4-BE49-F238E27FC236}">
                      <a16:creationId xmlns:a16="http://schemas.microsoft.com/office/drawing/2014/main" id="{1D4255C0-F5C6-79FB-8DF3-C77FBBCB2FC9}"/>
                    </a:ext>
                  </a:extLst>
                </p:cNvPr>
                <p:cNvPicPr/>
                <p:nvPr/>
              </p:nvPicPr>
              <p:blipFill>
                <a:blip r:embed="rId79"/>
                <a:stretch>
                  <a:fillRect/>
                </a:stretch>
              </p:blipFill>
              <p:spPr>
                <a:xfrm>
                  <a:off x="9267545" y="1303930"/>
                  <a:ext cx="50688"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9" name="筆跡 68">
                  <a:extLst>
                    <a:ext uri="{FF2B5EF4-FFF2-40B4-BE49-F238E27FC236}">
                      <a16:creationId xmlns:a16="http://schemas.microsoft.com/office/drawing/2014/main" id="{0EFEB65A-EA40-91F4-7A91-5A284769437C}"/>
                    </a:ext>
                  </a:extLst>
                </p14:cNvPr>
                <p14:cNvContentPartPr/>
                <p14:nvPr/>
              </p14:nvContentPartPr>
              <p14:xfrm>
                <a:off x="9023065" y="1401490"/>
                <a:ext cx="379080" cy="90720"/>
              </p14:xfrm>
            </p:contentPart>
          </mc:Choice>
          <mc:Fallback xmlns="">
            <p:pic>
              <p:nvPicPr>
                <p:cNvPr id="69" name="筆跡 68">
                  <a:extLst>
                    <a:ext uri="{FF2B5EF4-FFF2-40B4-BE49-F238E27FC236}">
                      <a16:creationId xmlns:a16="http://schemas.microsoft.com/office/drawing/2014/main" id="{0EFEB65A-EA40-91F4-7A91-5A284769437C}"/>
                    </a:ext>
                  </a:extLst>
                </p:cNvPr>
                <p:cNvPicPr/>
                <p:nvPr/>
              </p:nvPicPr>
              <p:blipFill>
                <a:blip r:embed="rId81"/>
                <a:stretch>
                  <a:fillRect/>
                </a:stretch>
              </p:blipFill>
              <p:spPr>
                <a:xfrm>
                  <a:off x="9005048" y="1383490"/>
                  <a:ext cx="414754"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00" name="筆跡 99">
                  <a:extLst>
                    <a:ext uri="{FF2B5EF4-FFF2-40B4-BE49-F238E27FC236}">
                      <a16:creationId xmlns:a16="http://schemas.microsoft.com/office/drawing/2014/main" id="{3F165119-F0F4-FA0C-F382-3572E6BA4D01}"/>
                    </a:ext>
                  </a:extLst>
                </p14:cNvPr>
                <p14:cNvContentPartPr/>
                <p14:nvPr/>
              </p14:nvContentPartPr>
              <p14:xfrm>
                <a:off x="9073105" y="1600570"/>
                <a:ext cx="170280" cy="144720"/>
              </p14:xfrm>
            </p:contentPart>
          </mc:Choice>
          <mc:Fallback xmlns="">
            <p:pic>
              <p:nvPicPr>
                <p:cNvPr id="100" name="筆跡 99">
                  <a:extLst>
                    <a:ext uri="{FF2B5EF4-FFF2-40B4-BE49-F238E27FC236}">
                      <a16:creationId xmlns:a16="http://schemas.microsoft.com/office/drawing/2014/main" id="{3F165119-F0F4-FA0C-F382-3572E6BA4D01}"/>
                    </a:ext>
                  </a:extLst>
                </p:cNvPr>
                <p:cNvPicPr/>
                <p:nvPr/>
              </p:nvPicPr>
              <p:blipFill>
                <a:blip r:embed="rId83"/>
                <a:stretch>
                  <a:fillRect/>
                </a:stretch>
              </p:blipFill>
              <p:spPr>
                <a:xfrm>
                  <a:off x="9055105" y="1582570"/>
                  <a:ext cx="20592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01" name="筆跡 100">
                  <a:extLst>
                    <a:ext uri="{FF2B5EF4-FFF2-40B4-BE49-F238E27FC236}">
                      <a16:creationId xmlns:a16="http://schemas.microsoft.com/office/drawing/2014/main" id="{FBF110D5-1440-55FD-9188-F60AA1C69983}"/>
                    </a:ext>
                  </a:extLst>
                </p14:cNvPr>
                <p14:cNvContentPartPr/>
                <p14:nvPr/>
              </p14:nvContentPartPr>
              <p14:xfrm>
                <a:off x="9240505" y="1578610"/>
                <a:ext cx="62280" cy="154800"/>
              </p14:xfrm>
            </p:contentPart>
          </mc:Choice>
          <mc:Fallback xmlns="">
            <p:pic>
              <p:nvPicPr>
                <p:cNvPr id="101" name="筆跡 100">
                  <a:extLst>
                    <a:ext uri="{FF2B5EF4-FFF2-40B4-BE49-F238E27FC236}">
                      <a16:creationId xmlns:a16="http://schemas.microsoft.com/office/drawing/2014/main" id="{FBF110D5-1440-55FD-9188-F60AA1C69983}"/>
                    </a:ext>
                  </a:extLst>
                </p:cNvPr>
                <p:cNvPicPr/>
                <p:nvPr/>
              </p:nvPicPr>
              <p:blipFill>
                <a:blip r:embed="rId85"/>
                <a:stretch>
                  <a:fillRect/>
                </a:stretch>
              </p:blipFill>
              <p:spPr>
                <a:xfrm>
                  <a:off x="9222608" y="1560568"/>
                  <a:ext cx="97715" cy="190523"/>
                </a:xfrm>
                <a:prstGeom prst="rect">
                  <a:avLst/>
                </a:prstGeom>
              </p:spPr>
            </p:pic>
          </mc:Fallback>
        </mc:AlternateContent>
      </p:grpSp>
      <p:grpSp>
        <p:nvGrpSpPr>
          <p:cNvPr id="105" name="群組 104">
            <a:extLst>
              <a:ext uri="{FF2B5EF4-FFF2-40B4-BE49-F238E27FC236}">
                <a16:creationId xmlns:a16="http://schemas.microsoft.com/office/drawing/2014/main" id="{611D66EE-544F-585A-C4BA-684BB7E2BB6E}"/>
              </a:ext>
            </a:extLst>
          </p:cNvPr>
          <p:cNvGrpSpPr/>
          <p:nvPr/>
        </p:nvGrpSpPr>
        <p:grpSpPr>
          <a:xfrm>
            <a:off x="10499065" y="1349650"/>
            <a:ext cx="259920" cy="295920"/>
            <a:chOff x="10499065" y="1349650"/>
            <a:chExt cx="259920" cy="295920"/>
          </a:xfrm>
        </p:grpSpPr>
        <mc:AlternateContent xmlns:mc="http://schemas.openxmlformats.org/markup-compatibility/2006" xmlns:p14="http://schemas.microsoft.com/office/powerpoint/2010/main">
          <mc:Choice Requires="p14">
            <p:contentPart p14:bwMode="auto" r:id="rId86">
              <p14:nvContentPartPr>
                <p14:cNvPr id="94" name="筆跡 93">
                  <a:extLst>
                    <a:ext uri="{FF2B5EF4-FFF2-40B4-BE49-F238E27FC236}">
                      <a16:creationId xmlns:a16="http://schemas.microsoft.com/office/drawing/2014/main" id="{81674408-4696-16D1-5B9B-7BEEC9CB1010}"/>
                    </a:ext>
                  </a:extLst>
                </p14:cNvPr>
                <p14:cNvContentPartPr/>
                <p14:nvPr/>
              </p14:nvContentPartPr>
              <p14:xfrm>
                <a:off x="10499065" y="1349650"/>
                <a:ext cx="259920" cy="156600"/>
              </p14:xfrm>
            </p:contentPart>
          </mc:Choice>
          <mc:Fallback xmlns="">
            <p:pic>
              <p:nvPicPr>
                <p:cNvPr id="94" name="筆跡 93">
                  <a:extLst>
                    <a:ext uri="{FF2B5EF4-FFF2-40B4-BE49-F238E27FC236}">
                      <a16:creationId xmlns:a16="http://schemas.microsoft.com/office/drawing/2014/main" id="{81674408-4696-16D1-5B9B-7BEEC9CB1010}"/>
                    </a:ext>
                  </a:extLst>
                </p:cNvPr>
                <p:cNvPicPr/>
                <p:nvPr/>
              </p:nvPicPr>
              <p:blipFill>
                <a:blip r:embed="rId87"/>
                <a:stretch>
                  <a:fillRect/>
                </a:stretch>
              </p:blipFill>
              <p:spPr>
                <a:xfrm>
                  <a:off x="10481090" y="1331650"/>
                  <a:ext cx="295511"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5" name="筆跡 94">
                  <a:extLst>
                    <a:ext uri="{FF2B5EF4-FFF2-40B4-BE49-F238E27FC236}">
                      <a16:creationId xmlns:a16="http://schemas.microsoft.com/office/drawing/2014/main" id="{B043B93D-2450-4196-890D-FCD55291473B}"/>
                    </a:ext>
                  </a:extLst>
                </p14:cNvPr>
                <p14:cNvContentPartPr/>
                <p14:nvPr/>
              </p14:nvContentPartPr>
              <p14:xfrm>
                <a:off x="10536145" y="1476730"/>
                <a:ext cx="155160" cy="16200"/>
              </p14:xfrm>
            </p:contentPart>
          </mc:Choice>
          <mc:Fallback xmlns="">
            <p:pic>
              <p:nvPicPr>
                <p:cNvPr id="95" name="筆跡 94">
                  <a:extLst>
                    <a:ext uri="{FF2B5EF4-FFF2-40B4-BE49-F238E27FC236}">
                      <a16:creationId xmlns:a16="http://schemas.microsoft.com/office/drawing/2014/main" id="{B043B93D-2450-4196-890D-FCD55291473B}"/>
                    </a:ext>
                  </a:extLst>
                </p:cNvPr>
                <p:cNvPicPr/>
                <p:nvPr/>
              </p:nvPicPr>
              <p:blipFill>
                <a:blip r:embed="rId89"/>
                <a:stretch>
                  <a:fillRect/>
                </a:stretch>
              </p:blipFill>
              <p:spPr>
                <a:xfrm>
                  <a:off x="10518145" y="1458730"/>
                  <a:ext cx="1908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6" name="筆跡 95">
                  <a:extLst>
                    <a:ext uri="{FF2B5EF4-FFF2-40B4-BE49-F238E27FC236}">
                      <a16:creationId xmlns:a16="http://schemas.microsoft.com/office/drawing/2014/main" id="{D8011D51-8282-FA9D-F609-95BDD96B9958}"/>
                    </a:ext>
                  </a:extLst>
                </p14:cNvPr>
                <p14:cNvContentPartPr/>
                <p14:nvPr/>
              </p14:nvContentPartPr>
              <p14:xfrm>
                <a:off x="10509145" y="1400050"/>
                <a:ext cx="79200" cy="69120"/>
              </p14:xfrm>
            </p:contentPart>
          </mc:Choice>
          <mc:Fallback xmlns="">
            <p:pic>
              <p:nvPicPr>
                <p:cNvPr id="96" name="筆跡 95">
                  <a:extLst>
                    <a:ext uri="{FF2B5EF4-FFF2-40B4-BE49-F238E27FC236}">
                      <a16:creationId xmlns:a16="http://schemas.microsoft.com/office/drawing/2014/main" id="{D8011D51-8282-FA9D-F609-95BDD96B9958}"/>
                    </a:ext>
                  </a:extLst>
                </p:cNvPr>
                <p:cNvPicPr/>
                <p:nvPr/>
              </p:nvPicPr>
              <p:blipFill>
                <a:blip r:embed="rId91"/>
                <a:stretch>
                  <a:fillRect/>
                </a:stretch>
              </p:blipFill>
              <p:spPr>
                <a:xfrm>
                  <a:off x="10491145" y="1381956"/>
                  <a:ext cx="114840" cy="104947"/>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7" name="筆跡 96">
                  <a:extLst>
                    <a:ext uri="{FF2B5EF4-FFF2-40B4-BE49-F238E27FC236}">
                      <a16:creationId xmlns:a16="http://schemas.microsoft.com/office/drawing/2014/main" id="{635389DB-088C-DF71-F5FF-51D567EF4AA2}"/>
                    </a:ext>
                  </a:extLst>
                </p14:cNvPr>
                <p14:cNvContentPartPr/>
                <p14:nvPr/>
              </p14:nvContentPartPr>
              <p14:xfrm>
                <a:off x="10594825" y="1394650"/>
                <a:ext cx="46800" cy="53280"/>
              </p14:xfrm>
            </p:contentPart>
          </mc:Choice>
          <mc:Fallback xmlns="">
            <p:pic>
              <p:nvPicPr>
                <p:cNvPr id="97" name="筆跡 96">
                  <a:extLst>
                    <a:ext uri="{FF2B5EF4-FFF2-40B4-BE49-F238E27FC236}">
                      <a16:creationId xmlns:a16="http://schemas.microsoft.com/office/drawing/2014/main" id="{635389DB-088C-DF71-F5FF-51D567EF4AA2}"/>
                    </a:ext>
                  </a:extLst>
                </p:cNvPr>
                <p:cNvPicPr/>
                <p:nvPr/>
              </p:nvPicPr>
              <p:blipFill>
                <a:blip r:embed="rId93"/>
                <a:stretch>
                  <a:fillRect/>
                </a:stretch>
              </p:blipFill>
              <p:spPr>
                <a:xfrm>
                  <a:off x="10576825" y="1376650"/>
                  <a:ext cx="824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98" name="筆跡 97">
                  <a:extLst>
                    <a:ext uri="{FF2B5EF4-FFF2-40B4-BE49-F238E27FC236}">
                      <a16:creationId xmlns:a16="http://schemas.microsoft.com/office/drawing/2014/main" id="{714A83E7-3CF2-AE37-7D14-409F72999BCF}"/>
                    </a:ext>
                  </a:extLst>
                </p14:cNvPr>
                <p14:cNvContentPartPr/>
                <p14:nvPr/>
              </p14:nvContentPartPr>
              <p14:xfrm>
                <a:off x="10700665" y="1409770"/>
                <a:ext cx="18360" cy="24480"/>
              </p14:xfrm>
            </p:contentPart>
          </mc:Choice>
          <mc:Fallback xmlns="">
            <p:pic>
              <p:nvPicPr>
                <p:cNvPr id="98" name="筆跡 97">
                  <a:extLst>
                    <a:ext uri="{FF2B5EF4-FFF2-40B4-BE49-F238E27FC236}">
                      <a16:creationId xmlns:a16="http://schemas.microsoft.com/office/drawing/2014/main" id="{714A83E7-3CF2-AE37-7D14-409F72999BCF}"/>
                    </a:ext>
                  </a:extLst>
                </p:cNvPr>
                <p:cNvPicPr/>
                <p:nvPr/>
              </p:nvPicPr>
              <p:blipFill>
                <a:blip r:embed="rId95"/>
                <a:stretch>
                  <a:fillRect/>
                </a:stretch>
              </p:blipFill>
              <p:spPr>
                <a:xfrm>
                  <a:off x="10683011" y="1391770"/>
                  <a:ext cx="53315"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3" name="筆跡 102">
                  <a:extLst>
                    <a:ext uri="{FF2B5EF4-FFF2-40B4-BE49-F238E27FC236}">
                      <a16:creationId xmlns:a16="http://schemas.microsoft.com/office/drawing/2014/main" id="{B4EC30CB-BD31-954A-7B74-753E57EA3E18}"/>
                    </a:ext>
                  </a:extLst>
                </p14:cNvPr>
                <p14:cNvContentPartPr/>
                <p14:nvPr/>
              </p14:nvContentPartPr>
              <p14:xfrm>
                <a:off x="10546585" y="1508410"/>
                <a:ext cx="65160" cy="137160"/>
              </p14:xfrm>
            </p:contentPart>
          </mc:Choice>
          <mc:Fallback xmlns="">
            <p:pic>
              <p:nvPicPr>
                <p:cNvPr id="103" name="筆跡 102">
                  <a:extLst>
                    <a:ext uri="{FF2B5EF4-FFF2-40B4-BE49-F238E27FC236}">
                      <a16:creationId xmlns:a16="http://schemas.microsoft.com/office/drawing/2014/main" id="{B4EC30CB-BD31-954A-7B74-753E57EA3E18}"/>
                    </a:ext>
                  </a:extLst>
                </p:cNvPr>
                <p:cNvPicPr/>
                <p:nvPr/>
              </p:nvPicPr>
              <p:blipFill>
                <a:blip r:embed="rId97"/>
                <a:stretch>
                  <a:fillRect/>
                </a:stretch>
              </p:blipFill>
              <p:spPr>
                <a:xfrm>
                  <a:off x="10528585" y="1490363"/>
                  <a:ext cx="100800" cy="172894"/>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04" name="筆跡 103">
                  <a:extLst>
                    <a:ext uri="{FF2B5EF4-FFF2-40B4-BE49-F238E27FC236}">
                      <a16:creationId xmlns:a16="http://schemas.microsoft.com/office/drawing/2014/main" id="{0588CBD4-D41A-DE0D-1956-82DAE8991E73}"/>
                    </a:ext>
                  </a:extLst>
                </p14:cNvPr>
                <p14:cNvContentPartPr/>
                <p14:nvPr/>
              </p14:nvContentPartPr>
              <p14:xfrm>
                <a:off x="10700665" y="1485010"/>
                <a:ext cx="46080" cy="140400"/>
              </p14:xfrm>
            </p:contentPart>
          </mc:Choice>
          <mc:Fallback xmlns="">
            <p:pic>
              <p:nvPicPr>
                <p:cNvPr id="104" name="筆跡 103">
                  <a:extLst>
                    <a:ext uri="{FF2B5EF4-FFF2-40B4-BE49-F238E27FC236}">
                      <a16:creationId xmlns:a16="http://schemas.microsoft.com/office/drawing/2014/main" id="{0588CBD4-D41A-DE0D-1956-82DAE8991E73}"/>
                    </a:ext>
                  </a:extLst>
                </p:cNvPr>
                <p:cNvPicPr/>
                <p:nvPr/>
              </p:nvPicPr>
              <p:blipFill>
                <a:blip r:embed="rId99"/>
                <a:stretch>
                  <a:fillRect/>
                </a:stretch>
              </p:blipFill>
              <p:spPr>
                <a:xfrm>
                  <a:off x="10682665" y="1467010"/>
                  <a:ext cx="81720" cy="176040"/>
                </a:xfrm>
                <a:prstGeom prst="rect">
                  <a:avLst/>
                </a:prstGeom>
              </p:spPr>
            </p:pic>
          </mc:Fallback>
        </mc:AlternateContent>
      </p:grpSp>
      <p:grpSp>
        <p:nvGrpSpPr>
          <p:cNvPr id="116" name="群組 115">
            <a:extLst>
              <a:ext uri="{FF2B5EF4-FFF2-40B4-BE49-F238E27FC236}">
                <a16:creationId xmlns:a16="http://schemas.microsoft.com/office/drawing/2014/main" id="{ACE6B421-E909-E58F-EB2D-5E8B5AF26C2E}"/>
              </a:ext>
            </a:extLst>
          </p:cNvPr>
          <p:cNvGrpSpPr/>
          <p:nvPr/>
        </p:nvGrpSpPr>
        <p:grpSpPr>
          <a:xfrm>
            <a:off x="10463785" y="1607050"/>
            <a:ext cx="386640" cy="413640"/>
            <a:chOff x="10463785" y="1607050"/>
            <a:chExt cx="386640" cy="413640"/>
          </a:xfrm>
        </p:grpSpPr>
        <mc:AlternateContent xmlns:mc="http://schemas.openxmlformats.org/markup-compatibility/2006" xmlns:p14="http://schemas.microsoft.com/office/powerpoint/2010/main">
          <mc:Choice Requires="p14">
            <p:contentPart p14:bwMode="auto" r:id="rId100">
              <p14:nvContentPartPr>
                <p14:cNvPr id="107" name="筆跡 106">
                  <a:extLst>
                    <a:ext uri="{FF2B5EF4-FFF2-40B4-BE49-F238E27FC236}">
                      <a16:creationId xmlns:a16="http://schemas.microsoft.com/office/drawing/2014/main" id="{C8792795-C0D5-02EE-33E4-8A5B7DDDC5A1}"/>
                    </a:ext>
                  </a:extLst>
                </p14:cNvPr>
                <p14:cNvContentPartPr/>
                <p14:nvPr/>
              </p14:nvContentPartPr>
              <p14:xfrm>
                <a:off x="10463785" y="1607050"/>
                <a:ext cx="386640" cy="234000"/>
              </p14:xfrm>
            </p:contentPart>
          </mc:Choice>
          <mc:Fallback xmlns="">
            <p:pic>
              <p:nvPicPr>
                <p:cNvPr id="107" name="筆跡 106">
                  <a:extLst>
                    <a:ext uri="{FF2B5EF4-FFF2-40B4-BE49-F238E27FC236}">
                      <a16:creationId xmlns:a16="http://schemas.microsoft.com/office/drawing/2014/main" id="{C8792795-C0D5-02EE-33E4-8A5B7DDDC5A1}"/>
                    </a:ext>
                  </a:extLst>
                </p:cNvPr>
                <p:cNvPicPr/>
                <p:nvPr/>
              </p:nvPicPr>
              <p:blipFill>
                <a:blip r:embed="rId101"/>
                <a:stretch>
                  <a:fillRect/>
                </a:stretch>
              </p:blipFill>
              <p:spPr>
                <a:xfrm>
                  <a:off x="10445785" y="1589078"/>
                  <a:ext cx="422280" cy="269585"/>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08" name="筆跡 107">
                  <a:extLst>
                    <a:ext uri="{FF2B5EF4-FFF2-40B4-BE49-F238E27FC236}">
                      <a16:creationId xmlns:a16="http://schemas.microsoft.com/office/drawing/2014/main" id="{CC3A8016-5784-F1E8-3FDB-517733E2A4AA}"/>
                    </a:ext>
                  </a:extLst>
                </p14:cNvPr>
                <p14:cNvContentPartPr/>
                <p14:nvPr/>
              </p14:nvContentPartPr>
              <p14:xfrm>
                <a:off x="10538665" y="1837810"/>
                <a:ext cx="226080" cy="21960"/>
              </p14:xfrm>
            </p:contentPart>
          </mc:Choice>
          <mc:Fallback xmlns="">
            <p:pic>
              <p:nvPicPr>
                <p:cNvPr id="108" name="筆跡 107">
                  <a:extLst>
                    <a:ext uri="{FF2B5EF4-FFF2-40B4-BE49-F238E27FC236}">
                      <a16:creationId xmlns:a16="http://schemas.microsoft.com/office/drawing/2014/main" id="{CC3A8016-5784-F1E8-3FDB-517733E2A4AA}"/>
                    </a:ext>
                  </a:extLst>
                </p:cNvPr>
                <p:cNvPicPr/>
                <p:nvPr/>
              </p:nvPicPr>
              <p:blipFill>
                <a:blip r:embed="rId103"/>
                <a:stretch>
                  <a:fillRect/>
                </a:stretch>
              </p:blipFill>
              <p:spPr>
                <a:xfrm>
                  <a:off x="10520665" y="1819810"/>
                  <a:ext cx="2617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09" name="筆跡 108">
                  <a:extLst>
                    <a:ext uri="{FF2B5EF4-FFF2-40B4-BE49-F238E27FC236}">
                      <a16:creationId xmlns:a16="http://schemas.microsoft.com/office/drawing/2014/main" id="{7824120F-8DCD-18C9-D71A-747DA15CBD75}"/>
                    </a:ext>
                  </a:extLst>
                </p14:cNvPr>
                <p14:cNvContentPartPr/>
                <p14:nvPr/>
              </p14:nvContentPartPr>
              <p14:xfrm>
                <a:off x="10532185" y="1686610"/>
                <a:ext cx="45360" cy="129240"/>
              </p14:xfrm>
            </p:contentPart>
          </mc:Choice>
          <mc:Fallback xmlns="">
            <p:pic>
              <p:nvPicPr>
                <p:cNvPr id="109" name="筆跡 108">
                  <a:extLst>
                    <a:ext uri="{FF2B5EF4-FFF2-40B4-BE49-F238E27FC236}">
                      <a16:creationId xmlns:a16="http://schemas.microsoft.com/office/drawing/2014/main" id="{7824120F-8DCD-18C9-D71A-747DA15CBD75}"/>
                    </a:ext>
                  </a:extLst>
                </p:cNvPr>
                <p:cNvPicPr/>
                <p:nvPr/>
              </p:nvPicPr>
              <p:blipFill>
                <a:blip r:embed="rId105"/>
                <a:stretch>
                  <a:fillRect/>
                </a:stretch>
              </p:blipFill>
              <p:spPr>
                <a:xfrm>
                  <a:off x="10514327" y="1668560"/>
                  <a:ext cx="80719" cy="1649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10" name="筆跡 109">
                  <a:extLst>
                    <a:ext uri="{FF2B5EF4-FFF2-40B4-BE49-F238E27FC236}">
                      <a16:creationId xmlns:a16="http://schemas.microsoft.com/office/drawing/2014/main" id="{2C5A8DAC-8327-41BF-B0F2-CE72AB9FA3B8}"/>
                    </a:ext>
                  </a:extLst>
                </p14:cNvPr>
                <p14:cNvContentPartPr/>
                <p14:nvPr/>
              </p14:nvContentPartPr>
              <p14:xfrm>
                <a:off x="10693825" y="1701730"/>
                <a:ext cx="14040" cy="115920"/>
              </p14:xfrm>
            </p:contentPart>
          </mc:Choice>
          <mc:Fallback xmlns="">
            <p:pic>
              <p:nvPicPr>
                <p:cNvPr id="110" name="筆跡 109">
                  <a:extLst>
                    <a:ext uri="{FF2B5EF4-FFF2-40B4-BE49-F238E27FC236}">
                      <a16:creationId xmlns:a16="http://schemas.microsoft.com/office/drawing/2014/main" id="{2C5A8DAC-8327-41BF-B0F2-CE72AB9FA3B8}"/>
                    </a:ext>
                  </a:extLst>
                </p:cNvPr>
                <p:cNvPicPr/>
                <p:nvPr/>
              </p:nvPicPr>
              <p:blipFill>
                <a:blip r:embed="rId107"/>
                <a:stretch>
                  <a:fillRect/>
                </a:stretch>
              </p:blipFill>
              <p:spPr>
                <a:xfrm>
                  <a:off x="10675825" y="1683730"/>
                  <a:ext cx="496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11" name="筆跡 110">
                  <a:extLst>
                    <a:ext uri="{FF2B5EF4-FFF2-40B4-BE49-F238E27FC236}">
                      <a16:creationId xmlns:a16="http://schemas.microsoft.com/office/drawing/2014/main" id="{4C86E523-CE32-04C3-80F1-AA570B84F80A}"/>
                    </a:ext>
                  </a:extLst>
                </p14:cNvPr>
                <p14:cNvContentPartPr/>
                <p14:nvPr/>
              </p14:nvContentPartPr>
              <p14:xfrm>
                <a:off x="10788865" y="1683730"/>
                <a:ext cx="8640" cy="120240"/>
              </p14:xfrm>
            </p:contentPart>
          </mc:Choice>
          <mc:Fallback xmlns="">
            <p:pic>
              <p:nvPicPr>
                <p:cNvPr id="111" name="筆跡 110">
                  <a:extLst>
                    <a:ext uri="{FF2B5EF4-FFF2-40B4-BE49-F238E27FC236}">
                      <a16:creationId xmlns:a16="http://schemas.microsoft.com/office/drawing/2014/main" id="{4C86E523-CE32-04C3-80F1-AA570B84F80A}"/>
                    </a:ext>
                  </a:extLst>
                </p:cNvPr>
                <p:cNvPicPr/>
                <p:nvPr/>
              </p:nvPicPr>
              <p:blipFill>
                <a:blip r:embed="rId109"/>
                <a:stretch>
                  <a:fillRect/>
                </a:stretch>
              </p:blipFill>
              <p:spPr>
                <a:xfrm>
                  <a:off x="10770865" y="1665730"/>
                  <a:ext cx="4428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12" name="筆跡 111">
                  <a:extLst>
                    <a:ext uri="{FF2B5EF4-FFF2-40B4-BE49-F238E27FC236}">
                      <a16:creationId xmlns:a16="http://schemas.microsoft.com/office/drawing/2014/main" id="{EE3315EB-B5AA-B966-96FD-B57297009207}"/>
                    </a:ext>
                  </a:extLst>
                </p14:cNvPr>
                <p14:cNvContentPartPr/>
                <p14:nvPr/>
              </p14:nvContentPartPr>
              <p14:xfrm>
                <a:off x="10624345" y="1677610"/>
                <a:ext cx="27360" cy="165960"/>
              </p14:xfrm>
            </p:contentPart>
          </mc:Choice>
          <mc:Fallback xmlns="">
            <p:pic>
              <p:nvPicPr>
                <p:cNvPr id="112" name="筆跡 111">
                  <a:extLst>
                    <a:ext uri="{FF2B5EF4-FFF2-40B4-BE49-F238E27FC236}">
                      <a16:creationId xmlns:a16="http://schemas.microsoft.com/office/drawing/2014/main" id="{EE3315EB-B5AA-B966-96FD-B57297009207}"/>
                    </a:ext>
                  </a:extLst>
                </p:cNvPr>
                <p:cNvPicPr/>
                <p:nvPr/>
              </p:nvPicPr>
              <p:blipFill>
                <a:blip r:embed="rId111"/>
                <a:stretch>
                  <a:fillRect/>
                </a:stretch>
              </p:blipFill>
              <p:spPr>
                <a:xfrm>
                  <a:off x="10606345" y="1659610"/>
                  <a:ext cx="630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14" name="筆跡 113">
                  <a:extLst>
                    <a:ext uri="{FF2B5EF4-FFF2-40B4-BE49-F238E27FC236}">
                      <a16:creationId xmlns:a16="http://schemas.microsoft.com/office/drawing/2014/main" id="{4E5A1291-BD12-7CFD-FF20-2711AECAFD8A}"/>
                    </a:ext>
                  </a:extLst>
                </p14:cNvPr>
                <p14:cNvContentPartPr/>
                <p14:nvPr/>
              </p14:nvContentPartPr>
              <p14:xfrm>
                <a:off x="10555585" y="1825210"/>
                <a:ext cx="11880" cy="195480"/>
              </p14:xfrm>
            </p:contentPart>
          </mc:Choice>
          <mc:Fallback xmlns="">
            <p:pic>
              <p:nvPicPr>
                <p:cNvPr id="114" name="筆跡 113">
                  <a:extLst>
                    <a:ext uri="{FF2B5EF4-FFF2-40B4-BE49-F238E27FC236}">
                      <a16:creationId xmlns:a16="http://schemas.microsoft.com/office/drawing/2014/main" id="{4E5A1291-BD12-7CFD-FF20-2711AECAFD8A}"/>
                    </a:ext>
                  </a:extLst>
                </p:cNvPr>
                <p:cNvPicPr/>
                <p:nvPr/>
              </p:nvPicPr>
              <p:blipFill>
                <a:blip r:embed="rId113"/>
                <a:stretch>
                  <a:fillRect/>
                </a:stretch>
              </p:blipFill>
              <p:spPr>
                <a:xfrm>
                  <a:off x="10538114" y="1807210"/>
                  <a:ext cx="46472"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15" name="筆跡 114">
                  <a:extLst>
                    <a:ext uri="{FF2B5EF4-FFF2-40B4-BE49-F238E27FC236}">
                      <a16:creationId xmlns:a16="http://schemas.microsoft.com/office/drawing/2014/main" id="{CF611D73-1D33-AD33-BAD6-35C45AE7C630}"/>
                    </a:ext>
                  </a:extLst>
                </p14:cNvPr>
                <p14:cNvContentPartPr/>
                <p14:nvPr/>
              </p14:nvContentPartPr>
              <p14:xfrm>
                <a:off x="10738105" y="1845730"/>
                <a:ext cx="63000" cy="171000"/>
              </p14:xfrm>
            </p:contentPart>
          </mc:Choice>
          <mc:Fallback xmlns="">
            <p:pic>
              <p:nvPicPr>
                <p:cNvPr id="115" name="筆跡 114">
                  <a:extLst>
                    <a:ext uri="{FF2B5EF4-FFF2-40B4-BE49-F238E27FC236}">
                      <a16:creationId xmlns:a16="http://schemas.microsoft.com/office/drawing/2014/main" id="{CF611D73-1D33-AD33-BAD6-35C45AE7C630}"/>
                    </a:ext>
                  </a:extLst>
                </p:cNvPr>
                <p:cNvPicPr/>
                <p:nvPr/>
              </p:nvPicPr>
              <p:blipFill>
                <a:blip r:embed="rId115"/>
                <a:stretch>
                  <a:fillRect/>
                </a:stretch>
              </p:blipFill>
              <p:spPr>
                <a:xfrm>
                  <a:off x="10720105" y="1827730"/>
                  <a:ext cx="98640" cy="206640"/>
                </a:xfrm>
                <a:prstGeom prst="rect">
                  <a:avLst/>
                </a:prstGeom>
              </p:spPr>
            </p:pic>
          </mc:Fallback>
        </mc:AlternateContent>
      </p:grpSp>
      <p:grpSp>
        <p:nvGrpSpPr>
          <p:cNvPr id="135" name="群組 134">
            <a:extLst>
              <a:ext uri="{FF2B5EF4-FFF2-40B4-BE49-F238E27FC236}">
                <a16:creationId xmlns:a16="http://schemas.microsoft.com/office/drawing/2014/main" id="{C699CE03-0C95-9849-EAC5-69750A976F02}"/>
              </a:ext>
            </a:extLst>
          </p:cNvPr>
          <p:cNvGrpSpPr/>
          <p:nvPr/>
        </p:nvGrpSpPr>
        <p:grpSpPr>
          <a:xfrm>
            <a:off x="10665025" y="1665730"/>
            <a:ext cx="1136520" cy="681480"/>
            <a:chOff x="10665025" y="1665730"/>
            <a:chExt cx="1136520" cy="681480"/>
          </a:xfrm>
        </p:grpSpPr>
        <mc:AlternateContent xmlns:mc="http://schemas.openxmlformats.org/markup-compatibility/2006" xmlns:p14="http://schemas.microsoft.com/office/powerpoint/2010/main">
          <mc:Choice Requires="p14">
            <p:contentPart p14:bwMode="auto" r:id="rId116">
              <p14:nvContentPartPr>
                <p14:cNvPr id="117" name="筆跡 116">
                  <a:extLst>
                    <a:ext uri="{FF2B5EF4-FFF2-40B4-BE49-F238E27FC236}">
                      <a16:creationId xmlns:a16="http://schemas.microsoft.com/office/drawing/2014/main" id="{7B0E2341-77E5-0470-F4DA-F98E98ABDFAF}"/>
                    </a:ext>
                  </a:extLst>
                </p14:cNvPr>
                <p14:cNvContentPartPr/>
                <p14:nvPr/>
              </p14:nvContentPartPr>
              <p14:xfrm>
                <a:off x="10665025" y="1726930"/>
                <a:ext cx="20880" cy="280800"/>
              </p14:xfrm>
            </p:contentPart>
          </mc:Choice>
          <mc:Fallback xmlns="">
            <p:pic>
              <p:nvPicPr>
                <p:cNvPr id="117" name="筆跡 116">
                  <a:extLst>
                    <a:ext uri="{FF2B5EF4-FFF2-40B4-BE49-F238E27FC236}">
                      <a16:creationId xmlns:a16="http://schemas.microsoft.com/office/drawing/2014/main" id="{7B0E2341-77E5-0470-F4DA-F98E98ABDFAF}"/>
                    </a:ext>
                  </a:extLst>
                </p:cNvPr>
                <p:cNvPicPr/>
                <p:nvPr/>
              </p:nvPicPr>
              <p:blipFill>
                <a:blip r:embed="rId117"/>
                <a:stretch>
                  <a:fillRect/>
                </a:stretch>
              </p:blipFill>
              <p:spPr>
                <a:xfrm>
                  <a:off x="10647330" y="1708953"/>
                  <a:ext cx="55916" cy="316394"/>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18" name="筆跡 117">
                  <a:extLst>
                    <a:ext uri="{FF2B5EF4-FFF2-40B4-BE49-F238E27FC236}">
                      <a16:creationId xmlns:a16="http://schemas.microsoft.com/office/drawing/2014/main" id="{9DED88F7-A9E3-4CB9-2879-3AED9F527EFD}"/>
                    </a:ext>
                  </a:extLst>
                </p14:cNvPr>
                <p14:cNvContentPartPr/>
                <p14:nvPr/>
              </p14:nvContentPartPr>
              <p14:xfrm>
                <a:off x="10755385" y="1856890"/>
                <a:ext cx="204480" cy="33480"/>
              </p14:xfrm>
            </p:contentPart>
          </mc:Choice>
          <mc:Fallback xmlns="">
            <p:pic>
              <p:nvPicPr>
                <p:cNvPr id="118" name="筆跡 117">
                  <a:extLst>
                    <a:ext uri="{FF2B5EF4-FFF2-40B4-BE49-F238E27FC236}">
                      <a16:creationId xmlns:a16="http://schemas.microsoft.com/office/drawing/2014/main" id="{9DED88F7-A9E3-4CB9-2879-3AED9F527EFD}"/>
                    </a:ext>
                  </a:extLst>
                </p:cNvPr>
                <p:cNvPicPr/>
                <p:nvPr/>
              </p:nvPicPr>
              <p:blipFill>
                <a:blip r:embed="rId119"/>
                <a:stretch>
                  <a:fillRect/>
                </a:stretch>
              </p:blipFill>
              <p:spPr>
                <a:xfrm>
                  <a:off x="10737353" y="1838890"/>
                  <a:ext cx="240183"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19" name="筆跡 118">
                  <a:extLst>
                    <a:ext uri="{FF2B5EF4-FFF2-40B4-BE49-F238E27FC236}">
                      <a16:creationId xmlns:a16="http://schemas.microsoft.com/office/drawing/2014/main" id="{FD40767F-46C6-1F8D-AA3A-8798FA32FC8A}"/>
                    </a:ext>
                  </a:extLst>
                </p14:cNvPr>
                <p14:cNvContentPartPr/>
                <p14:nvPr/>
              </p14:nvContentPartPr>
              <p14:xfrm>
                <a:off x="10945105" y="1829170"/>
                <a:ext cx="57240" cy="118440"/>
              </p14:xfrm>
            </p:contentPart>
          </mc:Choice>
          <mc:Fallback xmlns="">
            <p:pic>
              <p:nvPicPr>
                <p:cNvPr id="119" name="筆跡 118">
                  <a:extLst>
                    <a:ext uri="{FF2B5EF4-FFF2-40B4-BE49-F238E27FC236}">
                      <a16:creationId xmlns:a16="http://schemas.microsoft.com/office/drawing/2014/main" id="{FD40767F-46C6-1F8D-AA3A-8798FA32FC8A}"/>
                    </a:ext>
                  </a:extLst>
                </p:cNvPr>
                <p:cNvPicPr/>
                <p:nvPr/>
              </p:nvPicPr>
              <p:blipFill>
                <a:blip r:embed="rId121"/>
                <a:stretch>
                  <a:fillRect/>
                </a:stretch>
              </p:blipFill>
              <p:spPr>
                <a:xfrm>
                  <a:off x="10927105" y="1811170"/>
                  <a:ext cx="9288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21" name="筆跡 120">
                  <a:extLst>
                    <a:ext uri="{FF2B5EF4-FFF2-40B4-BE49-F238E27FC236}">
                      <a16:creationId xmlns:a16="http://schemas.microsoft.com/office/drawing/2014/main" id="{97B56190-0DFE-A951-6369-B53BF1E5BB4E}"/>
                    </a:ext>
                  </a:extLst>
                </p14:cNvPr>
                <p14:cNvContentPartPr/>
                <p14:nvPr/>
              </p14:nvContentPartPr>
              <p14:xfrm>
                <a:off x="11072905" y="1681570"/>
                <a:ext cx="144360" cy="189360"/>
              </p14:xfrm>
            </p:contentPart>
          </mc:Choice>
          <mc:Fallback xmlns="">
            <p:pic>
              <p:nvPicPr>
                <p:cNvPr id="121" name="筆跡 120">
                  <a:extLst>
                    <a:ext uri="{FF2B5EF4-FFF2-40B4-BE49-F238E27FC236}">
                      <a16:creationId xmlns:a16="http://schemas.microsoft.com/office/drawing/2014/main" id="{97B56190-0DFE-A951-6369-B53BF1E5BB4E}"/>
                    </a:ext>
                  </a:extLst>
                </p:cNvPr>
                <p:cNvPicPr/>
                <p:nvPr/>
              </p:nvPicPr>
              <p:blipFill>
                <a:blip r:embed="rId123"/>
                <a:stretch>
                  <a:fillRect/>
                </a:stretch>
              </p:blipFill>
              <p:spPr>
                <a:xfrm>
                  <a:off x="11054905" y="1663570"/>
                  <a:ext cx="18000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22" name="筆跡 121">
                  <a:extLst>
                    <a:ext uri="{FF2B5EF4-FFF2-40B4-BE49-F238E27FC236}">
                      <a16:creationId xmlns:a16="http://schemas.microsoft.com/office/drawing/2014/main" id="{4A32D7CC-32EF-C351-F7B0-9AABB3B95953}"/>
                    </a:ext>
                  </a:extLst>
                </p14:cNvPr>
                <p14:cNvContentPartPr/>
                <p14:nvPr/>
              </p14:nvContentPartPr>
              <p14:xfrm>
                <a:off x="11248225" y="1767610"/>
                <a:ext cx="47880" cy="126360"/>
              </p14:xfrm>
            </p:contentPart>
          </mc:Choice>
          <mc:Fallback xmlns="">
            <p:pic>
              <p:nvPicPr>
                <p:cNvPr id="122" name="筆跡 121">
                  <a:extLst>
                    <a:ext uri="{FF2B5EF4-FFF2-40B4-BE49-F238E27FC236}">
                      <a16:creationId xmlns:a16="http://schemas.microsoft.com/office/drawing/2014/main" id="{4A32D7CC-32EF-C351-F7B0-9AABB3B95953}"/>
                    </a:ext>
                  </a:extLst>
                </p:cNvPr>
                <p:cNvPicPr/>
                <p:nvPr/>
              </p:nvPicPr>
              <p:blipFill>
                <a:blip r:embed="rId125"/>
                <a:stretch>
                  <a:fillRect/>
                </a:stretch>
              </p:blipFill>
              <p:spPr>
                <a:xfrm>
                  <a:off x="11230225" y="1749610"/>
                  <a:ext cx="835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23" name="筆跡 122">
                  <a:extLst>
                    <a:ext uri="{FF2B5EF4-FFF2-40B4-BE49-F238E27FC236}">
                      <a16:creationId xmlns:a16="http://schemas.microsoft.com/office/drawing/2014/main" id="{BF54DBAD-B6F4-7CBB-A2E1-97C108BA412E}"/>
                    </a:ext>
                  </a:extLst>
                </p14:cNvPr>
                <p14:cNvContentPartPr/>
                <p14:nvPr/>
              </p14:nvContentPartPr>
              <p14:xfrm>
                <a:off x="11328145" y="1790290"/>
                <a:ext cx="89640" cy="107280"/>
              </p14:xfrm>
            </p:contentPart>
          </mc:Choice>
          <mc:Fallback xmlns="">
            <p:pic>
              <p:nvPicPr>
                <p:cNvPr id="123" name="筆跡 122">
                  <a:extLst>
                    <a:ext uri="{FF2B5EF4-FFF2-40B4-BE49-F238E27FC236}">
                      <a16:creationId xmlns:a16="http://schemas.microsoft.com/office/drawing/2014/main" id="{BF54DBAD-B6F4-7CBB-A2E1-97C108BA412E}"/>
                    </a:ext>
                  </a:extLst>
                </p:cNvPr>
                <p:cNvPicPr/>
                <p:nvPr/>
              </p:nvPicPr>
              <p:blipFill>
                <a:blip r:embed="rId127"/>
                <a:stretch>
                  <a:fillRect/>
                </a:stretch>
              </p:blipFill>
              <p:spPr>
                <a:xfrm>
                  <a:off x="11310217" y="1772350"/>
                  <a:ext cx="125137" cy="142801"/>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24" name="筆跡 123">
                  <a:extLst>
                    <a:ext uri="{FF2B5EF4-FFF2-40B4-BE49-F238E27FC236}">
                      <a16:creationId xmlns:a16="http://schemas.microsoft.com/office/drawing/2014/main" id="{334DE616-634A-268D-85F8-69FD7042BF9B}"/>
                    </a:ext>
                  </a:extLst>
                </p14:cNvPr>
                <p14:cNvContentPartPr/>
                <p14:nvPr/>
              </p14:nvContentPartPr>
              <p14:xfrm>
                <a:off x="11419585" y="1749250"/>
                <a:ext cx="99360" cy="23760"/>
              </p14:xfrm>
            </p:contentPart>
          </mc:Choice>
          <mc:Fallback xmlns="">
            <p:pic>
              <p:nvPicPr>
                <p:cNvPr id="124" name="筆跡 123">
                  <a:extLst>
                    <a:ext uri="{FF2B5EF4-FFF2-40B4-BE49-F238E27FC236}">
                      <a16:creationId xmlns:a16="http://schemas.microsoft.com/office/drawing/2014/main" id="{334DE616-634A-268D-85F8-69FD7042BF9B}"/>
                    </a:ext>
                  </a:extLst>
                </p:cNvPr>
                <p:cNvPicPr/>
                <p:nvPr/>
              </p:nvPicPr>
              <p:blipFill>
                <a:blip r:embed="rId129"/>
                <a:stretch>
                  <a:fillRect/>
                </a:stretch>
              </p:blipFill>
              <p:spPr>
                <a:xfrm>
                  <a:off x="11401650" y="1731519"/>
                  <a:ext cx="134871" cy="58868"/>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25" name="筆跡 124">
                  <a:extLst>
                    <a:ext uri="{FF2B5EF4-FFF2-40B4-BE49-F238E27FC236}">
                      <a16:creationId xmlns:a16="http://schemas.microsoft.com/office/drawing/2014/main" id="{4ADF3E31-1C42-139B-A379-6B236332E39C}"/>
                    </a:ext>
                  </a:extLst>
                </p14:cNvPr>
                <p14:cNvContentPartPr/>
                <p14:nvPr/>
              </p14:nvContentPartPr>
              <p14:xfrm>
                <a:off x="11442625" y="1665730"/>
                <a:ext cx="79920" cy="256680"/>
              </p14:xfrm>
            </p:contentPart>
          </mc:Choice>
          <mc:Fallback xmlns="">
            <p:pic>
              <p:nvPicPr>
                <p:cNvPr id="125" name="筆跡 124">
                  <a:extLst>
                    <a:ext uri="{FF2B5EF4-FFF2-40B4-BE49-F238E27FC236}">
                      <a16:creationId xmlns:a16="http://schemas.microsoft.com/office/drawing/2014/main" id="{4ADF3E31-1C42-139B-A379-6B236332E39C}"/>
                    </a:ext>
                  </a:extLst>
                </p:cNvPr>
                <p:cNvPicPr/>
                <p:nvPr/>
              </p:nvPicPr>
              <p:blipFill>
                <a:blip r:embed="rId131"/>
                <a:stretch>
                  <a:fillRect/>
                </a:stretch>
              </p:blipFill>
              <p:spPr>
                <a:xfrm>
                  <a:off x="11424706" y="1647730"/>
                  <a:ext cx="11540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26" name="筆跡 125">
                  <a:extLst>
                    <a:ext uri="{FF2B5EF4-FFF2-40B4-BE49-F238E27FC236}">
                      <a16:creationId xmlns:a16="http://schemas.microsoft.com/office/drawing/2014/main" id="{A94384EA-66B8-0BB4-3FA1-2AEADF18121E}"/>
                    </a:ext>
                  </a:extLst>
                </p14:cNvPr>
                <p14:cNvContentPartPr/>
                <p14:nvPr/>
              </p14:nvContentPartPr>
              <p14:xfrm>
                <a:off x="11547385" y="1805770"/>
                <a:ext cx="5400" cy="86040"/>
              </p14:xfrm>
            </p:contentPart>
          </mc:Choice>
          <mc:Fallback xmlns="">
            <p:pic>
              <p:nvPicPr>
                <p:cNvPr id="126" name="筆跡 125">
                  <a:extLst>
                    <a:ext uri="{FF2B5EF4-FFF2-40B4-BE49-F238E27FC236}">
                      <a16:creationId xmlns:a16="http://schemas.microsoft.com/office/drawing/2014/main" id="{A94384EA-66B8-0BB4-3FA1-2AEADF18121E}"/>
                    </a:ext>
                  </a:extLst>
                </p:cNvPr>
                <p:cNvPicPr/>
                <p:nvPr/>
              </p:nvPicPr>
              <p:blipFill>
                <a:blip r:embed="rId133"/>
                <a:stretch>
                  <a:fillRect/>
                </a:stretch>
              </p:blipFill>
              <p:spPr>
                <a:xfrm>
                  <a:off x="11529385" y="1787770"/>
                  <a:ext cx="4104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27" name="筆跡 126">
                  <a:extLst>
                    <a:ext uri="{FF2B5EF4-FFF2-40B4-BE49-F238E27FC236}">
                      <a16:creationId xmlns:a16="http://schemas.microsoft.com/office/drawing/2014/main" id="{C014F37C-79B1-E8B1-1317-3B663E8C0CED}"/>
                    </a:ext>
                  </a:extLst>
                </p14:cNvPr>
                <p14:cNvContentPartPr/>
                <p14:nvPr/>
              </p14:nvContentPartPr>
              <p14:xfrm>
                <a:off x="11575105" y="1731610"/>
                <a:ext cx="52560" cy="52560"/>
              </p14:xfrm>
            </p:contentPart>
          </mc:Choice>
          <mc:Fallback xmlns="">
            <p:pic>
              <p:nvPicPr>
                <p:cNvPr id="127" name="筆跡 126">
                  <a:extLst>
                    <a:ext uri="{FF2B5EF4-FFF2-40B4-BE49-F238E27FC236}">
                      <a16:creationId xmlns:a16="http://schemas.microsoft.com/office/drawing/2014/main" id="{C014F37C-79B1-E8B1-1317-3B663E8C0CED}"/>
                    </a:ext>
                  </a:extLst>
                </p:cNvPr>
                <p:cNvPicPr/>
                <p:nvPr/>
              </p:nvPicPr>
              <p:blipFill>
                <a:blip r:embed="rId135"/>
                <a:stretch>
                  <a:fillRect/>
                </a:stretch>
              </p:blipFill>
              <p:spPr>
                <a:xfrm>
                  <a:off x="11557105" y="1713610"/>
                  <a:ext cx="882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28" name="筆跡 127">
                  <a:extLst>
                    <a:ext uri="{FF2B5EF4-FFF2-40B4-BE49-F238E27FC236}">
                      <a16:creationId xmlns:a16="http://schemas.microsoft.com/office/drawing/2014/main" id="{BAC6145E-F4FB-25DC-CA76-7E7CFFDBD749}"/>
                    </a:ext>
                  </a:extLst>
                </p14:cNvPr>
                <p14:cNvContentPartPr/>
                <p14:nvPr/>
              </p14:nvContentPartPr>
              <p14:xfrm>
                <a:off x="11607865" y="1799290"/>
                <a:ext cx="78840" cy="100800"/>
              </p14:xfrm>
            </p:contentPart>
          </mc:Choice>
          <mc:Fallback xmlns="">
            <p:pic>
              <p:nvPicPr>
                <p:cNvPr id="128" name="筆跡 127">
                  <a:extLst>
                    <a:ext uri="{FF2B5EF4-FFF2-40B4-BE49-F238E27FC236}">
                      <a16:creationId xmlns:a16="http://schemas.microsoft.com/office/drawing/2014/main" id="{BAC6145E-F4FB-25DC-CA76-7E7CFFDBD749}"/>
                    </a:ext>
                  </a:extLst>
                </p:cNvPr>
                <p:cNvPicPr/>
                <p:nvPr/>
              </p:nvPicPr>
              <p:blipFill>
                <a:blip r:embed="rId137"/>
                <a:stretch>
                  <a:fillRect/>
                </a:stretch>
              </p:blipFill>
              <p:spPr>
                <a:xfrm>
                  <a:off x="11589865" y="1781290"/>
                  <a:ext cx="1144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29" name="筆跡 128">
                  <a:extLst>
                    <a:ext uri="{FF2B5EF4-FFF2-40B4-BE49-F238E27FC236}">
                      <a16:creationId xmlns:a16="http://schemas.microsoft.com/office/drawing/2014/main" id="{FF592352-A8C3-D64F-86A0-944282E6D187}"/>
                    </a:ext>
                  </a:extLst>
                </p14:cNvPr>
                <p14:cNvContentPartPr/>
                <p14:nvPr/>
              </p14:nvContentPartPr>
              <p14:xfrm>
                <a:off x="11690665" y="1831330"/>
                <a:ext cx="110880" cy="255600"/>
              </p14:xfrm>
            </p:contentPart>
          </mc:Choice>
          <mc:Fallback xmlns="">
            <p:pic>
              <p:nvPicPr>
                <p:cNvPr id="129" name="筆跡 128">
                  <a:extLst>
                    <a:ext uri="{FF2B5EF4-FFF2-40B4-BE49-F238E27FC236}">
                      <a16:creationId xmlns:a16="http://schemas.microsoft.com/office/drawing/2014/main" id="{FF592352-A8C3-D64F-86A0-944282E6D187}"/>
                    </a:ext>
                  </a:extLst>
                </p:cNvPr>
                <p:cNvPicPr/>
                <p:nvPr/>
              </p:nvPicPr>
              <p:blipFill>
                <a:blip r:embed="rId139"/>
                <a:stretch>
                  <a:fillRect/>
                </a:stretch>
              </p:blipFill>
              <p:spPr>
                <a:xfrm>
                  <a:off x="11672665" y="1813330"/>
                  <a:ext cx="14652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30" name="筆跡 129">
                  <a:extLst>
                    <a:ext uri="{FF2B5EF4-FFF2-40B4-BE49-F238E27FC236}">
                      <a16:creationId xmlns:a16="http://schemas.microsoft.com/office/drawing/2014/main" id="{7B8C060E-5491-1F28-5346-79DE60BC1D5E}"/>
                    </a:ext>
                  </a:extLst>
                </p14:cNvPr>
                <p14:cNvContentPartPr/>
                <p14:nvPr/>
              </p14:nvContentPartPr>
              <p14:xfrm>
                <a:off x="11345425" y="2127250"/>
                <a:ext cx="117000" cy="215640"/>
              </p14:xfrm>
            </p:contentPart>
          </mc:Choice>
          <mc:Fallback xmlns="">
            <p:pic>
              <p:nvPicPr>
                <p:cNvPr id="130" name="筆跡 129">
                  <a:extLst>
                    <a:ext uri="{FF2B5EF4-FFF2-40B4-BE49-F238E27FC236}">
                      <a16:creationId xmlns:a16="http://schemas.microsoft.com/office/drawing/2014/main" id="{7B8C060E-5491-1F28-5346-79DE60BC1D5E}"/>
                    </a:ext>
                  </a:extLst>
                </p:cNvPr>
                <p:cNvPicPr/>
                <p:nvPr/>
              </p:nvPicPr>
              <p:blipFill>
                <a:blip r:embed="rId141"/>
                <a:stretch>
                  <a:fillRect/>
                </a:stretch>
              </p:blipFill>
              <p:spPr>
                <a:xfrm>
                  <a:off x="11327425" y="2109250"/>
                  <a:ext cx="1526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31" name="筆跡 130">
                  <a:extLst>
                    <a:ext uri="{FF2B5EF4-FFF2-40B4-BE49-F238E27FC236}">
                      <a16:creationId xmlns:a16="http://schemas.microsoft.com/office/drawing/2014/main" id="{A6895457-C0D8-3DEE-EAF8-6B0B6810F523}"/>
                    </a:ext>
                  </a:extLst>
                </p14:cNvPr>
                <p14:cNvContentPartPr/>
                <p14:nvPr/>
              </p14:nvContentPartPr>
              <p14:xfrm>
                <a:off x="11513185" y="2242090"/>
                <a:ext cx="21600" cy="75960"/>
              </p14:xfrm>
            </p:contentPart>
          </mc:Choice>
          <mc:Fallback xmlns="">
            <p:pic>
              <p:nvPicPr>
                <p:cNvPr id="131" name="筆跡 130">
                  <a:extLst>
                    <a:ext uri="{FF2B5EF4-FFF2-40B4-BE49-F238E27FC236}">
                      <a16:creationId xmlns:a16="http://schemas.microsoft.com/office/drawing/2014/main" id="{A6895457-C0D8-3DEE-EAF8-6B0B6810F523}"/>
                    </a:ext>
                  </a:extLst>
                </p:cNvPr>
                <p:cNvPicPr/>
                <p:nvPr/>
              </p:nvPicPr>
              <p:blipFill>
                <a:blip r:embed="rId143"/>
                <a:stretch>
                  <a:fillRect/>
                </a:stretch>
              </p:blipFill>
              <p:spPr>
                <a:xfrm>
                  <a:off x="11495185" y="2224090"/>
                  <a:ext cx="5724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32" name="筆跡 131">
                  <a:extLst>
                    <a:ext uri="{FF2B5EF4-FFF2-40B4-BE49-F238E27FC236}">
                      <a16:creationId xmlns:a16="http://schemas.microsoft.com/office/drawing/2014/main" id="{4FCA63A3-5067-836F-AAD4-DA73BB5883CD}"/>
                    </a:ext>
                  </a:extLst>
                </p14:cNvPr>
                <p14:cNvContentPartPr/>
                <p14:nvPr/>
              </p14:nvContentPartPr>
              <p14:xfrm>
                <a:off x="11539825" y="2176570"/>
                <a:ext cx="32400" cy="17640"/>
              </p14:xfrm>
            </p:contentPart>
          </mc:Choice>
          <mc:Fallback xmlns="">
            <p:pic>
              <p:nvPicPr>
                <p:cNvPr id="132" name="筆跡 131">
                  <a:extLst>
                    <a:ext uri="{FF2B5EF4-FFF2-40B4-BE49-F238E27FC236}">
                      <a16:creationId xmlns:a16="http://schemas.microsoft.com/office/drawing/2014/main" id="{4FCA63A3-5067-836F-AAD4-DA73BB5883CD}"/>
                    </a:ext>
                  </a:extLst>
                </p:cNvPr>
                <p:cNvPicPr/>
                <p:nvPr/>
              </p:nvPicPr>
              <p:blipFill>
                <a:blip r:embed="rId145"/>
                <a:stretch>
                  <a:fillRect/>
                </a:stretch>
              </p:blipFill>
              <p:spPr>
                <a:xfrm>
                  <a:off x="11521825" y="2158570"/>
                  <a:ext cx="680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33" name="筆跡 132">
                  <a:extLst>
                    <a:ext uri="{FF2B5EF4-FFF2-40B4-BE49-F238E27FC236}">
                      <a16:creationId xmlns:a16="http://schemas.microsoft.com/office/drawing/2014/main" id="{8906D088-7464-17D8-5897-A0DE7F5C7C6F}"/>
                    </a:ext>
                  </a:extLst>
                </p14:cNvPr>
                <p14:cNvContentPartPr/>
                <p14:nvPr/>
              </p14:nvContentPartPr>
              <p14:xfrm>
                <a:off x="11573665" y="2223730"/>
                <a:ext cx="97200" cy="114480"/>
              </p14:xfrm>
            </p:contentPart>
          </mc:Choice>
          <mc:Fallback xmlns="">
            <p:pic>
              <p:nvPicPr>
                <p:cNvPr id="133" name="筆跡 132">
                  <a:extLst>
                    <a:ext uri="{FF2B5EF4-FFF2-40B4-BE49-F238E27FC236}">
                      <a16:creationId xmlns:a16="http://schemas.microsoft.com/office/drawing/2014/main" id="{8906D088-7464-17D8-5897-A0DE7F5C7C6F}"/>
                    </a:ext>
                  </a:extLst>
                </p:cNvPr>
                <p:cNvPicPr/>
                <p:nvPr/>
              </p:nvPicPr>
              <p:blipFill>
                <a:blip r:embed="rId147"/>
                <a:stretch>
                  <a:fillRect/>
                </a:stretch>
              </p:blipFill>
              <p:spPr>
                <a:xfrm>
                  <a:off x="11555665" y="2205673"/>
                  <a:ext cx="132840" cy="150232"/>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34" name="筆跡 133">
                  <a:extLst>
                    <a:ext uri="{FF2B5EF4-FFF2-40B4-BE49-F238E27FC236}">
                      <a16:creationId xmlns:a16="http://schemas.microsoft.com/office/drawing/2014/main" id="{EF8979AD-1BE5-5B75-F30E-06D7589AF6F7}"/>
                    </a:ext>
                  </a:extLst>
                </p14:cNvPr>
                <p14:cNvContentPartPr/>
                <p14:nvPr/>
              </p14:nvContentPartPr>
              <p14:xfrm>
                <a:off x="11684905" y="2234530"/>
                <a:ext cx="110520" cy="112680"/>
              </p14:xfrm>
            </p:contentPart>
          </mc:Choice>
          <mc:Fallback xmlns="">
            <p:pic>
              <p:nvPicPr>
                <p:cNvPr id="134" name="筆跡 133">
                  <a:extLst>
                    <a:ext uri="{FF2B5EF4-FFF2-40B4-BE49-F238E27FC236}">
                      <a16:creationId xmlns:a16="http://schemas.microsoft.com/office/drawing/2014/main" id="{EF8979AD-1BE5-5B75-F30E-06D7589AF6F7}"/>
                    </a:ext>
                  </a:extLst>
                </p:cNvPr>
                <p:cNvPicPr/>
                <p:nvPr/>
              </p:nvPicPr>
              <p:blipFill>
                <a:blip r:embed="rId149"/>
                <a:stretch>
                  <a:fillRect/>
                </a:stretch>
              </p:blipFill>
              <p:spPr>
                <a:xfrm>
                  <a:off x="11666905" y="2216530"/>
                  <a:ext cx="146160" cy="148320"/>
                </a:xfrm>
                <a:prstGeom prst="rect">
                  <a:avLst/>
                </a:prstGeom>
              </p:spPr>
            </p:pic>
          </mc:Fallback>
        </mc:AlternateContent>
      </p:grpSp>
      <p:grpSp>
        <p:nvGrpSpPr>
          <p:cNvPr id="143" name="群組 142">
            <a:extLst>
              <a:ext uri="{FF2B5EF4-FFF2-40B4-BE49-F238E27FC236}">
                <a16:creationId xmlns:a16="http://schemas.microsoft.com/office/drawing/2014/main" id="{372F618C-3A74-FEBE-3453-55C8BB1FC010}"/>
              </a:ext>
            </a:extLst>
          </p:cNvPr>
          <p:cNvGrpSpPr/>
          <p:nvPr/>
        </p:nvGrpSpPr>
        <p:grpSpPr>
          <a:xfrm>
            <a:off x="10279825" y="3508210"/>
            <a:ext cx="344160" cy="487440"/>
            <a:chOff x="10279825" y="3508210"/>
            <a:chExt cx="344160" cy="487440"/>
          </a:xfrm>
        </p:grpSpPr>
        <mc:AlternateContent xmlns:mc="http://schemas.openxmlformats.org/markup-compatibility/2006" xmlns:p14="http://schemas.microsoft.com/office/powerpoint/2010/main">
          <mc:Choice Requires="p14">
            <p:contentPart p14:bwMode="auto" r:id="rId150">
              <p14:nvContentPartPr>
                <p14:cNvPr id="136" name="筆跡 135">
                  <a:extLst>
                    <a:ext uri="{FF2B5EF4-FFF2-40B4-BE49-F238E27FC236}">
                      <a16:creationId xmlns:a16="http://schemas.microsoft.com/office/drawing/2014/main" id="{ADC6258B-0912-D27F-9A0A-F9ADBDCC802A}"/>
                    </a:ext>
                  </a:extLst>
                </p14:cNvPr>
                <p14:cNvContentPartPr/>
                <p14:nvPr/>
              </p14:nvContentPartPr>
              <p14:xfrm>
                <a:off x="10279825" y="3508210"/>
                <a:ext cx="305640" cy="487440"/>
              </p14:xfrm>
            </p:contentPart>
          </mc:Choice>
          <mc:Fallback xmlns="">
            <p:pic>
              <p:nvPicPr>
                <p:cNvPr id="136" name="筆跡 135">
                  <a:extLst>
                    <a:ext uri="{FF2B5EF4-FFF2-40B4-BE49-F238E27FC236}">
                      <a16:creationId xmlns:a16="http://schemas.microsoft.com/office/drawing/2014/main" id="{ADC6258B-0912-D27F-9A0A-F9ADBDCC802A}"/>
                    </a:ext>
                  </a:extLst>
                </p:cNvPr>
                <p:cNvPicPr/>
                <p:nvPr/>
              </p:nvPicPr>
              <p:blipFill>
                <a:blip r:embed="rId151"/>
                <a:stretch>
                  <a:fillRect/>
                </a:stretch>
              </p:blipFill>
              <p:spPr>
                <a:xfrm>
                  <a:off x="10273705" y="3502090"/>
                  <a:ext cx="317880" cy="4996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37" name="筆跡 136">
                  <a:extLst>
                    <a:ext uri="{FF2B5EF4-FFF2-40B4-BE49-F238E27FC236}">
                      <a16:creationId xmlns:a16="http://schemas.microsoft.com/office/drawing/2014/main" id="{6D3D796B-2CA5-E3F7-9A8D-61B210A27495}"/>
                    </a:ext>
                  </a:extLst>
                </p14:cNvPr>
                <p14:cNvContentPartPr/>
                <p14:nvPr/>
              </p14:nvContentPartPr>
              <p14:xfrm>
                <a:off x="10578625" y="3534490"/>
                <a:ext cx="39960" cy="426240"/>
              </p14:xfrm>
            </p:contentPart>
          </mc:Choice>
          <mc:Fallback xmlns="">
            <p:pic>
              <p:nvPicPr>
                <p:cNvPr id="137" name="筆跡 136">
                  <a:extLst>
                    <a:ext uri="{FF2B5EF4-FFF2-40B4-BE49-F238E27FC236}">
                      <a16:creationId xmlns:a16="http://schemas.microsoft.com/office/drawing/2014/main" id="{6D3D796B-2CA5-E3F7-9A8D-61B210A27495}"/>
                    </a:ext>
                  </a:extLst>
                </p:cNvPr>
                <p:cNvPicPr/>
                <p:nvPr/>
              </p:nvPicPr>
              <p:blipFill>
                <a:blip r:embed="rId153"/>
                <a:stretch>
                  <a:fillRect/>
                </a:stretch>
              </p:blipFill>
              <p:spPr>
                <a:xfrm>
                  <a:off x="10572449" y="3528370"/>
                  <a:ext cx="52311"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38" name="筆跡 137">
                  <a:extLst>
                    <a:ext uri="{FF2B5EF4-FFF2-40B4-BE49-F238E27FC236}">
                      <a16:creationId xmlns:a16="http://schemas.microsoft.com/office/drawing/2014/main" id="{074776BB-76E6-C020-712B-263C3CEC2D69}"/>
                    </a:ext>
                  </a:extLst>
                </p14:cNvPr>
                <p14:cNvContentPartPr/>
                <p14:nvPr/>
              </p14:nvContentPartPr>
              <p14:xfrm>
                <a:off x="10347865" y="3532690"/>
                <a:ext cx="261000" cy="14040"/>
              </p14:xfrm>
            </p:contentPart>
          </mc:Choice>
          <mc:Fallback xmlns="">
            <p:pic>
              <p:nvPicPr>
                <p:cNvPr id="138" name="筆跡 137">
                  <a:extLst>
                    <a:ext uri="{FF2B5EF4-FFF2-40B4-BE49-F238E27FC236}">
                      <a16:creationId xmlns:a16="http://schemas.microsoft.com/office/drawing/2014/main" id="{074776BB-76E6-C020-712B-263C3CEC2D69}"/>
                    </a:ext>
                  </a:extLst>
                </p:cNvPr>
                <p:cNvPicPr/>
                <p:nvPr/>
              </p:nvPicPr>
              <p:blipFill>
                <a:blip r:embed="rId155"/>
                <a:stretch>
                  <a:fillRect/>
                </a:stretch>
              </p:blipFill>
              <p:spPr>
                <a:xfrm>
                  <a:off x="10341745" y="3526723"/>
                  <a:ext cx="273240" cy="25974"/>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39" name="筆跡 138">
                  <a:extLst>
                    <a:ext uri="{FF2B5EF4-FFF2-40B4-BE49-F238E27FC236}">
                      <a16:creationId xmlns:a16="http://schemas.microsoft.com/office/drawing/2014/main" id="{1736C75F-3FCB-F64C-C606-3B14868E3DF4}"/>
                    </a:ext>
                  </a:extLst>
                </p14:cNvPr>
                <p14:cNvContentPartPr/>
                <p14:nvPr/>
              </p14:nvContentPartPr>
              <p14:xfrm>
                <a:off x="10381705" y="3869650"/>
                <a:ext cx="144360" cy="71280"/>
              </p14:xfrm>
            </p:contentPart>
          </mc:Choice>
          <mc:Fallback xmlns="">
            <p:pic>
              <p:nvPicPr>
                <p:cNvPr id="139" name="筆跡 138">
                  <a:extLst>
                    <a:ext uri="{FF2B5EF4-FFF2-40B4-BE49-F238E27FC236}">
                      <a16:creationId xmlns:a16="http://schemas.microsoft.com/office/drawing/2014/main" id="{1736C75F-3FCB-F64C-C606-3B14868E3DF4}"/>
                    </a:ext>
                  </a:extLst>
                </p:cNvPr>
                <p:cNvPicPr/>
                <p:nvPr/>
              </p:nvPicPr>
              <p:blipFill>
                <a:blip r:embed="rId157"/>
                <a:stretch>
                  <a:fillRect/>
                </a:stretch>
              </p:blipFill>
              <p:spPr>
                <a:xfrm>
                  <a:off x="10375585" y="3863530"/>
                  <a:ext cx="1566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40" name="筆跡 139">
                  <a:extLst>
                    <a:ext uri="{FF2B5EF4-FFF2-40B4-BE49-F238E27FC236}">
                      <a16:creationId xmlns:a16="http://schemas.microsoft.com/office/drawing/2014/main" id="{A1A50313-7CC0-4FF8-A70C-6F16E6A76B7D}"/>
                    </a:ext>
                  </a:extLst>
                </p14:cNvPr>
                <p14:cNvContentPartPr/>
                <p14:nvPr/>
              </p14:nvContentPartPr>
              <p14:xfrm>
                <a:off x="10405825" y="3805570"/>
                <a:ext cx="160560" cy="63360"/>
              </p14:xfrm>
            </p:contentPart>
          </mc:Choice>
          <mc:Fallback xmlns="">
            <p:pic>
              <p:nvPicPr>
                <p:cNvPr id="140" name="筆跡 139">
                  <a:extLst>
                    <a:ext uri="{FF2B5EF4-FFF2-40B4-BE49-F238E27FC236}">
                      <a16:creationId xmlns:a16="http://schemas.microsoft.com/office/drawing/2014/main" id="{A1A50313-7CC0-4FF8-A70C-6F16E6A76B7D}"/>
                    </a:ext>
                  </a:extLst>
                </p:cNvPr>
                <p:cNvPicPr/>
                <p:nvPr/>
              </p:nvPicPr>
              <p:blipFill>
                <a:blip r:embed="rId159"/>
                <a:stretch>
                  <a:fillRect/>
                </a:stretch>
              </p:blipFill>
              <p:spPr>
                <a:xfrm>
                  <a:off x="10399719" y="3799450"/>
                  <a:ext cx="172773"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41" name="筆跡 140">
                  <a:extLst>
                    <a:ext uri="{FF2B5EF4-FFF2-40B4-BE49-F238E27FC236}">
                      <a16:creationId xmlns:a16="http://schemas.microsoft.com/office/drawing/2014/main" id="{A3430327-877B-B126-759A-CFF27EC4D05A}"/>
                    </a:ext>
                  </a:extLst>
                </p14:cNvPr>
                <p14:cNvContentPartPr/>
                <p14:nvPr/>
              </p14:nvContentPartPr>
              <p14:xfrm>
                <a:off x="10369465" y="3686770"/>
                <a:ext cx="212400" cy="62640"/>
              </p14:xfrm>
            </p:contentPart>
          </mc:Choice>
          <mc:Fallback xmlns="">
            <p:pic>
              <p:nvPicPr>
                <p:cNvPr id="141" name="筆跡 140">
                  <a:extLst>
                    <a:ext uri="{FF2B5EF4-FFF2-40B4-BE49-F238E27FC236}">
                      <a16:creationId xmlns:a16="http://schemas.microsoft.com/office/drawing/2014/main" id="{A3430327-877B-B126-759A-CFF27EC4D05A}"/>
                    </a:ext>
                  </a:extLst>
                </p:cNvPr>
                <p:cNvPicPr/>
                <p:nvPr/>
              </p:nvPicPr>
              <p:blipFill>
                <a:blip r:embed="rId161"/>
                <a:stretch>
                  <a:fillRect/>
                </a:stretch>
              </p:blipFill>
              <p:spPr>
                <a:xfrm>
                  <a:off x="10363335" y="3680650"/>
                  <a:ext cx="224661"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42" name="筆跡 141">
                  <a:extLst>
                    <a:ext uri="{FF2B5EF4-FFF2-40B4-BE49-F238E27FC236}">
                      <a16:creationId xmlns:a16="http://schemas.microsoft.com/office/drawing/2014/main" id="{D63C17D5-D4AE-C9F0-5687-C4623AE0B0BC}"/>
                    </a:ext>
                  </a:extLst>
                </p14:cNvPr>
                <p14:cNvContentPartPr/>
                <p14:nvPr/>
              </p14:nvContentPartPr>
              <p14:xfrm>
                <a:off x="10496545" y="3612610"/>
                <a:ext cx="127440" cy="63000"/>
              </p14:xfrm>
            </p:contentPart>
          </mc:Choice>
          <mc:Fallback xmlns="">
            <p:pic>
              <p:nvPicPr>
                <p:cNvPr id="142" name="筆跡 141">
                  <a:extLst>
                    <a:ext uri="{FF2B5EF4-FFF2-40B4-BE49-F238E27FC236}">
                      <a16:creationId xmlns:a16="http://schemas.microsoft.com/office/drawing/2014/main" id="{D63C17D5-D4AE-C9F0-5687-C4623AE0B0BC}"/>
                    </a:ext>
                  </a:extLst>
                </p:cNvPr>
                <p:cNvPicPr/>
                <p:nvPr/>
              </p:nvPicPr>
              <p:blipFill>
                <a:blip r:embed="rId163"/>
                <a:stretch>
                  <a:fillRect/>
                </a:stretch>
              </p:blipFill>
              <p:spPr>
                <a:xfrm>
                  <a:off x="10490408" y="3606490"/>
                  <a:ext cx="139715" cy="75240"/>
                </a:xfrm>
                <a:prstGeom prst="rect">
                  <a:avLst/>
                </a:prstGeom>
              </p:spPr>
            </p:pic>
          </mc:Fallback>
        </mc:AlternateContent>
      </p:grpSp>
      <p:grpSp>
        <p:nvGrpSpPr>
          <p:cNvPr id="156" name="群組 155">
            <a:extLst>
              <a:ext uri="{FF2B5EF4-FFF2-40B4-BE49-F238E27FC236}">
                <a16:creationId xmlns:a16="http://schemas.microsoft.com/office/drawing/2014/main" id="{618F6BFF-8797-32A8-3468-51C5E9D5460B}"/>
              </a:ext>
            </a:extLst>
          </p:cNvPr>
          <p:cNvGrpSpPr/>
          <p:nvPr/>
        </p:nvGrpSpPr>
        <p:grpSpPr>
          <a:xfrm>
            <a:off x="10305385" y="2997370"/>
            <a:ext cx="378000" cy="522360"/>
            <a:chOff x="10305385" y="2997370"/>
            <a:chExt cx="378000" cy="522360"/>
          </a:xfrm>
        </p:grpSpPr>
        <mc:AlternateContent xmlns:mc="http://schemas.openxmlformats.org/markup-compatibility/2006" xmlns:p14="http://schemas.microsoft.com/office/powerpoint/2010/main">
          <mc:Choice Requires="p14">
            <p:contentPart p14:bwMode="auto" r:id="rId164">
              <p14:nvContentPartPr>
                <p14:cNvPr id="146" name="筆跡 145">
                  <a:extLst>
                    <a:ext uri="{FF2B5EF4-FFF2-40B4-BE49-F238E27FC236}">
                      <a16:creationId xmlns:a16="http://schemas.microsoft.com/office/drawing/2014/main" id="{23349AAE-DF1C-37AD-0D0C-36F311B014C8}"/>
                    </a:ext>
                  </a:extLst>
                </p14:cNvPr>
                <p14:cNvContentPartPr/>
                <p14:nvPr/>
              </p14:nvContentPartPr>
              <p14:xfrm>
                <a:off x="10591225" y="3258370"/>
                <a:ext cx="19800" cy="226440"/>
              </p14:xfrm>
            </p:contentPart>
          </mc:Choice>
          <mc:Fallback xmlns="">
            <p:pic>
              <p:nvPicPr>
                <p:cNvPr id="146" name="筆跡 145">
                  <a:extLst>
                    <a:ext uri="{FF2B5EF4-FFF2-40B4-BE49-F238E27FC236}">
                      <a16:creationId xmlns:a16="http://schemas.microsoft.com/office/drawing/2014/main" id="{23349AAE-DF1C-37AD-0D0C-36F311B014C8}"/>
                    </a:ext>
                  </a:extLst>
                </p:cNvPr>
                <p:cNvPicPr/>
                <p:nvPr/>
              </p:nvPicPr>
              <p:blipFill>
                <a:blip r:embed="rId165"/>
                <a:stretch>
                  <a:fillRect/>
                </a:stretch>
              </p:blipFill>
              <p:spPr>
                <a:xfrm>
                  <a:off x="10573225" y="3240370"/>
                  <a:ext cx="5544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45" name="筆跡 144">
                  <a:extLst>
                    <a:ext uri="{FF2B5EF4-FFF2-40B4-BE49-F238E27FC236}">
                      <a16:creationId xmlns:a16="http://schemas.microsoft.com/office/drawing/2014/main" id="{0EAABD38-2597-9EA0-66F4-39E5B1238997}"/>
                    </a:ext>
                  </a:extLst>
                </p14:cNvPr>
                <p14:cNvContentPartPr/>
                <p14:nvPr/>
              </p14:nvContentPartPr>
              <p14:xfrm>
                <a:off x="10318345" y="3263770"/>
                <a:ext cx="47520" cy="200160"/>
              </p14:xfrm>
            </p:contentPart>
          </mc:Choice>
          <mc:Fallback xmlns="">
            <p:pic>
              <p:nvPicPr>
                <p:cNvPr id="145" name="筆跡 144">
                  <a:extLst>
                    <a:ext uri="{FF2B5EF4-FFF2-40B4-BE49-F238E27FC236}">
                      <a16:creationId xmlns:a16="http://schemas.microsoft.com/office/drawing/2014/main" id="{0EAABD38-2597-9EA0-66F4-39E5B1238997}"/>
                    </a:ext>
                  </a:extLst>
                </p:cNvPr>
                <p:cNvPicPr/>
                <p:nvPr/>
              </p:nvPicPr>
              <p:blipFill>
                <a:blip r:embed="rId167"/>
                <a:stretch>
                  <a:fillRect/>
                </a:stretch>
              </p:blipFill>
              <p:spPr>
                <a:xfrm>
                  <a:off x="10300208" y="3245770"/>
                  <a:ext cx="83432"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47" name="筆跡 146">
                  <a:extLst>
                    <a:ext uri="{FF2B5EF4-FFF2-40B4-BE49-F238E27FC236}">
                      <a16:creationId xmlns:a16="http://schemas.microsoft.com/office/drawing/2014/main" id="{5E221C04-EE26-2EBA-0DBE-9E2FF8DB44D3}"/>
                    </a:ext>
                  </a:extLst>
                </p14:cNvPr>
                <p14:cNvContentPartPr/>
                <p14:nvPr/>
              </p14:nvContentPartPr>
              <p14:xfrm>
                <a:off x="10359025" y="3426850"/>
                <a:ext cx="11160" cy="92880"/>
              </p14:xfrm>
            </p:contentPart>
          </mc:Choice>
          <mc:Fallback xmlns="">
            <p:pic>
              <p:nvPicPr>
                <p:cNvPr id="147" name="筆跡 146">
                  <a:extLst>
                    <a:ext uri="{FF2B5EF4-FFF2-40B4-BE49-F238E27FC236}">
                      <a16:creationId xmlns:a16="http://schemas.microsoft.com/office/drawing/2014/main" id="{5E221C04-EE26-2EBA-0DBE-9E2FF8DB44D3}"/>
                    </a:ext>
                  </a:extLst>
                </p:cNvPr>
                <p:cNvPicPr/>
                <p:nvPr/>
              </p:nvPicPr>
              <p:blipFill>
                <a:blip r:embed="rId169"/>
                <a:stretch>
                  <a:fillRect/>
                </a:stretch>
              </p:blipFill>
              <p:spPr>
                <a:xfrm>
                  <a:off x="10341025" y="3408919"/>
                  <a:ext cx="46800" cy="128382"/>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49" name="筆跡 148">
                  <a:extLst>
                    <a:ext uri="{FF2B5EF4-FFF2-40B4-BE49-F238E27FC236}">
                      <a16:creationId xmlns:a16="http://schemas.microsoft.com/office/drawing/2014/main" id="{3226F22D-7246-9321-7896-3A18C2801784}"/>
                    </a:ext>
                  </a:extLst>
                </p14:cNvPr>
                <p14:cNvContentPartPr/>
                <p14:nvPr/>
              </p14:nvContentPartPr>
              <p14:xfrm>
                <a:off x="10305385" y="2997370"/>
                <a:ext cx="378000" cy="287640"/>
              </p14:xfrm>
            </p:contentPart>
          </mc:Choice>
          <mc:Fallback xmlns="">
            <p:pic>
              <p:nvPicPr>
                <p:cNvPr id="149" name="筆跡 148">
                  <a:extLst>
                    <a:ext uri="{FF2B5EF4-FFF2-40B4-BE49-F238E27FC236}">
                      <a16:creationId xmlns:a16="http://schemas.microsoft.com/office/drawing/2014/main" id="{3226F22D-7246-9321-7896-3A18C2801784}"/>
                    </a:ext>
                  </a:extLst>
                </p:cNvPr>
                <p:cNvPicPr/>
                <p:nvPr/>
              </p:nvPicPr>
              <p:blipFill>
                <a:blip r:embed="rId171"/>
                <a:stretch>
                  <a:fillRect/>
                </a:stretch>
              </p:blipFill>
              <p:spPr>
                <a:xfrm>
                  <a:off x="10287385" y="2979370"/>
                  <a:ext cx="41364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51" name="筆跡 150">
                  <a:extLst>
                    <a:ext uri="{FF2B5EF4-FFF2-40B4-BE49-F238E27FC236}">
                      <a16:creationId xmlns:a16="http://schemas.microsoft.com/office/drawing/2014/main" id="{F75E9BBC-8E87-6269-551B-88E33824B706}"/>
                    </a:ext>
                  </a:extLst>
                </p14:cNvPr>
                <p14:cNvContentPartPr/>
                <p14:nvPr/>
              </p14:nvContentPartPr>
              <p14:xfrm>
                <a:off x="10358665" y="3256930"/>
                <a:ext cx="211320" cy="16560"/>
              </p14:xfrm>
            </p:contentPart>
          </mc:Choice>
          <mc:Fallback xmlns="">
            <p:pic>
              <p:nvPicPr>
                <p:cNvPr id="151" name="筆跡 150">
                  <a:extLst>
                    <a:ext uri="{FF2B5EF4-FFF2-40B4-BE49-F238E27FC236}">
                      <a16:creationId xmlns:a16="http://schemas.microsoft.com/office/drawing/2014/main" id="{F75E9BBC-8E87-6269-551B-88E33824B706}"/>
                    </a:ext>
                  </a:extLst>
                </p:cNvPr>
                <p:cNvPicPr/>
                <p:nvPr/>
              </p:nvPicPr>
              <p:blipFill>
                <a:blip r:embed="rId173"/>
                <a:stretch>
                  <a:fillRect/>
                </a:stretch>
              </p:blipFill>
              <p:spPr>
                <a:xfrm>
                  <a:off x="10340665" y="3238530"/>
                  <a:ext cx="246960" cy="52992"/>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52" name="筆跡 151">
                  <a:extLst>
                    <a:ext uri="{FF2B5EF4-FFF2-40B4-BE49-F238E27FC236}">
                      <a16:creationId xmlns:a16="http://schemas.microsoft.com/office/drawing/2014/main" id="{76F43052-372D-2BB6-49EA-23ADE942EB69}"/>
                    </a:ext>
                  </a:extLst>
                </p14:cNvPr>
                <p14:cNvContentPartPr/>
                <p14:nvPr/>
              </p14:nvContentPartPr>
              <p14:xfrm>
                <a:off x="10355065" y="3148570"/>
                <a:ext cx="57960" cy="118080"/>
              </p14:xfrm>
            </p:contentPart>
          </mc:Choice>
          <mc:Fallback xmlns="">
            <p:pic>
              <p:nvPicPr>
                <p:cNvPr id="152" name="筆跡 151">
                  <a:extLst>
                    <a:ext uri="{FF2B5EF4-FFF2-40B4-BE49-F238E27FC236}">
                      <a16:creationId xmlns:a16="http://schemas.microsoft.com/office/drawing/2014/main" id="{76F43052-372D-2BB6-49EA-23ADE942EB69}"/>
                    </a:ext>
                  </a:extLst>
                </p:cNvPr>
                <p:cNvPicPr/>
                <p:nvPr/>
              </p:nvPicPr>
              <p:blipFill>
                <a:blip r:embed="rId175"/>
                <a:stretch>
                  <a:fillRect/>
                </a:stretch>
              </p:blipFill>
              <p:spPr>
                <a:xfrm>
                  <a:off x="10337065" y="3130570"/>
                  <a:ext cx="936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53" name="筆跡 152">
                  <a:extLst>
                    <a:ext uri="{FF2B5EF4-FFF2-40B4-BE49-F238E27FC236}">
                      <a16:creationId xmlns:a16="http://schemas.microsoft.com/office/drawing/2014/main" id="{9088A17C-9343-F7DA-248D-A8EF6E39E6DA}"/>
                    </a:ext>
                  </a:extLst>
                </p14:cNvPr>
                <p14:cNvContentPartPr/>
                <p14:nvPr/>
              </p14:nvContentPartPr>
              <p14:xfrm>
                <a:off x="10413385" y="3112570"/>
                <a:ext cx="28800" cy="108720"/>
              </p14:xfrm>
            </p:contentPart>
          </mc:Choice>
          <mc:Fallback xmlns="">
            <p:pic>
              <p:nvPicPr>
                <p:cNvPr id="153" name="筆跡 152">
                  <a:extLst>
                    <a:ext uri="{FF2B5EF4-FFF2-40B4-BE49-F238E27FC236}">
                      <a16:creationId xmlns:a16="http://schemas.microsoft.com/office/drawing/2014/main" id="{9088A17C-9343-F7DA-248D-A8EF6E39E6DA}"/>
                    </a:ext>
                  </a:extLst>
                </p:cNvPr>
                <p:cNvPicPr/>
                <p:nvPr/>
              </p:nvPicPr>
              <p:blipFill>
                <a:blip r:embed="rId177"/>
                <a:stretch>
                  <a:fillRect/>
                </a:stretch>
              </p:blipFill>
              <p:spPr>
                <a:xfrm>
                  <a:off x="10395385" y="3094510"/>
                  <a:ext cx="64440" cy="144478"/>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54" name="筆跡 153">
                  <a:extLst>
                    <a:ext uri="{FF2B5EF4-FFF2-40B4-BE49-F238E27FC236}">
                      <a16:creationId xmlns:a16="http://schemas.microsoft.com/office/drawing/2014/main" id="{B8D4A96A-FA08-F363-5B6A-8AF2BB53F4FA}"/>
                    </a:ext>
                  </a:extLst>
                </p14:cNvPr>
                <p14:cNvContentPartPr/>
                <p14:nvPr/>
              </p14:nvContentPartPr>
              <p14:xfrm>
                <a:off x="10500145" y="3086650"/>
                <a:ext cx="13320" cy="156240"/>
              </p14:xfrm>
            </p:contentPart>
          </mc:Choice>
          <mc:Fallback xmlns="">
            <p:pic>
              <p:nvPicPr>
                <p:cNvPr id="154" name="筆跡 153">
                  <a:extLst>
                    <a:ext uri="{FF2B5EF4-FFF2-40B4-BE49-F238E27FC236}">
                      <a16:creationId xmlns:a16="http://schemas.microsoft.com/office/drawing/2014/main" id="{B8D4A96A-FA08-F363-5B6A-8AF2BB53F4FA}"/>
                    </a:ext>
                  </a:extLst>
                </p:cNvPr>
                <p:cNvPicPr/>
                <p:nvPr/>
              </p:nvPicPr>
              <p:blipFill>
                <a:blip r:embed="rId179"/>
                <a:stretch>
                  <a:fillRect/>
                </a:stretch>
              </p:blipFill>
              <p:spPr>
                <a:xfrm>
                  <a:off x="10482145" y="3068608"/>
                  <a:ext cx="48960" cy="191962"/>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55" name="筆跡 154">
                  <a:extLst>
                    <a:ext uri="{FF2B5EF4-FFF2-40B4-BE49-F238E27FC236}">
                      <a16:creationId xmlns:a16="http://schemas.microsoft.com/office/drawing/2014/main" id="{4BBA0E43-EC16-DA87-9B94-9419C36200EC}"/>
                    </a:ext>
                  </a:extLst>
                </p14:cNvPr>
                <p14:cNvContentPartPr/>
                <p14:nvPr/>
              </p14:nvContentPartPr>
              <p14:xfrm>
                <a:off x="10600585" y="3085570"/>
                <a:ext cx="8640" cy="151920"/>
              </p14:xfrm>
            </p:contentPart>
          </mc:Choice>
          <mc:Fallback xmlns="">
            <p:pic>
              <p:nvPicPr>
                <p:cNvPr id="155" name="筆跡 154">
                  <a:extLst>
                    <a:ext uri="{FF2B5EF4-FFF2-40B4-BE49-F238E27FC236}">
                      <a16:creationId xmlns:a16="http://schemas.microsoft.com/office/drawing/2014/main" id="{4BBA0E43-EC16-DA87-9B94-9419C36200EC}"/>
                    </a:ext>
                  </a:extLst>
                </p:cNvPr>
                <p:cNvPicPr/>
                <p:nvPr/>
              </p:nvPicPr>
              <p:blipFill>
                <a:blip r:embed="rId181"/>
                <a:stretch>
                  <a:fillRect/>
                </a:stretch>
              </p:blipFill>
              <p:spPr>
                <a:xfrm>
                  <a:off x="10582585" y="3067613"/>
                  <a:ext cx="44280" cy="187476"/>
                </a:xfrm>
                <a:prstGeom prst="rect">
                  <a:avLst/>
                </a:prstGeom>
              </p:spPr>
            </p:pic>
          </mc:Fallback>
        </mc:AlternateContent>
      </p:grpSp>
      <p:grpSp>
        <p:nvGrpSpPr>
          <p:cNvPr id="167" name="群組 166">
            <a:extLst>
              <a:ext uri="{FF2B5EF4-FFF2-40B4-BE49-F238E27FC236}">
                <a16:creationId xmlns:a16="http://schemas.microsoft.com/office/drawing/2014/main" id="{8F78F8CF-0EEC-45C3-C5A1-4101423C0FAD}"/>
              </a:ext>
            </a:extLst>
          </p:cNvPr>
          <p:cNvGrpSpPr/>
          <p:nvPr/>
        </p:nvGrpSpPr>
        <p:grpSpPr>
          <a:xfrm>
            <a:off x="10290625" y="2579410"/>
            <a:ext cx="331920" cy="394200"/>
            <a:chOff x="10290625" y="2579410"/>
            <a:chExt cx="331920" cy="394200"/>
          </a:xfrm>
        </p:grpSpPr>
        <mc:AlternateContent xmlns:mc="http://schemas.openxmlformats.org/markup-compatibility/2006" xmlns:p14="http://schemas.microsoft.com/office/powerpoint/2010/main">
          <mc:Choice Requires="p14">
            <p:contentPart p14:bwMode="auto" r:id="rId182">
              <p14:nvContentPartPr>
                <p14:cNvPr id="157" name="筆跡 156">
                  <a:extLst>
                    <a:ext uri="{FF2B5EF4-FFF2-40B4-BE49-F238E27FC236}">
                      <a16:creationId xmlns:a16="http://schemas.microsoft.com/office/drawing/2014/main" id="{FD070669-037A-1DC3-8AA2-3DC7A2C6557B}"/>
                    </a:ext>
                  </a:extLst>
                </p14:cNvPr>
                <p14:cNvContentPartPr/>
                <p14:nvPr/>
              </p14:nvContentPartPr>
              <p14:xfrm>
                <a:off x="10370905" y="2853010"/>
                <a:ext cx="9000" cy="120600"/>
              </p14:xfrm>
            </p:contentPart>
          </mc:Choice>
          <mc:Fallback xmlns="">
            <p:pic>
              <p:nvPicPr>
                <p:cNvPr id="157" name="筆跡 156">
                  <a:extLst>
                    <a:ext uri="{FF2B5EF4-FFF2-40B4-BE49-F238E27FC236}">
                      <a16:creationId xmlns:a16="http://schemas.microsoft.com/office/drawing/2014/main" id="{FD070669-037A-1DC3-8AA2-3DC7A2C6557B}"/>
                    </a:ext>
                  </a:extLst>
                </p:cNvPr>
                <p:cNvPicPr/>
                <p:nvPr/>
              </p:nvPicPr>
              <p:blipFill>
                <a:blip r:embed="rId183"/>
                <a:stretch>
                  <a:fillRect/>
                </a:stretch>
              </p:blipFill>
              <p:spPr>
                <a:xfrm>
                  <a:off x="10352905" y="2835010"/>
                  <a:ext cx="4464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58" name="筆跡 157">
                  <a:extLst>
                    <a:ext uri="{FF2B5EF4-FFF2-40B4-BE49-F238E27FC236}">
                      <a16:creationId xmlns:a16="http://schemas.microsoft.com/office/drawing/2014/main" id="{40553292-CEB7-6E7C-E87C-02E4986ED734}"/>
                    </a:ext>
                  </a:extLst>
                </p14:cNvPr>
                <p14:cNvContentPartPr/>
                <p14:nvPr/>
              </p14:nvContentPartPr>
              <p14:xfrm>
                <a:off x="10505545" y="2841850"/>
                <a:ext cx="28800" cy="104400"/>
              </p14:xfrm>
            </p:contentPart>
          </mc:Choice>
          <mc:Fallback xmlns="">
            <p:pic>
              <p:nvPicPr>
                <p:cNvPr id="158" name="筆跡 157">
                  <a:extLst>
                    <a:ext uri="{FF2B5EF4-FFF2-40B4-BE49-F238E27FC236}">
                      <a16:creationId xmlns:a16="http://schemas.microsoft.com/office/drawing/2014/main" id="{40553292-CEB7-6E7C-E87C-02E4986ED734}"/>
                    </a:ext>
                  </a:extLst>
                </p:cNvPr>
                <p:cNvPicPr/>
                <p:nvPr/>
              </p:nvPicPr>
              <p:blipFill>
                <a:blip r:embed="rId185"/>
                <a:stretch>
                  <a:fillRect/>
                </a:stretch>
              </p:blipFill>
              <p:spPr>
                <a:xfrm>
                  <a:off x="10487317" y="2823850"/>
                  <a:ext cx="64891"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59" name="筆跡 158">
                  <a:extLst>
                    <a:ext uri="{FF2B5EF4-FFF2-40B4-BE49-F238E27FC236}">
                      <a16:creationId xmlns:a16="http://schemas.microsoft.com/office/drawing/2014/main" id="{4B14FA2C-D9C0-58D5-6297-AAFDE03A354E}"/>
                    </a:ext>
                  </a:extLst>
                </p14:cNvPr>
                <p14:cNvContentPartPr/>
                <p14:nvPr/>
              </p14:nvContentPartPr>
              <p14:xfrm>
                <a:off x="10290625" y="2579410"/>
                <a:ext cx="331920" cy="283320"/>
              </p14:xfrm>
            </p:contentPart>
          </mc:Choice>
          <mc:Fallback xmlns="">
            <p:pic>
              <p:nvPicPr>
                <p:cNvPr id="159" name="筆跡 158">
                  <a:extLst>
                    <a:ext uri="{FF2B5EF4-FFF2-40B4-BE49-F238E27FC236}">
                      <a16:creationId xmlns:a16="http://schemas.microsoft.com/office/drawing/2014/main" id="{4B14FA2C-D9C0-58D5-6297-AAFDE03A354E}"/>
                    </a:ext>
                  </a:extLst>
                </p:cNvPr>
                <p:cNvPicPr/>
                <p:nvPr/>
              </p:nvPicPr>
              <p:blipFill>
                <a:blip r:embed="rId187"/>
                <a:stretch>
                  <a:fillRect/>
                </a:stretch>
              </p:blipFill>
              <p:spPr>
                <a:xfrm>
                  <a:off x="10272625" y="2561410"/>
                  <a:ext cx="36756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61" name="筆跡 160">
                  <a:extLst>
                    <a:ext uri="{FF2B5EF4-FFF2-40B4-BE49-F238E27FC236}">
                      <a16:creationId xmlns:a16="http://schemas.microsoft.com/office/drawing/2014/main" id="{B4613AE4-868D-AD00-EFA0-1BE67D31293D}"/>
                    </a:ext>
                  </a:extLst>
                </p14:cNvPr>
                <p14:cNvContentPartPr/>
                <p14:nvPr/>
              </p14:nvContentPartPr>
              <p14:xfrm>
                <a:off x="10457305" y="2595250"/>
                <a:ext cx="87840" cy="36360"/>
              </p14:xfrm>
            </p:contentPart>
          </mc:Choice>
          <mc:Fallback xmlns="">
            <p:pic>
              <p:nvPicPr>
                <p:cNvPr id="161" name="筆跡 160">
                  <a:extLst>
                    <a:ext uri="{FF2B5EF4-FFF2-40B4-BE49-F238E27FC236}">
                      <a16:creationId xmlns:a16="http://schemas.microsoft.com/office/drawing/2014/main" id="{B4613AE4-868D-AD00-EFA0-1BE67D31293D}"/>
                    </a:ext>
                  </a:extLst>
                </p:cNvPr>
                <p:cNvPicPr/>
                <p:nvPr/>
              </p:nvPicPr>
              <p:blipFill>
                <a:blip r:embed="rId189"/>
                <a:stretch>
                  <a:fillRect/>
                </a:stretch>
              </p:blipFill>
              <p:spPr>
                <a:xfrm>
                  <a:off x="10439305" y="2577250"/>
                  <a:ext cx="1234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62" name="筆跡 161">
                  <a:extLst>
                    <a:ext uri="{FF2B5EF4-FFF2-40B4-BE49-F238E27FC236}">
                      <a16:creationId xmlns:a16="http://schemas.microsoft.com/office/drawing/2014/main" id="{10640AF9-FF09-47B6-8AE4-70818A5859B5}"/>
                    </a:ext>
                  </a:extLst>
                </p14:cNvPr>
                <p14:cNvContentPartPr/>
                <p14:nvPr/>
              </p14:nvContentPartPr>
              <p14:xfrm>
                <a:off x="10410505" y="2616490"/>
                <a:ext cx="6840" cy="205920"/>
              </p14:xfrm>
            </p:contentPart>
          </mc:Choice>
          <mc:Fallback xmlns="">
            <p:pic>
              <p:nvPicPr>
                <p:cNvPr id="162" name="筆跡 161">
                  <a:extLst>
                    <a:ext uri="{FF2B5EF4-FFF2-40B4-BE49-F238E27FC236}">
                      <a16:creationId xmlns:a16="http://schemas.microsoft.com/office/drawing/2014/main" id="{10640AF9-FF09-47B6-8AE4-70818A5859B5}"/>
                    </a:ext>
                  </a:extLst>
                </p:cNvPr>
                <p:cNvPicPr/>
                <p:nvPr/>
              </p:nvPicPr>
              <p:blipFill>
                <a:blip r:embed="rId191"/>
                <a:stretch>
                  <a:fillRect/>
                </a:stretch>
              </p:blipFill>
              <p:spPr>
                <a:xfrm>
                  <a:off x="10392505" y="2598490"/>
                  <a:ext cx="4248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63" name="筆跡 162">
                  <a:extLst>
                    <a:ext uri="{FF2B5EF4-FFF2-40B4-BE49-F238E27FC236}">
                      <a16:creationId xmlns:a16="http://schemas.microsoft.com/office/drawing/2014/main" id="{22429411-C1AB-99E5-FCF1-B1644EB98070}"/>
                    </a:ext>
                  </a:extLst>
                </p14:cNvPr>
                <p14:cNvContentPartPr/>
                <p14:nvPr/>
              </p14:nvContentPartPr>
              <p14:xfrm>
                <a:off x="10478545" y="2616490"/>
                <a:ext cx="15480" cy="165960"/>
              </p14:xfrm>
            </p:contentPart>
          </mc:Choice>
          <mc:Fallback xmlns="">
            <p:pic>
              <p:nvPicPr>
                <p:cNvPr id="163" name="筆跡 162">
                  <a:extLst>
                    <a:ext uri="{FF2B5EF4-FFF2-40B4-BE49-F238E27FC236}">
                      <a16:creationId xmlns:a16="http://schemas.microsoft.com/office/drawing/2014/main" id="{22429411-C1AB-99E5-FCF1-B1644EB98070}"/>
                    </a:ext>
                  </a:extLst>
                </p:cNvPr>
                <p:cNvPicPr/>
                <p:nvPr/>
              </p:nvPicPr>
              <p:blipFill>
                <a:blip r:embed="rId193"/>
                <a:stretch>
                  <a:fillRect/>
                </a:stretch>
              </p:blipFill>
              <p:spPr>
                <a:xfrm>
                  <a:off x="10460545" y="2598490"/>
                  <a:ext cx="511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64" name="筆跡 163">
                  <a:extLst>
                    <a:ext uri="{FF2B5EF4-FFF2-40B4-BE49-F238E27FC236}">
                      <a16:creationId xmlns:a16="http://schemas.microsoft.com/office/drawing/2014/main" id="{7212FD74-9E6C-F850-DB2F-00DA8D25D58E}"/>
                    </a:ext>
                  </a:extLst>
                </p14:cNvPr>
                <p14:cNvContentPartPr/>
                <p14:nvPr/>
              </p14:nvContentPartPr>
              <p14:xfrm>
                <a:off x="10500865" y="2662210"/>
                <a:ext cx="84600" cy="139320"/>
              </p14:xfrm>
            </p:contentPart>
          </mc:Choice>
          <mc:Fallback xmlns="">
            <p:pic>
              <p:nvPicPr>
                <p:cNvPr id="164" name="筆跡 163">
                  <a:extLst>
                    <a:ext uri="{FF2B5EF4-FFF2-40B4-BE49-F238E27FC236}">
                      <a16:creationId xmlns:a16="http://schemas.microsoft.com/office/drawing/2014/main" id="{7212FD74-9E6C-F850-DB2F-00DA8D25D58E}"/>
                    </a:ext>
                  </a:extLst>
                </p:cNvPr>
                <p:cNvPicPr/>
                <p:nvPr/>
              </p:nvPicPr>
              <p:blipFill>
                <a:blip r:embed="rId195"/>
                <a:stretch>
                  <a:fillRect/>
                </a:stretch>
              </p:blipFill>
              <p:spPr>
                <a:xfrm>
                  <a:off x="10482865" y="2644210"/>
                  <a:ext cx="1202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65" name="筆跡 164">
                  <a:extLst>
                    <a:ext uri="{FF2B5EF4-FFF2-40B4-BE49-F238E27FC236}">
                      <a16:creationId xmlns:a16="http://schemas.microsoft.com/office/drawing/2014/main" id="{73AB6FDF-4AA8-1B9C-6E30-131B4CD50C52}"/>
                    </a:ext>
                  </a:extLst>
                </p14:cNvPr>
                <p14:cNvContentPartPr/>
                <p14:nvPr/>
              </p14:nvContentPartPr>
              <p14:xfrm>
                <a:off x="10339585" y="2788210"/>
                <a:ext cx="193680" cy="37440"/>
              </p14:xfrm>
            </p:contentPart>
          </mc:Choice>
          <mc:Fallback xmlns="">
            <p:pic>
              <p:nvPicPr>
                <p:cNvPr id="165" name="筆跡 164">
                  <a:extLst>
                    <a:ext uri="{FF2B5EF4-FFF2-40B4-BE49-F238E27FC236}">
                      <a16:creationId xmlns:a16="http://schemas.microsoft.com/office/drawing/2014/main" id="{73AB6FDF-4AA8-1B9C-6E30-131B4CD50C52}"/>
                    </a:ext>
                  </a:extLst>
                </p:cNvPr>
                <p:cNvPicPr/>
                <p:nvPr/>
              </p:nvPicPr>
              <p:blipFill>
                <a:blip r:embed="rId197"/>
                <a:stretch>
                  <a:fillRect/>
                </a:stretch>
              </p:blipFill>
              <p:spPr>
                <a:xfrm>
                  <a:off x="10321585" y="2770210"/>
                  <a:ext cx="22932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66" name="筆跡 165">
                  <a:extLst>
                    <a:ext uri="{FF2B5EF4-FFF2-40B4-BE49-F238E27FC236}">
                      <a16:creationId xmlns:a16="http://schemas.microsoft.com/office/drawing/2014/main" id="{1768D8A1-4BAC-6533-71F1-09C9F0B4DC35}"/>
                    </a:ext>
                  </a:extLst>
                </p14:cNvPr>
                <p14:cNvContentPartPr/>
                <p14:nvPr/>
              </p14:nvContentPartPr>
              <p14:xfrm>
                <a:off x="10342465" y="2713330"/>
                <a:ext cx="224280" cy="15480"/>
              </p14:xfrm>
            </p:contentPart>
          </mc:Choice>
          <mc:Fallback xmlns="">
            <p:pic>
              <p:nvPicPr>
                <p:cNvPr id="166" name="筆跡 165">
                  <a:extLst>
                    <a:ext uri="{FF2B5EF4-FFF2-40B4-BE49-F238E27FC236}">
                      <a16:creationId xmlns:a16="http://schemas.microsoft.com/office/drawing/2014/main" id="{1768D8A1-4BAC-6533-71F1-09C9F0B4DC35}"/>
                    </a:ext>
                  </a:extLst>
                </p:cNvPr>
                <p:cNvPicPr/>
                <p:nvPr/>
              </p:nvPicPr>
              <p:blipFill>
                <a:blip r:embed="rId199"/>
                <a:stretch>
                  <a:fillRect/>
                </a:stretch>
              </p:blipFill>
              <p:spPr>
                <a:xfrm>
                  <a:off x="10324465" y="2695330"/>
                  <a:ext cx="259920" cy="5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0">
            <p14:nvContentPartPr>
              <p14:cNvPr id="168" name="筆跡 167">
                <a:extLst>
                  <a:ext uri="{FF2B5EF4-FFF2-40B4-BE49-F238E27FC236}">
                    <a16:creationId xmlns:a16="http://schemas.microsoft.com/office/drawing/2014/main" id="{8DA5201A-000A-0915-DBE1-161ECC55E799}"/>
                  </a:ext>
                </a:extLst>
              </p14:cNvPr>
              <p14:cNvContentPartPr/>
              <p14:nvPr/>
            </p14:nvContentPartPr>
            <p14:xfrm>
              <a:off x="10480345" y="3165490"/>
              <a:ext cx="25200" cy="377280"/>
            </p14:xfrm>
          </p:contentPart>
        </mc:Choice>
        <mc:Fallback xmlns="">
          <p:pic>
            <p:nvPicPr>
              <p:cNvPr id="168" name="筆跡 167">
                <a:extLst>
                  <a:ext uri="{FF2B5EF4-FFF2-40B4-BE49-F238E27FC236}">
                    <a16:creationId xmlns:a16="http://schemas.microsoft.com/office/drawing/2014/main" id="{8DA5201A-000A-0915-DBE1-161ECC55E799}"/>
                  </a:ext>
                </a:extLst>
              </p:cNvPr>
              <p:cNvPicPr/>
              <p:nvPr/>
            </p:nvPicPr>
            <p:blipFill>
              <a:blip r:embed="rId201"/>
              <a:stretch>
                <a:fillRect/>
              </a:stretch>
            </p:blipFill>
            <p:spPr>
              <a:xfrm>
                <a:off x="10462084" y="3147473"/>
                <a:ext cx="61357" cy="412954"/>
              </a:xfrm>
              <a:prstGeom prst="rect">
                <a:avLst/>
              </a:prstGeom>
            </p:spPr>
          </p:pic>
        </mc:Fallback>
      </mc:AlternateContent>
      <p:grpSp>
        <p:nvGrpSpPr>
          <p:cNvPr id="181" name="群組 180">
            <a:extLst>
              <a:ext uri="{FF2B5EF4-FFF2-40B4-BE49-F238E27FC236}">
                <a16:creationId xmlns:a16="http://schemas.microsoft.com/office/drawing/2014/main" id="{7FF8FAFB-23D8-5736-05E1-5DE9A0F926C2}"/>
              </a:ext>
            </a:extLst>
          </p:cNvPr>
          <p:cNvGrpSpPr/>
          <p:nvPr/>
        </p:nvGrpSpPr>
        <p:grpSpPr>
          <a:xfrm>
            <a:off x="10406185" y="3199690"/>
            <a:ext cx="916920" cy="285840"/>
            <a:chOff x="10406185" y="3199690"/>
            <a:chExt cx="916920" cy="285840"/>
          </a:xfrm>
        </p:grpSpPr>
        <mc:AlternateContent xmlns:mc="http://schemas.openxmlformats.org/markup-compatibility/2006">
          <mc:Choice xmlns:p14="http://schemas.microsoft.com/office/powerpoint/2010/main" xmlns:aink="http://schemas.microsoft.com/office/drawing/2016/ink" xmlns="" Requires="p14 aink">
            <p:contentPart p14:bwMode="auto" r:id="rId202">
              <p14:nvContentPartPr>
                <p14:cNvPr id="173" name="筆跡 172">
                  <a:extLst>
                    <a:ext uri="{FF2B5EF4-FFF2-40B4-BE49-F238E27FC236}">
                      <a16:creationId xmlns:a16="http://schemas.microsoft.com/office/drawing/2014/main" id="{678CC4CA-640E-DB2A-16EB-C803896B4973}"/>
                    </a:ext>
                  </a:extLst>
                </p14:cNvPr>
                <p14:cNvContentPartPr/>
                <p14:nvPr/>
              </p14:nvContentPartPr>
              <p14:xfrm>
                <a:off x="10406185" y="3298690"/>
                <a:ext cx="183240" cy="186840"/>
              </p14:xfrm>
            </p:contentPart>
          </mc:Choice>
          <mc:Fallback>
            <p:pic>
              <p:nvPicPr>
                <p:cNvPr id="173" name="筆跡 172">
                  <a:extLst>
                    <a:ext uri="{FF2B5EF4-FFF2-40B4-BE49-F238E27FC236}">
                      <a16:creationId xmlns:a16="http://schemas.microsoft.com/office/drawing/2014/main" id="{678CC4CA-640E-DB2A-16EB-C803896B4973}"/>
                    </a:ext>
                  </a:extLst>
                </p:cNvPr>
                <p:cNvPicPr/>
                <p:nvPr/>
              </p:nvPicPr>
              <p:blipFill>
                <a:blip r:embed="rId203"/>
                <a:stretch>
                  <a:fillRect/>
                </a:stretch>
              </p:blipFill>
              <p:spPr>
                <a:xfrm>
                  <a:off x="10401865" y="3294370"/>
                  <a:ext cx="191880" cy="1954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204">
              <p14:nvContentPartPr>
                <p14:cNvPr id="174" name="筆跡 173">
                  <a:extLst>
                    <a:ext uri="{FF2B5EF4-FFF2-40B4-BE49-F238E27FC236}">
                      <a16:creationId xmlns:a16="http://schemas.microsoft.com/office/drawing/2014/main" id="{4B83B1BF-DB35-59EA-7790-2537F33D0B5C}"/>
                    </a:ext>
                  </a:extLst>
                </p14:cNvPr>
                <p14:cNvContentPartPr/>
                <p14:nvPr/>
              </p14:nvContentPartPr>
              <p14:xfrm>
                <a:off x="10580425" y="3333970"/>
                <a:ext cx="141120" cy="13680"/>
              </p14:xfrm>
            </p:contentPart>
          </mc:Choice>
          <mc:Fallback>
            <p:pic>
              <p:nvPicPr>
                <p:cNvPr id="174" name="筆跡 173">
                  <a:extLst>
                    <a:ext uri="{FF2B5EF4-FFF2-40B4-BE49-F238E27FC236}">
                      <a16:creationId xmlns:a16="http://schemas.microsoft.com/office/drawing/2014/main" id="{4B83B1BF-DB35-59EA-7790-2537F33D0B5C}"/>
                    </a:ext>
                  </a:extLst>
                </p:cNvPr>
                <p:cNvPicPr/>
                <p:nvPr/>
              </p:nvPicPr>
              <p:blipFill>
                <a:blip r:embed="rId205"/>
                <a:stretch>
                  <a:fillRect/>
                </a:stretch>
              </p:blipFill>
              <p:spPr>
                <a:xfrm>
                  <a:off x="10576105" y="3329761"/>
                  <a:ext cx="149760" cy="22098"/>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206">
              <p14:nvContentPartPr>
                <p14:cNvPr id="175" name="筆跡 174">
                  <a:extLst>
                    <a:ext uri="{FF2B5EF4-FFF2-40B4-BE49-F238E27FC236}">
                      <a16:creationId xmlns:a16="http://schemas.microsoft.com/office/drawing/2014/main" id="{09A3E03F-7F5F-B32D-0AAB-D8F3E46D321A}"/>
                    </a:ext>
                  </a:extLst>
                </p14:cNvPr>
                <p14:cNvContentPartPr/>
                <p14:nvPr/>
              </p14:nvContentPartPr>
              <p14:xfrm>
                <a:off x="10733785" y="3295450"/>
                <a:ext cx="55800" cy="91800"/>
              </p14:xfrm>
            </p:contentPart>
          </mc:Choice>
          <mc:Fallback>
            <p:pic>
              <p:nvPicPr>
                <p:cNvPr id="175" name="筆跡 174">
                  <a:extLst>
                    <a:ext uri="{FF2B5EF4-FFF2-40B4-BE49-F238E27FC236}">
                      <a16:creationId xmlns:a16="http://schemas.microsoft.com/office/drawing/2014/main" id="{09A3E03F-7F5F-B32D-0AAB-D8F3E46D321A}"/>
                    </a:ext>
                  </a:extLst>
                </p:cNvPr>
                <p:cNvPicPr/>
                <p:nvPr/>
              </p:nvPicPr>
              <p:blipFill>
                <a:blip r:embed="rId207"/>
                <a:stretch>
                  <a:fillRect/>
                </a:stretch>
              </p:blipFill>
              <p:spPr>
                <a:xfrm>
                  <a:off x="10729465" y="3291130"/>
                  <a:ext cx="64440" cy="1004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208">
              <p14:nvContentPartPr>
                <p14:cNvPr id="176" name="筆跡 175">
                  <a:extLst>
                    <a:ext uri="{FF2B5EF4-FFF2-40B4-BE49-F238E27FC236}">
                      <a16:creationId xmlns:a16="http://schemas.microsoft.com/office/drawing/2014/main" id="{E832B2DF-54C6-8AE8-83C5-CFC757EDD740}"/>
                    </a:ext>
                  </a:extLst>
                </p14:cNvPr>
                <p14:cNvContentPartPr/>
                <p14:nvPr/>
              </p14:nvContentPartPr>
              <p14:xfrm>
                <a:off x="10829545" y="3199690"/>
                <a:ext cx="70200" cy="205200"/>
              </p14:xfrm>
            </p:contentPart>
          </mc:Choice>
          <mc:Fallback>
            <p:pic>
              <p:nvPicPr>
                <p:cNvPr id="176" name="筆跡 175">
                  <a:extLst>
                    <a:ext uri="{FF2B5EF4-FFF2-40B4-BE49-F238E27FC236}">
                      <a16:creationId xmlns:a16="http://schemas.microsoft.com/office/drawing/2014/main" id="{E832B2DF-54C6-8AE8-83C5-CFC757EDD740}"/>
                    </a:ext>
                  </a:extLst>
                </p:cNvPr>
                <p:cNvPicPr/>
                <p:nvPr/>
              </p:nvPicPr>
              <p:blipFill>
                <a:blip r:embed="rId209"/>
                <a:stretch>
                  <a:fillRect/>
                </a:stretch>
              </p:blipFill>
              <p:spPr>
                <a:xfrm>
                  <a:off x="10825225" y="3195362"/>
                  <a:ext cx="78840" cy="213855"/>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210">
              <p14:nvContentPartPr>
                <p14:cNvPr id="177" name="筆跡 176">
                  <a:extLst>
                    <a:ext uri="{FF2B5EF4-FFF2-40B4-BE49-F238E27FC236}">
                      <a16:creationId xmlns:a16="http://schemas.microsoft.com/office/drawing/2014/main" id="{9603F98E-3AE8-5BFB-C6DA-BF13DD18D229}"/>
                    </a:ext>
                  </a:extLst>
                </p14:cNvPr>
                <p14:cNvContentPartPr/>
                <p14:nvPr/>
              </p14:nvContentPartPr>
              <p14:xfrm>
                <a:off x="10853665" y="3237850"/>
                <a:ext cx="115200" cy="178200"/>
              </p14:xfrm>
            </p:contentPart>
          </mc:Choice>
          <mc:Fallback>
            <p:pic>
              <p:nvPicPr>
                <p:cNvPr id="177" name="筆跡 176">
                  <a:extLst>
                    <a:ext uri="{FF2B5EF4-FFF2-40B4-BE49-F238E27FC236}">
                      <a16:creationId xmlns:a16="http://schemas.microsoft.com/office/drawing/2014/main" id="{9603F98E-3AE8-5BFB-C6DA-BF13DD18D229}"/>
                    </a:ext>
                  </a:extLst>
                </p:cNvPr>
                <p:cNvPicPr/>
                <p:nvPr/>
              </p:nvPicPr>
              <p:blipFill>
                <a:blip r:embed="rId211"/>
                <a:stretch>
                  <a:fillRect/>
                </a:stretch>
              </p:blipFill>
              <p:spPr>
                <a:xfrm>
                  <a:off x="10849358" y="3233530"/>
                  <a:ext cx="123813" cy="1868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212">
              <p14:nvContentPartPr>
                <p14:cNvPr id="178" name="筆跡 177">
                  <a:extLst>
                    <a:ext uri="{FF2B5EF4-FFF2-40B4-BE49-F238E27FC236}">
                      <a16:creationId xmlns:a16="http://schemas.microsoft.com/office/drawing/2014/main" id="{DAB22B81-5916-2275-5C87-62F1C66D76BC}"/>
                    </a:ext>
                  </a:extLst>
                </p14:cNvPr>
                <p14:cNvContentPartPr/>
                <p14:nvPr/>
              </p14:nvContentPartPr>
              <p14:xfrm>
                <a:off x="11006665" y="3351970"/>
                <a:ext cx="99000" cy="96120"/>
              </p14:xfrm>
            </p:contentPart>
          </mc:Choice>
          <mc:Fallback>
            <p:pic>
              <p:nvPicPr>
                <p:cNvPr id="178" name="筆跡 177">
                  <a:extLst>
                    <a:ext uri="{FF2B5EF4-FFF2-40B4-BE49-F238E27FC236}">
                      <a16:creationId xmlns:a16="http://schemas.microsoft.com/office/drawing/2014/main" id="{DAB22B81-5916-2275-5C87-62F1C66D76BC}"/>
                    </a:ext>
                  </a:extLst>
                </p:cNvPr>
                <p:cNvPicPr/>
                <p:nvPr/>
              </p:nvPicPr>
              <p:blipFill>
                <a:blip r:embed="rId213"/>
                <a:stretch>
                  <a:fillRect/>
                </a:stretch>
              </p:blipFill>
              <p:spPr>
                <a:xfrm>
                  <a:off x="11002345" y="3347650"/>
                  <a:ext cx="107640" cy="1047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214">
              <p14:nvContentPartPr>
                <p14:cNvPr id="179" name="筆跡 178">
                  <a:extLst>
                    <a:ext uri="{FF2B5EF4-FFF2-40B4-BE49-F238E27FC236}">
                      <a16:creationId xmlns:a16="http://schemas.microsoft.com/office/drawing/2014/main" id="{459367C9-4BAA-8DFD-9E3C-8B525AD588FA}"/>
                    </a:ext>
                  </a:extLst>
                </p14:cNvPr>
                <p14:cNvContentPartPr/>
                <p14:nvPr/>
              </p14:nvContentPartPr>
              <p14:xfrm>
                <a:off x="11125465" y="3378970"/>
                <a:ext cx="80640" cy="70560"/>
              </p14:xfrm>
            </p:contentPart>
          </mc:Choice>
          <mc:Fallback>
            <p:pic>
              <p:nvPicPr>
                <p:cNvPr id="179" name="筆跡 178">
                  <a:extLst>
                    <a:ext uri="{FF2B5EF4-FFF2-40B4-BE49-F238E27FC236}">
                      <a16:creationId xmlns:a16="http://schemas.microsoft.com/office/drawing/2014/main" id="{459367C9-4BAA-8DFD-9E3C-8B525AD588FA}"/>
                    </a:ext>
                  </a:extLst>
                </p:cNvPr>
                <p:cNvPicPr/>
                <p:nvPr/>
              </p:nvPicPr>
              <p:blipFill>
                <a:blip r:embed="rId215"/>
                <a:stretch>
                  <a:fillRect/>
                </a:stretch>
              </p:blipFill>
              <p:spPr>
                <a:xfrm>
                  <a:off x="11121145" y="3374650"/>
                  <a:ext cx="89280" cy="792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216">
              <p14:nvContentPartPr>
                <p14:cNvPr id="180" name="筆跡 179">
                  <a:extLst>
                    <a:ext uri="{FF2B5EF4-FFF2-40B4-BE49-F238E27FC236}">
                      <a16:creationId xmlns:a16="http://schemas.microsoft.com/office/drawing/2014/main" id="{ED8D6FA4-254D-7887-609D-69D8E8F15FBC}"/>
                    </a:ext>
                  </a:extLst>
                </p14:cNvPr>
                <p14:cNvContentPartPr/>
                <p14:nvPr/>
              </p14:nvContentPartPr>
              <p14:xfrm>
                <a:off x="11221585" y="3353050"/>
                <a:ext cx="101520" cy="93600"/>
              </p14:xfrm>
            </p:contentPart>
          </mc:Choice>
          <mc:Fallback>
            <p:pic>
              <p:nvPicPr>
                <p:cNvPr id="180" name="筆跡 179">
                  <a:extLst>
                    <a:ext uri="{FF2B5EF4-FFF2-40B4-BE49-F238E27FC236}">
                      <a16:creationId xmlns:a16="http://schemas.microsoft.com/office/drawing/2014/main" id="{ED8D6FA4-254D-7887-609D-69D8E8F15FBC}"/>
                    </a:ext>
                  </a:extLst>
                </p:cNvPr>
                <p:cNvPicPr/>
                <p:nvPr/>
              </p:nvPicPr>
              <p:blipFill>
                <a:blip r:embed="rId217"/>
                <a:stretch>
                  <a:fillRect/>
                </a:stretch>
              </p:blipFill>
              <p:spPr>
                <a:xfrm>
                  <a:off x="11217265" y="3348713"/>
                  <a:ext cx="110160" cy="102273"/>
                </a:xfrm>
                <a:prstGeom prst="rect">
                  <a:avLst/>
                </a:prstGeom>
              </p:spPr>
            </p:pic>
          </mc:Fallback>
        </mc:AlternateContent>
      </p:grpSp>
      <p:grpSp>
        <p:nvGrpSpPr>
          <p:cNvPr id="187" name="群組 186">
            <a:extLst>
              <a:ext uri="{FF2B5EF4-FFF2-40B4-BE49-F238E27FC236}">
                <a16:creationId xmlns:a16="http://schemas.microsoft.com/office/drawing/2014/main" id="{AA61C19F-2266-4CF0-2077-ECA1CED6B8FF}"/>
              </a:ext>
            </a:extLst>
          </p:cNvPr>
          <p:cNvGrpSpPr/>
          <p:nvPr/>
        </p:nvGrpSpPr>
        <p:grpSpPr>
          <a:xfrm>
            <a:off x="10977865" y="2645290"/>
            <a:ext cx="183960" cy="442800"/>
            <a:chOff x="10977865" y="2645290"/>
            <a:chExt cx="183960" cy="442800"/>
          </a:xfrm>
        </p:grpSpPr>
        <mc:AlternateContent xmlns:mc="http://schemas.openxmlformats.org/markup-compatibility/2006" xmlns:p14="http://schemas.microsoft.com/office/powerpoint/2010/main">
          <mc:Choice Requires="p14">
            <p:contentPart p14:bwMode="auto" r:id="rId218">
              <p14:nvContentPartPr>
                <p14:cNvPr id="182" name="筆跡 181">
                  <a:extLst>
                    <a:ext uri="{FF2B5EF4-FFF2-40B4-BE49-F238E27FC236}">
                      <a16:creationId xmlns:a16="http://schemas.microsoft.com/office/drawing/2014/main" id="{82342AC8-7485-2FC3-1674-C051B4DA22AA}"/>
                    </a:ext>
                  </a:extLst>
                </p14:cNvPr>
                <p14:cNvContentPartPr/>
                <p14:nvPr/>
              </p14:nvContentPartPr>
              <p14:xfrm>
                <a:off x="10985425" y="2645290"/>
                <a:ext cx="176400" cy="383400"/>
              </p14:xfrm>
            </p:contentPart>
          </mc:Choice>
          <mc:Fallback xmlns="">
            <p:pic>
              <p:nvPicPr>
                <p:cNvPr id="182" name="筆跡 181">
                  <a:extLst>
                    <a:ext uri="{FF2B5EF4-FFF2-40B4-BE49-F238E27FC236}">
                      <a16:creationId xmlns:a16="http://schemas.microsoft.com/office/drawing/2014/main" id="{82342AC8-7485-2FC3-1674-C051B4DA22AA}"/>
                    </a:ext>
                  </a:extLst>
                </p:cNvPr>
                <p:cNvPicPr/>
                <p:nvPr/>
              </p:nvPicPr>
              <p:blipFill>
                <a:blip r:embed="rId219"/>
                <a:stretch>
                  <a:fillRect/>
                </a:stretch>
              </p:blipFill>
              <p:spPr>
                <a:xfrm>
                  <a:off x="10979317" y="2639170"/>
                  <a:ext cx="188615" cy="3956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83" name="筆跡 182">
                  <a:extLst>
                    <a:ext uri="{FF2B5EF4-FFF2-40B4-BE49-F238E27FC236}">
                      <a16:creationId xmlns:a16="http://schemas.microsoft.com/office/drawing/2014/main" id="{F089239C-ED39-A9F4-4671-419238BD0617}"/>
                    </a:ext>
                  </a:extLst>
                </p14:cNvPr>
                <p14:cNvContentPartPr/>
                <p14:nvPr/>
              </p14:nvContentPartPr>
              <p14:xfrm>
                <a:off x="10977865" y="2918170"/>
                <a:ext cx="130680" cy="169920"/>
              </p14:xfrm>
            </p:contentPart>
          </mc:Choice>
          <mc:Fallback xmlns="">
            <p:pic>
              <p:nvPicPr>
                <p:cNvPr id="183" name="筆跡 182">
                  <a:extLst>
                    <a:ext uri="{FF2B5EF4-FFF2-40B4-BE49-F238E27FC236}">
                      <a16:creationId xmlns:a16="http://schemas.microsoft.com/office/drawing/2014/main" id="{F089239C-ED39-A9F4-4671-419238BD0617}"/>
                    </a:ext>
                  </a:extLst>
                </p:cNvPr>
                <p:cNvPicPr/>
                <p:nvPr/>
              </p:nvPicPr>
              <p:blipFill>
                <a:blip r:embed="rId221"/>
                <a:stretch>
                  <a:fillRect/>
                </a:stretch>
              </p:blipFill>
              <p:spPr>
                <a:xfrm>
                  <a:off x="10971745" y="2912050"/>
                  <a:ext cx="142920" cy="182160"/>
                </a:xfrm>
                <a:prstGeom prst="rect">
                  <a:avLst/>
                </a:prstGeom>
              </p:spPr>
            </p:pic>
          </mc:Fallback>
        </mc:AlternateContent>
      </p:grpSp>
      <p:grpSp>
        <p:nvGrpSpPr>
          <p:cNvPr id="186" name="群組 185">
            <a:extLst>
              <a:ext uri="{FF2B5EF4-FFF2-40B4-BE49-F238E27FC236}">
                <a16:creationId xmlns:a16="http://schemas.microsoft.com/office/drawing/2014/main" id="{ACE70FDE-5CE5-F078-9F32-76657AD444CF}"/>
              </a:ext>
            </a:extLst>
          </p:cNvPr>
          <p:cNvGrpSpPr/>
          <p:nvPr/>
        </p:nvGrpSpPr>
        <p:grpSpPr>
          <a:xfrm>
            <a:off x="9623905" y="3692170"/>
            <a:ext cx="393840" cy="313920"/>
            <a:chOff x="9623905" y="3692170"/>
            <a:chExt cx="393840" cy="313920"/>
          </a:xfrm>
        </p:grpSpPr>
        <mc:AlternateContent xmlns:mc="http://schemas.openxmlformats.org/markup-compatibility/2006" xmlns:p14="http://schemas.microsoft.com/office/powerpoint/2010/main">
          <mc:Choice Requires="p14">
            <p:contentPart p14:bwMode="auto" r:id="rId222">
              <p14:nvContentPartPr>
                <p14:cNvPr id="184" name="筆跡 183">
                  <a:extLst>
                    <a:ext uri="{FF2B5EF4-FFF2-40B4-BE49-F238E27FC236}">
                      <a16:creationId xmlns:a16="http://schemas.microsoft.com/office/drawing/2014/main" id="{69904A1E-BA42-E1D0-C934-F2555F36A645}"/>
                    </a:ext>
                  </a:extLst>
                </p14:cNvPr>
                <p14:cNvContentPartPr/>
                <p14:nvPr/>
              </p14:nvContentPartPr>
              <p14:xfrm>
                <a:off x="9734065" y="3692170"/>
                <a:ext cx="283680" cy="243000"/>
              </p14:xfrm>
            </p:contentPart>
          </mc:Choice>
          <mc:Fallback xmlns="">
            <p:pic>
              <p:nvPicPr>
                <p:cNvPr id="184" name="筆跡 183">
                  <a:extLst>
                    <a:ext uri="{FF2B5EF4-FFF2-40B4-BE49-F238E27FC236}">
                      <a16:creationId xmlns:a16="http://schemas.microsoft.com/office/drawing/2014/main" id="{69904A1E-BA42-E1D0-C934-F2555F36A645}"/>
                    </a:ext>
                  </a:extLst>
                </p:cNvPr>
                <p:cNvPicPr/>
                <p:nvPr/>
              </p:nvPicPr>
              <p:blipFill>
                <a:blip r:embed="rId223"/>
                <a:stretch>
                  <a:fillRect/>
                </a:stretch>
              </p:blipFill>
              <p:spPr>
                <a:xfrm>
                  <a:off x="9727953" y="3686041"/>
                  <a:ext cx="295904" cy="255258"/>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85" name="筆跡 184">
                  <a:extLst>
                    <a:ext uri="{FF2B5EF4-FFF2-40B4-BE49-F238E27FC236}">
                      <a16:creationId xmlns:a16="http://schemas.microsoft.com/office/drawing/2014/main" id="{42142ADF-E3E6-46A5-C4C0-6CD715C3CF31}"/>
                    </a:ext>
                  </a:extLst>
                </p14:cNvPr>
                <p14:cNvContentPartPr/>
                <p14:nvPr/>
              </p14:nvContentPartPr>
              <p14:xfrm>
                <a:off x="9623905" y="3890890"/>
                <a:ext cx="132840" cy="115200"/>
              </p14:xfrm>
            </p:contentPart>
          </mc:Choice>
          <mc:Fallback xmlns="">
            <p:pic>
              <p:nvPicPr>
                <p:cNvPr id="185" name="筆跡 184">
                  <a:extLst>
                    <a:ext uri="{FF2B5EF4-FFF2-40B4-BE49-F238E27FC236}">
                      <a16:creationId xmlns:a16="http://schemas.microsoft.com/office/drawing/2014/main" id="{42142ADF-E3E6-46A5-C4C0-6CD715C3CF31}"/>
                    </a:ext>
                  </a:extLst>
                </p:cNvPr>
                <p:cNvPicPr/>
                <p:nvPr/>
              </p:nvPicPr>
              <p:blipFill>
                <a:blip r:embed="rId225"/>
                <a:stretch>
                  <a:fillRect/>
                </a:stretch>
              </p:blipFill>
              <p:spPr>
                <a:xfrm>
                  <a:off x="9617768" y="3884789"/>
                  <a:ext cx="145113" cy="127402"/>
                </a:xfrm>
                <a:prstGeom prst="rect">
                  <a:avLst/>
                </a:prstGeom>
              </p:spPr>
            </p:pic>
          </mc:Fallback>
        </mc:AlternateContent>
      </p:grpSp>
      <p:grpSp>
        <p:nvGrpSpPr>
          <p:cNvPr id="229" name="群組 228">
            <a:extLst>
              <a:ext uri="{FF2B5EF4-FFF2-40B4-BE49-F238E27FC236}">
                <a16:creationId xmlns:a16="http://schemas.microsoft.com/office/drawing/2014/main" id="{46E7736F-5A20-292B-47F3-7B1B51D6D578}"/>
              </a:ext>
            </a:extLst>
          </p:cNvPr>
          <p:cNvGrpSpPr/>
          <p:nvPr/>
        </p:nvGrpSpPr>
        <p:grpSpPr>
          <a:xfrm>
            <a:off x="8951431" y="4031102"/>
            <a:ext cx="528573" cy="426240"/>
            <a:chOff x="8951431" y="4031102"/>
            <a:chExt cx="528573" cy="426240"/>
          </a:xfrm>
        </p:grpSpPr>
        <mc:AlternateContent xmlns:mc="http://schemas.openxmlformats.org/markup-compatibility/2006" xmlns:p14="http://schemas.microsoft.com/office/powerpoint/2010/main">
          <mc:Choice Requires="p14">
            <p:contentPart p14:bwMode="auto" r:id="rId226">
              <p14:nvContentPartPr>
                <p14:cNvPr id="220" name="筆跡 219">
                  <a:extLst>
                    <a:ext uri="{FF2B5EF4-FFF2-40B4-BE49-F238E27FC236}">
                      <a16:creationId xmlns:a16="http://schemas.microsoft.com/office/drawing/2014/main" id="{E757E4BE-7F39-A1DA-990A-9272AAEA7D9A}"/>
                    </a:ext>
                  </a:extLst>
                </p14:cNvPr>
                <p14:cNvContentPartPr/>
                <p14:nvPr/>
              </p14:nvContentPartPr>
              <p14:xfrm>
                <a:off x="9055824" y="4265822"/>
                <a:ext cx="95417" cy="191520"/>
              </p14:xfrm>
            </p:contentPart>
          </mc:Choice>
          <mc:Fallback xmlns="">
            <p:pic>
              <p:nvPicPr>
                <p:cNvPr id="220" name="筆跡 219">
                  <a:extLst>
                    <a:ext uri="{FF2B5EF4-FFF2-40B4-BE49-F238E27FC236}">
                      <a16:creationId xmlns:a16="http://schemas.microsoft.com/office/drawing/2014/main" id="{E757E4BE-7F39-A1DA-990A-9272AAEA7D9A}"/>
                    </a:ext>
                  </a:extLst>
                </p:cNvPr>
                <p:cNvPicPr/>
                <p:nvPr/>
              </p:nvPicPr>
              <p:blipFill>
                <a:blip r:embed="rId227"/>
                <a:stretch>
                  <a:fillRect/>
                </a:stretch>
              </p:blipFill>
              <p:spPr>
                <a:xfrm>
                  <a:off x="9037821" y="4247822"/>
                  <a:ext cx="131063"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221" name="筆跡 220">
                  <a:extLst>
                    <a:ext uri="{FF2B5EF4-FFF2-40B4-BE49-F238E27FC236}">
                      <a16:creationId xmlns:a16="http://schemas.microsoft.com/office/drawing/2014/main" id="{6CD9FF4D-7EBD-821E-83D8-C2AB36DE3C9A}"/>
                    </a:ext>
                  </a:extLst>
                </p14:cNvPr>
                <p14:cNvContentPartPr/>
                <p14:nvPr/>
              </p14:nvContentPartPr>
              <p14:xfrm>
                <a:off x="9406316" y="4276262"/>
                <a:ext cx="40623" cy="111600"/>
              </p14:xfrm>
            </p:contentPart>
          </mc:Choice>
          <mc:Fallback xmlns="">
            <p:pic>
              <p:nvPicPr>
                <p:cNvPr id="221" name="筆跡 220">
                  <a:extLst>
                    <a:ext uri="{FF2B5EF4-FFF2-40B4-BE49-F238E27FC236}">
                      <a16:creationId xmlns:a16="http://schemas.microsoft.com/office/drawing/2014/main" id="{6CD9FF4D-7EBD-821E-83D8-C2AB36DE3C9A}"/>
                    </a:ext>
                  </a:extLst>
                </p:cNvPr>
                <p:cNvPicPr/>
                <p:nvPr/>
              </p:nvPicPr>
              <p:blipFill>
                <a:blip r:embed="rId229"/>
                <a:stretch>
                  <a:fillRect/>
                </a:stretch>
              </p:blipFill>
              <p:spPr>
                <a:xfrm>
                  <a:off x="9388341" y="4258320"/>
                  <a:ext cx="76213" cy="147125"/>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222" name="筆跡 221">
                  <a:extLst>
                    <a:ext uri="{FF2B5EF4-FFF2-40B4-BE49-F238E27FC236}">
                      <a16:creationId xmlns:a16="http://schemas.microsoft.com/office/drawing/2014/main" id="{727C13A2-6114-91AF-FFA7-BF589C7B791E}"/>
                    </a:ext>
                  </a:extLst>
                </p14:cNvPr>
                <p14:cNvContentPartPr/>
                <p14:nvPr/>
              </p14:nvContentPartPr>
              <p14:xfrm>
                <a:off x="8951431" y="4031102"/>
                <a:ext cx="528573" cy="236520"/>
              </p14:xfrm>
            </p:contentPart>
          </mc:Choice>
          <mc:Fallback xmlns="">
            <p:pic>
              <p:nvPicPr>
                <p:cNvPr id="222" name="筆跡 221">
                  <a:extLst>
                    <a:ext uri="{FF2B5EF4-FFF2-40B4-BE49-F238E27FC236}">
                      <a16:creationId xmlns:a16="http://schemas.microsoft.com/office/drawing/2014/main" id="{727C13A2-6114-91AF-FFA7-BF589C7B791E}"/>
                    </a:ext>
                  </a:extLst>
                </p:cNvPr>
                <p:cNvPicPr/>
                <p:nvPr/>
              </p:nvPicPr>
              <p:blipFill>
                <a:blip r:embed="rId231"/>
                <a:stretch>
                  <a:fillRect/>
                </a:stretch>
              </p:blipFill>
              <p:spPr>
                <a:xfrm>
                  <a:off x="8933428" y="4013102"/>
                  <a:ext cx="564219"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223" name="筆跡 222">
                  <a:extLst>
                    <a:ext uri="{FF2B5EF4-FFF2-40B4-BE49-F238E27FC236}">
                      <a16:creationId xmlns:a16="http://schemas.microsoft.com/office/drawing/2014/main" id="{5E2A7153-A986-E7BC-1381-5E46171A97C1}"/>
                    </a:ext>
                  </a:extLst>
                </p14:cNvPr>
                <p14:cNvContentPartPr/>
                <p14:nvPr/>
              </p14:nvContentPartPr>
              <p14:xfrm>
                <a:off x="9416708" y="4253942"/>
                <a:ext cx="47237" cy="200160"/>
              </p14:xfrm>
            </p:contentPart>
          </mc:Choice>
          <mc:Fallback xmlns="">
            <p:pic>
              <p:nvPicPr>
                <p:cNvPr id="223" name="筆跡 222">
                  <a:extLst>
                    <a:ext uri="{FF2B5EF4-FFF2-40B4-BE49-F238E27FC236}">
                      <a16:creationId xmlns:a16="http://schemas.microsoft.com/office/drawing/2014/main" id="{5E2A7153-A986-E7BC-1381-5E46171A97C1}"/>
                    </a:ext>
                  </a:extLst>
                </p:cNvPr>
                <p:cNvPicPr/>
                <p:nvPr/>
              </p:nvPicPr>
              <p:blipFill>
                <a:blip r:embed="rId233"/>
                <a:stretch>
                  <a:fillRect/>
                </a:stretch>
              </p:blipFill>
              <p:spPr>
                <a:xfrm>
                  <a:off x="9398679" y="4235910"/>
                  <a:ext cx="82935" cy="235864"/>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225" name="筆跡 224">
                  <a:extLst>
                    <a:ext uri="{FF2B5EF4-FFF2-40B4-BE49-F238E27FC236}">
                      <a16:creationId xmlns:a16="http://schemas.microsoft.com/office/drawing/2014/main" id="{2E71E1C6-4F5B-3D54-9ABD-8E1D4C3F92B2}"/>
                    </a:ext>
                  </a:extLst>
                </p14:cNvPr>
                <p14:cNvContentPartPr/>
                <p14:nvPr/>
              </p14:nvContentPartPr>
              <p14:xfrm>
                <a:off x="9048265" y="4186622"/>
                <a:ext cx="406704" cy="51840"/>
              </p14:xfrm>
            </p:contentPart>
          </mc:Choice>
          <mc:Fallback xmlns="">
            <p:pic>
              <p:nvPicPr>
                <p:cNvPr id="225" name="筆跡 224">
                  <a:extLst>
                    <a:ext uri="{FF2B5EF4-FFF2-40B4-BE49-F238E27FC236}">
                      <a16:creationId xmlns:a16="http://schemas.microsoft.com/office/drawing/2014/main" id="{2E71E1C6-4F5B-3D54-9ABD-8E1D4C3F92B2}"/>
                    </a:ext>
                  </a:extLst>
                </p:cNvPr>
                <p:cNvPicPr/>
                <p:nvPr/>
              </p:nvPicPr>
              <p:blipFill>
                <a:blip r:embed="rId235"/>
                <a:stretch>
                  <a:fillRect/>
                </a:stretch>
              </p:blipFill>
              <p:spPr>
                <a:xfrm>
                  <a:off x="9030269" y="4168622"/>
                  <a:ext cx="442336"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226" name="筆跡 225">
                  <a:extLst>
                    <a:ext uri="{FF2B5EF4-FFF2-40B4-BE49-F238E27FC236}">
                      <a16:creationId xmlns:a16="http://schemas.microsoft.com/office/drawing/2014/main" id="{EA1F6065-73CE-C31D-A912-78E40E1A3592}"/>
                    </a:ext>
                  </a:extLst>
                </p14:cNvPr>
                <p14:cNvContentPartPr/>
                <p14:nvPr/>
              </p14:nvContentPartPr>
              <p14:xfrm>
                <a:off x="9046375" y="4120382"/>
                <a:ext cx="394423" cy="59400"/>
              </p14:xfrm>
            </p:contentPart>
          </mc:Choice>
          <mc:Fallback xmlns="">
            <p:pic>
              <p:nvPicPr>
                <p:cNvPr id="226" name="筆跡 225">
                  <a:extLst>
                    <a:ext uri="{FF2B5EF4-FFF2-40B4-BE49-F238E27FC236}">
                      <a16:creationId xmlns:a16="http://schemas.microsoft.com/office/drawing/2014/main" id="{EA1F6065-73CE-C31D-A912-78E40E1A3592}"/>
                    </a:ext>
                  </a:extLst>
                </p:cNvPr>
                <p:cNvPicPr/>
                <p:nvPr/>
              </p:nvPicPr>
              <p:blipFill>
                <a:blip r:embed="rId237"/>
                <a:stretch>
                  <a:fillRect/>
                </a:stretch>
              </p:blipFill>
              <p:spPr>
                <a:xfrm>
                  <a:off x="9028365" y="4102382"/>
                  <a:ext cx="430083"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227" name="筆跡 226">
                  <a:extLst>
                    <a:ext uri="{FF2B5EF4-FFF2-40B4-BE49-F238E27FC236}">
                      <a16:creationId xmlns:a16="http://schemas.microsoft.com/office/drawing/2014/main" id="{97AA6732-826B-BB4C-9729-4B3BD0018C62}"/>
                    </a:ext>
                  </a:extLst>
                </p14:cNvPr>
                <p14:cNvContentPartPr/>
                <p14:nvPr/>
              </p14:nvContentPartPr>
              <p14:xfrm>
                <a:off x="9160215" y="4080422"/>
                <a:ext cx="33538" cy="94320"/>
              </p14:xfrm>
            </p:contentPart>
          </mc:Choice>
          <mc:Fallback xmlns="">
            <p:pic>
              <p:nvPicPr>
                <p:cNvPr id="227" name="筆跡 226">
                  <a:extLst>
                    <a:ext uri="{FF2B5EF4-FFF2-40B4-BE49-F238E27FC236}">
                      <a16:creationId xmlns:a16="http://schemas.microsoft.com/office/drawing/2014/main" id="{97AA6732-826B-BB4C-9729-4B3BD0018C62}"/>
                    </a:ext>
                  </a:extLst>
                </p:cNvPr>
                <p:cNvPicPr/>
                <p:nvPr/>
              </p:nvPicPr>
              <p:blipFill>
                <a:blip r:embed="rId239"/>
                <a:stretch>
                  <a:fillRect/>
                </a:stretch>
              </p:blipFill>
              <p:spPr>
                <a:xfrm>
                  <a:off x="9142184" y="4062422"/>
                  <a:ext cx="692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228" name="筆跡 227">
                  <a:extLst>
                    <a:ext uri="{FF2B5EF4-FFF2-40B4-BE49-F238E27FC236}">
                      <a16:creationId xmlns:a16="http://schemas.microsoft.com/office/drawing/2014/main" id="{1F916CDB-7DE0-3CE6-5D89-02C320901552}"/>
                    </a:ext>
                  </a:extLst>
                </p14:cNvPr>
                <p14:cNvContentPartPr/>
                <p14:nvPr/>
              </p14:nvContentPartPr>
              <p14:xfrm>
                <a:off x="9374668" y="4078262"/>
                <a:ext cx="24091" cy="119520"/>
              </p14:xfrm>
            </p:contentPart>
          </mc:Choice>
          <mc:Fallback xmlns="">
            <p:pic>
              <p:nvPicPr>
                <p:cNvPr id="228" name="筆跡 227">
                  <a:extLst>
                    <a:ext uri="{FF2B5EF4-FFF2-40B4-BE49-F238E27FC236}">
                      <a16:creationId xmlns:a16="http://schemas.microsoft.com/office/drawing/2014/main" id="{1F916CDB-7DE0-3CE6-5D89-02C320901552}"/>
                    </a:ext>
                  </a:extLst>
                </p:cNvPr>
                <p:cNvPicPr/>
                <p:nvPr/>
              </p:nvPicPr>
              <p:blipFill>
                <a:blip r:embed="rId241"/>
                <a:stretch>
                  <a:fillRect/>
                </a:stretch>
              </p:blipFill>
              <p:spPr>
                <a:xfrm>
                  <a:off x="9356690" y="4060262"/>
                  <a:ext cx="59688" cy="155160"/>
                </a:xfrm>
                <a:prstGeom prst="rect">
                  <a:avLst/>
                </a:prstGeom>
              </p:spPr>
            </p:pic>
          </mc:Fallback>
        </mc:AlternateContent>
      </p:grpSp>
      <p:grpSp>
        <p:nvGrpSpPr>
          <p:cNvPr id="239" name="群組 238">
            <a:extLst>
              <a:ext uri="{FF2B5EF4-FFF2-40B4-BE49-F238E27FC236}">
                <a16:creationId xmlns:a16="http://schemas.microsoft.com/office/drawing/2014/main" id="{70BA358C-D175-6BB5-86AD-967C9B0C119E}"/>
              </a:ext>
            </a:extLst>
          </p:cNvPr>
          <p:cNvGrpSpPr/>
          <p:nvPr/>
        </p:nvGrpSpPr>
        <p:grpSpPr>
          <a:xfrm>
            <a:off x="8955025" y="4352050"/>
            <a:ext cx="652680" cy="696240"/>
            <a:chOff x="8955025" y="4352050"/>
            <a:chExt cx="652680" cy="696240"/>
          </a:xfrm>
        </p:grpSpPr>
        <mc:AlternateContent xmlns:mc="http://schemas.openxmlformats.org/markup-compatibility/2006" xmlns:p14="http://schemas.microsoft.com/office/powerpoint/2010/main">
          <mc:Choice Requires="p14">
            <p:contentPart p14:bwMode="auto" r:id="rId242">
              <p14:nvContentPartPr>
                <p14:cNvPr id="230" name="筆跡 229">
                  <a:extLst>
                    <a:ext uri="{FF2B5EF4-FFF2-40B4-BE49-F238E27FC236}">
                      <a16:creationId xmlns:a16="http://schemas.microsoft.com/office/drawing/2014/main" id="{8168B8D6-EF41-F78B-9D0F-FE3FA1841724}"/>
                    </a:ext>
                  </a:extLst>
                </p14:cNvPr>
                <p14:cNvContentPartPr/>
                <p14:nvPr/>
              </p14:nvContentPartPr>
              <p14:xfrm>
                <a:off x="9011905" y="4676410"/>
                <a:ext cx="166320" cy="371880"/>
              </p14:xfrm>
            </p:contentPart>
          </mc:Choice>
          <mc:Fallback xmlns="">
            <p:pic>
              <p:nvPicPr>
                <p:cNvPr id="230" name="筆跡 229">
                  <a:extLst>
                    <a:ext uri="{FF2B5EF4-FFF2-40B4-BE49-F238E27FC236}">
                      <a16:creationId xmlns:a16="http://schemas.microsoft.com/office/drawing/2014/main" id="{8168B8D6-EF41-F78B-9D0F-FE3FA1841724}"/>
                    </a:ext>
                  </a:extLst>
                </p:cNvPr>
                <p:cNvPicPr/>
                <p:nvPr/>
              </p:nvPicPr>
              <p:blipFill>
                <a:blip r:embed="rId243"/>
                <a:stretch>
                  <a:fillRect/>
                </a:stretch>
              </p:blipFill>
              <p:spPr>
                <a:xfrm>
                  <a:off x="8993944" y="4658410"/>
                  <a:ext cx="201883"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231" name="筆跡 230">
                  <a:extLst>
                    <a:ext uri="{FF2B5EF4-FFF2-40B4-BE49-F238E27FC236}">
                      <a16:creationId xmlns:a16="http://schemas.microsoft.com/office/drawing/2014/main" id="{5A64FB6D-C097-7B6D-088D-BA5F576B2E03}"/>
                    </a:ext>
                  </a:extLst>
                </p14:cNvPr>
                <p14:cNvContentPartPr/>
                <p14:nvPr/>
              </p14:nvContentPartPr>
              <p14:xfrm>
                <a:off x="9457945" y="4744450"/>
                <a:ext cx="39960" cy="290520"/>
              </p14:xfrm>
            </p:contentPart>
          </mc:Choice>
          <mc:Fallback xmlns="">
            <p:pic>
              <p:nvPicPr>
                <p:cNvPr id="231" name="筆跡 230">
                  <a:extLst>
                    <a:ext uri="{FF2B5EF4-FFF2-40B4-BE49-F238E27FC236}">
                      <a16:creationId xmlns:a16="http://schemas.microsoft.com/office/drawing/2014/main" id="{5A64FB6D-C097-7B6D-088D-BA5F576B2E03}"/>
                    </a:ext>
                  </a:extLst>
                </p:cNvPr>
                <p:cNvPicPr/>
                <p:nvPr/>
              </p:nvPicPr>
              <p:blipFill>
                <a:blip r:embed="rId245"/>
                <a:stretch>
                  <a:fillRect/>
                </a:stretch>
              </p:blipFill>
              <p:spPr>
                <a:xfrm>
                  <a:off x="9439945" y="4726450"/>
                  <a:ext cx="7560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32" name="筆跡 231">
                  <a:extLst>
                    <a:ext uri="{FF2B5EF4-FFF2-40B4-BE49-F238E27FC236}">
                      <a16:creationId xmlns:a16="http://schemas.microsoft.com/office/drawing/2014/main" id="{479A45F8-824F-9716-0FDF-9EE9E9A57FB9}"/>
                    </a:ext>
                  </a:extLst>
                </p14:cNvPr>
                <p14:cNvContentPartPr/>
                <p14:nvPr/>
              </p14:nvContentPartPr>
              <p14:xfrm>
                <a:off x="8955025" y="4352050"/>
                <a:ext cx="652680" cy="401040"/>
              </p14:xfrm>
            </p:contentPart>
          </mc:Choice>
          <mc:Fallback xmlns="">
            <p:pic>
              <p:nvPicPr>
                <p:cNvPr id="232" name="筆跡 231">
                  <a:extLst>
                    <a:ext uri="{FF2B5EF4-FFF2-40B4-BE49-F238E27FC236}">
                      <a16:creationId xmlns:a16="http://schemas.microsoft.com/office/drawing/2014/main" id="{479A45F8-824F-9716-0FDF-9EE9E9A57FB9}"/>
                    </a:ext>
                  </a:extLst>
                </p:cNvPr>
                <p:cNvPicPr/>
                <p:nvPr/>
              </p:nvPicPr>
              <p:blipFill>
                <a:blip r:embed="rId247"/>
                <a:stretch>
                  <a:fillRect/>
                </a:stretch>
              </p:blipFill>
              <p:spPr>
                <a:xfrm>
                  <a:off x="8937025" y="4334066"/>
                  <a:ext cx="688320" cy="436648"/>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33" name="筆跡 232">
                  <a:extLst>
                    <a:ext uri="{FF2B5EF4-FFF2-40B4-BE49-F238E27FC236}">
                      <a16:creationId xmlns:a16="http://schemas.microsoft.com/office/drawing/2014/main" id="{79E031C9-14F4-3840-F4DD-873A07F17271}"/>
                    </a:ext>
                  </a:extLst>
                </p14:cNvPr>
                <p14:cNvContentPartPr/>
                <p14:nvPr/>
              </p14:nvContentPartPr>
              <p14:xfrm>
                <a:off x="9075985" y="4404250"/>
                <a:ext cx="128520" cy="393840"/>
              </p14:xfrm>
            </p:contentPart>
          </mc:Choice>
          <mc:Fallback xmlns="">
            <p:pic>
              <p:nvPicPr>
                <p:cNvPr id="233" name="筆跡 232">
                  <a:extLst>
                    <a:ext uri="{FF2B5EF4-FFF2-40B4-BE49-F238E27FC236}">
                      <a16:creationId xmlns:a16="http://schemas.microsoft.com/office/drawing/2014/main" id="{79E031C9-14F4-3840-F4DD-873A07F17271}"/>
                    </a:ext>
                  </a:extLst>
                </p:cNvPr>
                <p:cNvPicPr/>
                <p:nvPr/>
              </p:nvPicPr>
              <p:blipFill>
                <a:blip r:embed="rId249"/>
                <a:stretch>
                  <a:fillRect/>
                </a:stretch>
              </p:blipFill>
              <p:spPr>
                <a:xfrm>
                  <a:off x="9057985" y="4386234"/>
                  <a:ext cx="164160" cy="429513"/>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34" name="筆跡 233">
                  <a:extLst>
                    <a:ext uri="{FF2B5EF4-FFF2-40B4-BE49-F238E27FC236}">
                      <a16:creationId xmlns:a16="http://schemas.microsoft.com/office/drawing/2014/main" id="{44718248-5126-C87C-5015-CB67F1738F5F}"/>
                    </a:ext>
                  </a:extLst>
                </p14:cNvPr>
                <p14:cNvContentPartPr/>
                <p14:nvPr/>
              </p14:nvContentPartPr>
              <p14:xfrm>
                <a:off x="9318985" y="4389130"/>
                <a:ext cx="7560" cy="237600"/>
              </p14:xfrm>
            </p:contentPart>
          </mc:Choice>
          <mc:Fallback xmlns="">
            <p:pic>
              <p:nvPicPr>
                <p:cNvPr id="234" name="筆跡 233">
                  <a:extLst>
                    <a:ext uri="{FF2B5EF4-FFF2-40B4-BE49-F238E27FC236}">
                      <a16:creationId xmlns:a16="http://schemas.microsoft.com/office/drawing/2014/main" id="{44718248-5126-C87C-5015-CB67F1738F5F}"/>
                    </a:ext>
                  </a:extLst>
                </p:cNvPr>
                <p:cNvPicPr/>
                <p:nvPr/>
              </p:nvPicPr>
              <p:blipFill>
                <a:blip r:embed="rId251"/>
                <a:stretch>
                  <a:fillRect/>
                </a:stretch>
              </p:blipFill>
              <p:spPr>
                <a:xfrm>
                  <a:off x="9300985" y="4371130"/>
                  <a:ext cx="4320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235" name="筆跡 234">
                  <a:extLst>
                    <a:ext uri="{FF2B5EF4-FFF2-40B4-BE49-F238E27FC236}">
                      <a16:creationId xmlns:a16="http://schemas.microsoft.com/office/drawing/2014/main" id="{30953D5A-0EAB-2BBD-1D36-50A42D73E633}"/>
                    </a:ext>
                  </a:extLst>
                </p14:cNvPr>
                <p14:cNvContentPartPr/>
                <p14:nvPr/>
              </p14:nvContentPartPr>
              <p14:xfrm>
                <a:off x="9448585" y="4388770"/>
                <a:ext cx="27360" cy="301320"/>
              </p14:xfrm>
            </p:contentPart>
          </mc:Choice>
          <mc:Fallback xmlns="">
            <p:pic>
              <p:nvPicPr>
                <p:cNvPr id="235" name="筆跡 234">
                  <a:extLst>
                    <a:ext uri="{FF2B5EF4-FFF2-40B4-BE49-F238E27FC236}">
                      <a16:creationId xmlns:a16="http://schemas.microsoft.com/office/drawing/2014/main" id="{30953D5A-0EAB-2BBD-1D36-50A42D73E633}"/>
                    </a:ext>
                  </a:extLst>
                </p:cNvPr>
                <p:cNvPicPr/>
                <p:nvPr/>
              </p:nvPicPr>
              <p:blipFill>
                <a:blip r:embed="rId253"/>
                <a:stretch>
                  <a:fillRect/>
                </a:stretch>
              </p:blipFill>
              <p:spPr>
                <a:xfrm>
                  <a:off x="9430585" y="4370770"/>
                  <a:ext cx="6300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236" name="筆跡 235">
                  <a:extLst>
                    <a:ext uri="{FF2B5EF4-FFF2-40B4-BE49-F238E27FC236}">
                      <a16:creationId xmlns:a16="http://schemas.microsoft.com/office/drawing/2014/main" id="{D3CE9E4E-99A5-261C-2DA4-DFF7A2582F69}"/>
                    </a:ext>
                  </a:extLst>
                </p14:cNvPr>
                <p14:cNvContentPartPr/>
                <p14:nvPr/>
              </p14:nvContentPartPr>
              <p14:xfrm>
                <a:off x="9312145" y="4546810"/>
                <a:ext cx="6480" cy="135720"/>
              </p14:xfrm>
            </p:contentPart>
          </mc:Choice>
          <mc:Fallback xmlns="">
            <p:pic>
              <p:nvPicPr>
                <p:cNvPr id="236" name="筆跡 235">
                  <a:extLst>
                    <a:ext uri="{FF2B5EF4-FFF2-40B4-BE49-F238E27FC236}">
                      <a16:creationId xmlns:a16="http://schemas.microsoft.com/office/drawing/2014/main" id="{D3CE9E4E-99A5-261C-2DA4-DFF7A2582F69}"/>
                    </a:ext>
                  </a:extLst>
                </p:cNvPr>
                <p:cNvPicPr/>
                <p:nvPr/>
              </p:nvPicPr>
              <p:blipFill>
                <a:blip r:embed="rId255"/>
                <a:stretch>
                  <a:fillRect/>
                </a:stretch>
              </p:blipFill>
              <p:spPr>
                <a:xfrm>
                  <a:off x="9294145" y="4528810"/>
                  <a:ext cx="4212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237" name="筆跡 236">
                  <a:extLst>
                    <a:ext uri="{FF2B5EF4-FFF2-40B4-BE49-F238E27FC236}">
                      <a16:creationId xmlns:a16="http://schemas.microsoft.com/office/drawing/2014/main" id="{05D766DC-3745-1645-57B0-005C5C8CE86D}"/>
                    </a:ext>
                  </a:extLst>
                </p14:cNvPr>
                <p14:cNvContentPartPr/>
                <p14:nvPr/>
              </p14:nvContentPartPr>
              <p14:xfrm>
                <a:off x="9024865" y="4524130"/>
                <a:ext cx="513720" cy="88200"/>
              </p14:xfrm>
            </p:contentPart>
          </mc:Choice>
          <mc:Fallback xmlns="">
            <p:pic>
              <p:nvPicPr>
                <p:cNvPr id="237" name="筆跡 236">
                  <a:extLst>
                    <a:ext uri="{FF2B5EF4-FFF2-40B4-BE49-F238E27FC236}">
                      <a16:creationId xmlns:a16="http://schemas.microsoft.com/office/drawing/2014/main" id="{05D766DC-3745-1645-57B0-005C5C8CE86D}"/>
                    </a:ext>
                  </a:extLst>
                </p:cNvPr>
                <p:cNvPicPr/>
                <p:nvPr/>
              </p:nvPicPr>
              <p:blipFill>
                <a:blip r:embed="rId257"/>
                <a:stretch>
                  <a:fillRect/>
                </a:stretch>
              </p:blipFill>
              <p:spPr>
                <a:xfrm>
                  <a:off x="9006865" y="4506203"/>
                  <a:ext cx="549360" cy="123695"/>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238" name="筆跡 237">
                  <a:extLst>
                    <a:ext uri="{FF2B5EF4-FFF2-40B4-BE49-F238E27FC236}">
                      <a16:creationId xmlns:a16="http://schemas.microsoft.com/office/drawing/2014/main" id="{FC27D9D4-19FE-397C-35D4-0AB4BB3F1C95}"/>
                    </a:ext>
                  </a:extLst>
                </p14:cNvPr>
                <p14:cNvContentPartPr/>
                <p14:nvPr/>
              </p14:nvContentPartPr>
              <p14:xfrm>
                <a:off x="9083905" y="4697290"/>
                <a:ext cx="431640" cy="59400"/>
              </p14:xfrm>
            </p:contentPart>
          </mc:Choice>
          <mc:Fallback xmlns="">
            <p:pic>
              <p:nvPicPr>
                <p:cNvPr id="238" name="筆跡 237">
                  <a:extLst>
                    <a:ext uri="{FF2B5EF4-FFF2-40B4-BE49-F238E27FC236}">
                      <a16:creationId xmlns:a16="http://schemas.microsoft.com/office/drawing/2014/main" id="{FC27D9D4-19FE-397C-35D4-0AB4BB3F1C95}"/>
                    </a:ext>
                  </a:extLst>
                </p:cNvPr>
                <p:cNvPicPr/>
                <p:nvPr/>
              </p:nvPicPr>
              <p:blipFill>
                <a:blip r:embed="rId259"/>
                <a:stretch>
                  <a:fillRect/>
                </a:stretch>
              </p:blipFill>
              <p:spPr>
                <a:xfrm>
                  <a:off x="9065890" y="4679290"/>
                  <a:ext cx="467310" cy="95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0">
            <p14:nvContentPartPr>
              <p14:cNvPr id="199" name="筆跡 198">
                <a:extLst>
                  <a:ext uri="{FF2B5EF4-FFF2-40B4-BE49-F238E27FC236}">
                    <a16:creationId xmlns:a16="http://schemas.microsoft.com/office/drawing/2014/main" id="{8506104A-FA70-B73F-3C22-9D257494B7E4}"/>
                  </a:ext>
                </a:extLst>
              </p14:cNvPr>
              <p14:cNvContentPartPr/>
              <p14:nvPr/>
            </p14:nvContentPartPr>
            <p14:xfrm>
              <a:off x="9045431" y="5058182"/>
              <a:ext cx="507790" cy="475920"/>
            </p14:xfrm>
          </p:contentPart>
        </mc:Choice>
        <mc:Fallback xmlns="">
          <p:pic>
            <p:nvPicPr>
              <p:cNvPr id="199" name="筆跡 198">
                <a:extLst>
                  <a:ext uri="{FF2B5EF4-FFF2-40B4-BE49-F238E27FC236}">
                    <a16:creationId xmlns:a16="http://schemas.microsoft.com/office/drawing/2014/main" id="{8506104A-FA70-B73F-3C22-9D257494B7E4}"/>
                  </a:ext>
                </a:extLst>
              </p:cNvPr>
              <p:cNvPicPr/>
              <p:nvPr/>
            </p:nvPicPr>
            <p:blipFill>
              <a:blip r:embed="rId261"/>
              <a:stretch>
                <a:fillRect/>
              </a:stretch>
            </p:blipFill>
            <p:spPr>
              <a:xfrm>
                <a:off x="9039313" y="5052062"/>
                <a:ext cx="520026" cy="4881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200" name="筆跡 199">
                <a:extLst>
                  <a:ext uri="{FF2B5EF4-FFF2-40B4-BE49-F238E27FC236}">
                    <a16:creationId xmlns:a16="http://schemas.microsoft.com/office/drawing/2014/main" id="{30C3833F-C3FD-DC6B-62C5-BB8D0FF289C9}"/>
                  </a:ext>
                </a:extLst>
              </p14:cNvPr>
              <p14:cNvContentPartPr/>
              <p14:nvPr/>
            </p14:nvContentPartPr>
            <p14:xfrm>
              <a:off x="9509763" y="5048462"/>
              <a:ext cx="29759" cy="514080"/>
            </p14:xfrm>
          </p:contentPart>
        </mc:Choice>
        <mc:Fallback xmlns="">
          <p:pic>
            <p:nvPicPr>
              <p:cNvPr id="200" name="筆跡 199">
                <a:extLst>
                  <a:ext uri="{FF2B5EF4-FFF2-40B4-BE49-F238E27FC236}">
                    <a16:creationId xmlns:a16="http://schemas.microsoft.com/office/drawing/2014/main" id="{30C3833F-C3FD-DC6B-62C5-BB8D0FF289C9}"/>
                  </a:ext>
                </a:extLst>
              </p:cNvPr>
              <p:cNvPicPr/>
              <p:nvPr/>
            </p:nvPicPr>
            <p:blipFill>
              <a:blip r:embed="rId263"/>
              <a:stretch>
                <a:fillRect/>
              </a:stretch>
            </p:blipFill>
            <p:spPr>
              <a:xfrm>
                <a:off x="9503593" y="5042338"/>
                <a:ext cx="42098" cy="526329"/>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201" name="筆跡 200">
                <a:extLst>
                  <a:ext uri="{FF2B5EF4-FFF2-40B4-BE49-F238E27FC236}">
                    <a16:creationId xmlns:a16="http://schemas.microsoft.com/office/drawing/2014/main" id="{9FF62890-72EB-A081-52D7-3CEAD5DA9388}"/>
                  </a:ext>
                </a:extLst>
              </p14:cNvPr>
              <p14:cNvContentPartPr/>
              <p14:nvPr/>
            </p14:nvContentPartPr>
            <p14:xfrm>
              <a:off x="9118175" y="5050262"/>
              <a:ext cx="403398" cy="32760"/>
            </p14:xfrm>
          </p:contentPart>
        </mc:Choice>
        <mc:Fallback xmlns="">
          <p:pic>
            <p:nvPicPr>
              <p:cNvPr id="201" name="筆跡 200">
                <a:extLst>
                  <a:ext uri="{FF2B5EF4-FFF2-40B4-BE49-F238E27FC236}">
                    <a16:creationId xmlns:a16="http://schemas.microsoft.com/office/drawing/2014/main" id="{9FF62890-72EB-A081-52D7-3CEAD5DA9388}"/>
                  </a:ext>
                </a:extLst>
              </p:cNvPr>
              <p:cNvPicPr/>
              <p:nvPr/>
            </p:nvPicPr>
            <p:blipFill>
              <a:blip r:embed="rId265"/>
              <a:stretch>
                <a:fillRect/>
              </a:stretch>
            </p:blipFill>
            <p:spPr>
              <a:xfrm>
                <a:off x="9112047" y="5044142"/>
                <a:ext cx="415655"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202" name="筆跡 201">
                <a:extLst>
                  <a:ext uri="{FF2B5EF4-FFF2-40B4-BE49-F238E27FC236}">
                    <a16:creationId xmlns:a16="http://schemas.microsoft.com/office/drawing/2014/main" id="{D8C9FED5-0C76-E101-4DF6-36ACBA538058}"/>
                  </a:ext>
                </a:extLst>
              </p14:cNvPr>
              <p14:cNvContentPartPr/>
              <p14:nvPr/>
            </p14:nvContentPartPr>
            <p14:xfrm>
              <a:off x="9110616" y="5403782"/>
              <a:ext cx="268774" cy="109440"/>
            </p14:xfrm>
          </p:contentPart>
        </mc:Choice>
        <mc:Fallback xmlns="">
          <p:pic>
            <p:nvPicPr>
              <p:cNvPr id="202" name="筆跡 201">
                <a:extLst>
                  <a:ext uri="{FF2B5EF4-FFF2-40B4-BE49-F238E27FC236}">
                    <a16:creationId xmlns:a16="http://schemas.microsoft.com/office/drawing/2014/main" id="{D8C9FED5-0C76-E101-4DF6-36ACBA538058}"/>
                  </a:ext>
                </a:extLst>
              </p:cNvPr>
              <p:cNvPicPr/>
              <p:nvPr/>
            </p:nvPicPr>
            <p:blipFill>
              <a:blip r:embed="rId267"/>
              <a:stretch>
                <a:fillRect/>
              </a:stretch>
            </p:blipFill>
            <p:spPr>
              <a:xfrm>
                <a:off x="9104491" y="5397662"/>
                <a:ext cx="281024"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203" name="筆跡 202">
                <a:extLst>
                  <a:ext uri="{FF2B5EF4-FFF2-40B4-BE49-F238E27FC236}">
                    <a16:creationId xmlns:a16="http://schemas.microsoft.com/office/drawing/2014/main" id="{E8ED1877-0B2A-A1E9-8982-A3FD714C59A4}"/>
                  </a:ext>
                </a:extLst>
              </p14:cNvPr>
              <p14:cNvContentPartPr/>
              <p14:nvPr/>
            </p14:nvContentPartPr>
            <p14:xfrm>
              <a:off x="9154547" y="5344742"/>
              <a:ext cx="220594" cy="66240"/>
            </p14:xfrm>
          </p:contentPart>
        </mc:Choice>
        <mc:Fallback xmlns="">
          <p:pic>
            <p:nvPicPr>
              <p:cNvPr id="203" name="筆跡 202">
                <a:extLst>
                  <a:ext uri="{FF2B5EF4-FFF2-40B4-BE49-F238E27FC236}">
                    <a16:creationId xmlns:a16="http://schemas.microsoft.com/office/drawing/2014/main" id="{E8ED1877-0B2A-A1E9-8982-A3FD714C59A4}"/>
                  </a:ext>
                </a:extLst>
              </p:cNvPr>
              <p:cNvPicPr/>
              <p:nvPr/>
            </p:nvPicPr>
            <p:blipFill>
              <a:blip r:embed="rId269"/>
              <a:stretch>
                <a:fillRect/>
              </a:stretch>
            </p:blipFill>
            <p:spPr>
              <a:xfrm>
                <a:off x="9148429" y="5338622"/>
                <a:ext cx="232829"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204" name="筆跡 203">
                <a:extLst>
                  <a:ext uri="{FF2B5EF4-FFF2-40B4-BE49-F238E27FC236}">
                    <a16:creationId xmlns:a16="http://schemas.microsoft.com/office/drawing/2014/main" id="{D9EE806E-7495-31FC-C614-90ECADB3CA5C}"/>
                  </a:ext>
                </a:extLst>
              </p14:cNvPr>
              <p14:cNvContentPartPr/>
              <p14:nvPr/>
            </p14:nvContentPartPr>
            <p14:xfrm>
              <a:off x="9206507" y="5206862"/>
              <a:ext cx="277750" cy="124200"/>
            </p14:xfrm>
          </p:contentPart>
        </mc:Choice>
        <mc:Fallback xmlns="">
          <p:pic>
            <p:nvPicPr>
              <p:cNvPr id="204" name="筆跡 203">
                <a:extLst>
                  <a:ext uri="{FF2B5EF4-FFF2-40B4-BE49-F238E27FC236}">
                    <a16:creationId xmlns:a16="http://schemas.microsoft.com/office/drawing/2014/main" id="{D9EE806E-7495-31FC-C614-90ECADB3CA5C}"/>
                  </a:ext>
                </a:extLst>
              </p:cNvPr>
              <p:cNvPicPr/>
              <p:nvPr/>
            </p:nvPicPr>
            <p:blipFill>
              <a:blip r:embed="rId271"/>
              <a:stretch>
                <a:fillRect/>
              </a:stretch>
            </p:blipFill>
            <p:spPr>
              <a:xfrm>
                <a:off x="9200383" y="5200742"/>
                <a:ext cx="289998"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205" name="筆跡 204">
                <a:extLst>
                  <a:ext uri="{FF2B5EF4-FFF2-40B4-BE49-F238E27FC236}">
                    <a16:creationId xmlns:a16="http://schemas.microsoft.com/office/drawing/2014/main" id="{571D91C9-44DD-3A12-7FDA-96D54DD78E66}"/>
                  </a:ext>
                </a:extLst>
              </p14:cNvPr>
              <p14:cNvContentPartPr/>
              <p14:nvPr/>
            </p14:nvContentPartPr>
            <p14:xfrm>
              <a:off x="9317985" y="5100302"/>
              <a:ext cx="198865" cy="77760"/>
            </p14:xfrm>
          </p:contentPart>
        </mc:Choice>
        <mc:Fallback xmlns="">
          <p:pic>
            <p:nvPicPr>
              <p:cNvPr id="205" name="筆跡 204">
                <a:extLst>
                  <a:ext uri="{FF2B5EF4-FFF2-40B4-BE49-F238E27FC236}">
                    <a16:creationId xmlns:a16="http://schemas.microsoft.com/office/drawing/2014/main" id="{571D91C9-44DD-3A12-7FDA-96D54DD78E66}"/>
                  </a:ext>
                </a:extLst>
              </p:cNvPr>
              <p:cNvPicPr/>
              <p:nvPr/>
            </p:nvPicPr>
            <p:blipFill>
              <a:blip r:embed="rId273"/>
              <a:stretch>
                <a:fillRect/>
              </a:stretch>
            </p:blipFill>
            <p:spPr>
              <a:xfrm>
                <a:off x="9311849" y="5094182"/>
                <a:ext cx="211136"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243" name="筆跡 242">
                <a:extLst>
                  <a:ext uri="{FF2B5EF4-FFF2-40B4-BE49-F238E27FC236}">
                    <a16:creationId xmlns:a16="http://schemas.microsoft.com/office/drawing/2014/main" id="{2E20F2B4-7573-8769-BEAA-0AE668D84EC1}"/>
                  </a:ext>
                </a:extLst>
              </p14:cNvPr>
              <p14:cNvContentPartPr/>
              <p14:nvPr/>
            </p14:nvContentPartPr>
            <p14:xfrm>
              <a:off x="9727225" y="5031010"/>
              <a:ext cx="363600" cy="86760"/>
            </p14:xfrm>
          </p:contentPart>
        </mc:Choice>
        <mc:Fallback xmlns="">
          <p:pic>
            <p:nvPicPr>
              <p:cNvPr id="243" name="筆跡 242">
                <a:extLst>
                  <a:ext uri="{FF2B5EF4-FFF2-40B4-BE49-F238E27FC236}">
                    <a16:creationId xmlns:a16="http://schemas.microsoft.com/office/drawing/2014/main" id="{2E20F2B4-7573-8769-BEAA-0AE668D84EC1}"/>
                  </a:ext>
                </a:extLst>
              </p:cNvPr>
              <p:cNvPicPr/>
              <p:nvPr/>
            </p:nvPicPr>
            <p:blipFill>
              <a:blip r:embed="rId275"/>
              <a:stretch>
                <a:fillRect/>
              </a:stretch>
            </p:blipFill>
            <p:spPr>
              <a:xfrm>
                <a:off x="9721105" y="5024864"/>
                <a:ext cx="375840" cy="99051"/>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244" name="筆跡 243">
                <a:extLst>
                  <a:ext uri="{FF2B5EF4-FFF2-40B4-BE49-F238E27FC236}">
                    <a16:creationId xmlns:a16="http://schemas.microsoft.com/office/drawing/2014/main" id="{1B275E55-5637-8E7A-0B0C-DC432AF784E6}"/>
                  </a:ext>
                </a:extLst>
              </p14:cNvPr>
              <p14:cNvContentPartPr/>
              <p14:nvPr/>
            </p14:nvContentPartPr>
            <p14:xfrm>
              <a:off x="10059505" y="5003650"/>
              <a:ext cx="55800" cy="123120"/>
            </p14:xfrm>
          </p:contentPart>
        </mc:Choice>
        <mc:Fallback xmlns="">
          <p:pic>
            <p:nvPicPr>
              <p:cNvPr id="244" name="筆跡 243">
                <a:extLst>
                  <a:ext uri="{FF2B5EF4-FFF2-40B4-BE49-F238E27FC236}">
                    <a16:creationId xmlns:a16="http://schemas.microsoft.com/office/drawing/2014/main" id="{1B275E55-5637-8E7A-0B0C-DC432AF784E6}"/>
                  </a:ext>
                </a:extLst>
              </p:cNvPr>
              <p:cNvPicPr/>
              <p:nvPr/>
            </p:nvPicPr>
            <p:blipFill>
              <a:blip r:embed="rId277"/>
              <a:stretch>
                <a:fillRect/>
              </a:stretch>
            </p:blipFill>
            <p:spPr>
              <a:xfrm>
                <a:off x="10053385" y="4997530"/>
                <a:ext cx="68040" cy="135360"/>
              </a:xfrm>
              <a:prstGeom prst="rect">
                <a:avLst/>
              </a:prstGeom>
            </p:spPr>
          </p:pic>
        </mc:Fallback>
      </mc:AlternateContent>
      <p:grpSp>
        <p:nvGrpSpPr>
          <p:cNvPr id="254" name="群組 253">
            <a:extLst>
              <a:ext uri="{FF2B5EF4-FFF2-40B4-BE49-F238E27FC236}">
                <a16:creationId xmlns:a16="http://schemas.microsoft.com/office/drawing/2014/main" id="{9623C83C-C6A7-CF0A-AD21-82BB832EBE32}"/>
              </a:ext>
            </a:extLst>
          </p:cNvPr>
          <p:cNvGrpSpPr/>
          <p:nvPr/>
        </p:nvGrpSpPr>
        <p:grpSpPr>
          <a:xfrm>
            <a:off x="10240225" y="5425570"/>
            <a:ext cx="537120" cy="228600"/>
            <a:chOff x="10240225" y="5425570"/>
            <a:chExt cx="537120" cy="228600"/>
          </a:xfrm>
        </p:grpSpPr>
        <mc:AlternateContent xmlns:mc="http://schemas.openxmlformats.org/markup-compatibility/2006" xmlns:p14="http://schemas.microsoft.com/office/powerpoint/2010/main">
          <mc:Choice Requires="p14">
            <p:contentPart p14:bwMode="auto" r:id="rId278">
              <p14:nvContentPartPr>
                <p14:cNvPr id="245" name="筆跡 244">
                  <a:extLst>
                    <a:ext uri="{FF2B5EF4-FFF2-40B4-BE49-F238E27FC236}">
                      <a16:creationId xmlns:a16="http://schemas.microsoft.com/office/drawing/2014/main" id="{D8B8DDE4-C4FA-8945-B286-CAC7F2DBE384}"/>
                    </a:ext>
                  </a:extLst>
                </p14:cNvPr>
                <p14:cNvContentPartPr/>
                <p14:nvPr/>
              </p14:nvContentPartPr>
              <p14:xfrm>
                <a:off x="10240225" y="5463010"/>
                <a:ext cx="47160" cy="150480"/>
              </p14:xfrm>
            </p:contentPart>
          </mc:Choice>
          <mc:Fallback xmlns="">
            <p:pic>
              <p:nvPicPr>
                <p:cNvPr id="245" name="筆跡 244">
                  <a:extLst>
                    <a:ext uri="{FF2B5EF4-FFF2-40B4-BE49-F238E27FC236}">
                      <a16:creationId xmlns:a16="http://schemas.microsoft.com/office/drawing/2014/main" id="{D8B8DDE4-C4FA-8945-B286-CAC7F2DBE384}"/>
                    </a:ext>
                  </a:extLst>
                </p:cNvPr>
                <p:cNvPicPr/>
                <p:nvPr/>
              </p:nvPicPr>
              <p:blipFill>
                <a:blip r:embed="rId279"/>
                <a:stretch>
                  <a:fillRect/>
                </a:stretch>
              </p:blipFill>
              <p:spPr>
                <a:xfrm>
                  <a:off x="10234151" y="5456890"/>
                  <a:ext cx="59307"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246" name="筆跡 245">
                  <a:extLst>
                    <a:ext uri="{FF2B5EF4-FFF2-40B4-BE49-F238E27FC236}">
                      <a16:creationId xmlns:a16="http://schemas.microsoft.com/office/drawing/2014/main" id="{A328A28C-E16F-FC0B-9AC7-AF26411AC782}"/>
                    </a:ext>
                  </a:extLst>
                </p14:cNvPr>
                <p14:cNvContentPartPr/>
                <p14:nvPr/>
              </p14:nvContentPartPr>
              <p14:xfrm>
                <a:off x="10302865" y="5425570"/>
                <a:ext cx="474480" cy="153360"/>
              </p14:xfrm>
            </p:contentPart>
          </mc:Choice>
          <mc:Fallback xmlns="">
            <p:pic>
              <p:nvPicPr>
                <p:cNvPr id="246" name="筆跡 245">
                  <a:extLst>
                    <a:ext uri="{FF2B5EF4-FFF2-40B4-BE49-F238E27FC236}">
                      <a16:creationId xmlns:a16="http://schemas.microsoft.com/office/drawing/2014/main" id="{A328A28C-E16F-FC0B-9AC7-AF26411AC782}"/>
                    </a:ext>
                  </a:extLst>
                </p:cNvPr>
                <p:cNvPicPr/>
                <p:nvPr/>
              </p:nvPicPr>
              <p:blipFill>
                <a:blip r:embed="rId281"/>
                <a:stretch>
                  <a:fillRect/>
                </a:stretch>
              </p:blipFill>
              <p:spPr>
                <a:xfrm>
                  <a:off x="10296750" y="5419450"/>
                  <a:ext cx="486711"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47" name="筆跡 246">
                  <a:extLst>
                    <a:ext uri="{FF2B5EF4-FFF2-40B4-BE49-F238E27FC236}">
                      <a16:creationId xmlns:a16="http://schemas.microsoft.com/office/drawing/2014/main" id="{711D9AFC-B24D-676A-DB99-F1FC0A165F61}"/>
                    </a:ext>
                  </a:extLst>
                </p14:cNvPr>
                <p14:cNvContentPartPr/>
                <p14:nvPr/>
              </p14:nvContentPartPr>
              <p14:xfrm>
                <a:off x="10253545" y="5603410"/>
                <a:ext cx="521280" cy="50760"/>
              </p14:xfrm>
            </p:contentPart>
          </mc:Choice>
          <mc:Fallback xmlns="">
            <p:pic>
              <p:nvPicPr>
                <p:cNvPr id="247" name="筆跡 246">
                  <a:extLst>
                    <a:ext uri="{FF2B5EF4-FFF2-40B4-BE49-F238E27FC236}">
                      <a16:creationId xmlns:a16="http://schemas.microsoft.com/office/drawing/2014/main" id="{711D9AFC-B24D-676A-DB99-F1FC0A165F61}"/>
                    </a:ext>
                  </a:extLst>
                </p:cNvPr>
                <p:cNvPicPr/>
                <p:nvPr/>
              </p:nvPicPr>
              <p:blipFill>
                <a:blip r:embed="rId283"/>
                <a:stretch>
                  <a:fillRect/>
                </a:stretch>
              </p:blipFill>
              <p:spPr>
                <a:xfrm>
                  <a:off x="10247421" y="5597333"/>
                  <a:ext cx="533528" cy="62914"/>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250" name="筆跡 249">
                  <a:extLst>
                    <a:ext uri="{FF2B5EF4-FFF2-40B4-BE49-F238E27FC236}">
                      <a16:creationId xmlns:a16="http://schemas.microsoft.com/office/drawing/2014/main" id="{C59FCA07-4526-464B-F1A9-C153BB53399E}"/>
                    </a:ext>
                  </a:extLst>
                </p14:cNvPr>
                <p14:cNvContentPartPr/>
                <p14:nvPr/>
              </p14:nvContentPartPr>
              <p14:xfrm>
                <a:off x="10289545" y="5547250"/>
                <a:ext cx="225360" cy="88200"/>
              </p14:xfrm>
            </p:contentPart>
          </mc:Choice>
          <mc:Fallback xmlns="">
            <p:pic>
              <p:nvPicPr>
                <p:cNvPr id="250" name="筆跡 249">
                  <a:extLst>
                    <a:ext uri="{FF2B5EF4-FFF2-40B4-BE49-F238E27FC236}">
                      <a16:creationId xmlns:a16="http://schemas.microsoft.com/office/drawing/2014/main" id="{C59FCA07-4526-464B-F1A9-C153BB53399E}"/>
                    </a:ext>
                  </a:extLst>
                </p:cNvPr>
                <p:cNvPicPr/>
                <p:nvPr/>
              </p:nvPicPr>
              <p:blipFill>
                <a:blip r:embed="rId285"/>
                <a:stretch>
                  <a:fillRect/>
                </a:stretch>
              </p:blipFill>
              <p:spPr>
                <a:xfrm>
                  <a:off x="10283425" y="5541130"/>
                  <a:ext cx="2376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51" name="筆跡 250">
                  <a:extLst>
                    <a:ext uri="{FF2B5EF4-FFF2-40B4-BE49-F238E27FC236}">
                      <a16:creationId xmlns:a16="http://schemas.microsoft.com/office/drawing/2014/main" id="{D0674D03-3787-22CA-1276-38927634B88F}"/>
                    </a:ext>
                  </a:extLst>
                </p14:cNvPr>
                <p14:cNvContentPartPr/>
                <p14:nvPr/>
              </p14:nvContentPartPr>
              <p14:xfrm>
                <a:off x="10431025" y="5491810"/>
                <a:ext cx="136440" cy="90360"/>
              </p14:xfrm>
            </p:contentPart>
          </mc:Choice>
          <mc:Fallback xmlns="">
            <p:pic>
              <p:nvPicPr>
                <p:cNvPr id="251" name="筆跡 250">
                  <a:extLst>
                    <a:ext uri="{FF2B5EF4-FFF2-40B4-BE49-F238E27FC236}">
                      <a16:creationId xmlns:a16="http://schemas.microsoft.com/office/drawing/2014/main" id="{D0674D03-3787-22CA-1276-38927634B88F}"/>
                    </a:ext>
                  </a:extLst>
                </p:cNvPr>
                <p:cNvPicPr/>
                <p:nvPr/>
              </p:nvPicPr>
              <p:blipFill>
                <a:blip r:embed="rId287"/>
                <a:stretch>
                  <a:fillRect/>
                </a:stretch>
              </p:blipFill>
              <p:spPr>
                <a:xfrm>
                  <a:off x="10424921" y="5485690"/>
                  <a:ext cx="148648"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52" name="筆跡 251">
                  <a:extLst>
                    <a:ext uri="{FF2B5EF4-FFF2-40B4-BE49-F238E27FC236}">
                      <a16:creationId xmlns:a16="http://schemas.microsoft.com/office/drawing/2014/main" id="{33765947-ECD1-6D09-5AF1-F2B0C248A865}"/>
                    </a:ext>
                  </a:extLst>
                </p14:cNvPr>
                <p14:cNvContentPartPr/>
                <p14:nvPr/>
              </p14:nvContentPartPr>
              <p14:xfrm>
                <a:off x="10572505" y="5475250"/>
                <a:ext cx="140760" cy="56160"/>
              </p14:xfrm>
            </p:contentPart>
          </mc:Choice>
          <mc:Fallback xmlns="">
            <p:pic>
              <p:nvPicPr>
                <p:cNvPr id="252" name="筆跡 251">
                  <a:extLst>
                    <a:ext uri="{FF2B5EF4-FFF2-40B4-BE49-F238E27FC236}">
                      <a16:creationId xmlns:a16="http://schemas.microsoft.com/office/drawing/2014/main" id="{33765947-ECD1-6D09-5AF1-F2B0C248A865}"/>
                    </a:ext>
                  </a:extLst>
                </p:cNvPr>
                <p:cNvPicPr/>
                <p:nvPr/>
              </p:nvPicPr>
              <p:blipFill>
                <a:blip r:embed="rId289"/>
                <a:stretch>
                  <a:fillRect/>
                </a:stretch>
              </p:blipFill>
              <p:spPr>
                <a:xfrm>
                  <a:off x="10566385" y="5469169"/>
                  <a:ext cx="153000" cy="68322"/>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53" name="筆跡 252">
                  <a:extLst>
                    <a:ext uri="{FF2B5EF4-FFF2-40B4-BE49-F238E27FC236}">
                      <a16:creationId xmlns:a16="http://schemas.microsoft.com/office/drawing/2014/main" id="{A88893DF-615E-EA7D-6C80-BA4C851FD96A}"/>
                    </a:ext>
                  </a:extLst>
                </p14:cNvPr>
                <p14:cNvContentPartPr/>
                <p14:nvPr/>
              </p14:nvContentPartPr>
              <p14:xfrm>
                <a:off x="10704265" y="5484610"/>
                <a:ext cx="12240" cy="14040"/>
              </p14:xfrm>
            </p:contentPart>
          </mc:Choice>
          <mc:Fallback xmlns="">
            <p:pic>
              <p:nvPicPr>
                <p:cNvPr id="253" name="筆跡 252">
                  <a:extLst>
                    <a:ext uri="{FF2B5EF4-FFF2-40B4-BE49-F238E27FC236}">
                      <a16:creationId xmlns:a16="http://schemas.microsoft.com/office/drawing/2014/main" id="{A88893DF-615E-EA7D-6C80-BA4C851FD96A}"/>
                    </a:ext>
                  </a:extLst>
                </p:cNvPr>
                <p:cNvPicPr/>
                <p:nvPr/>
              </p:nvPicPr>
              <p:blipFill>
                <a:blip r:embed="rId291"/>
                <a:stretch>
                  <a:fillRect/>
                </a:stretch>
              </p:blipFill>
              <p:spPr>
                <a:xfrm>
                  <a:off x="10698320" y="5478490"/>
                  <a:ext cx="24130" cy="26280"/>
                </a:xfrm>
                <a:prstGeom prst="rect">
                  <a:avLst/>
                </a:prstGeom>
              </p:spPr>
            </p:pic>
          </mc:Fallback>
        </mc:AlternateContent>
      </p:grpSp>
      <p:grpSp>
        <p:nvGrpSpPr>
          <p:cNvPr id="270" name="群組 269">
            <a:extLst>
              <a:ext uri="{FF2B5EF4-FFF2-40B4-BE49-F238E27FC236}">
                <a16:creationId xmlns:a16="http://schemas.microsoft.com/office/drawing/2014/main" id="{70E3C682-8F55-44A5-10A3-5915FE2F0F77}"/>
              </a:ext>
            </a:extLst>
          </p:cNvPr>
          <p:cNvGrpSpPr/>
          <p:nvPr/>
        </p:nvGrpSpPr>
        <p:grpSpPr>
          <a:xfrm>
            <a:off x="10787065" y="5308930"/>
            <a:ext cx="676080" cy="301680"/>
            <a:chOff x="10787065" y="5308930"/>
            <a:chExt cx="676080" cy="301680"/>
          </a:xfrm>
        </p:grpSpPr>
        <mc:AlternateContent xmlns:mc="http://schemas.openxmlformats.org/markup-compatibility/2006" xmlns:p14="http://schemas.microsoft.com/office/powerpoint/2010/main">
          <mc:Choice Requires="p14">
            <p:contentPart p14:bwMode="auto" r:id="rId292">
              <p14:nvContentPartPr>
                <p14:cNvPr id="261" name="筆跡 260">
                  <a:extLst>
                    <a:ext uri="{FF2B5EF4-FFF2-40B4-BE49-F238E27FC236}">
                      <a16:creationId xmlns:a16="http://schemas.microsoft.com/office/drawing/2014/main" id="{56A37397-4040-525E-1C70-32C5D4316AC2}"/>
                    </a:ext>
                  </a:extLst>
                </p14:cNvPr>
                <p14:cNvContentPartPr/>
                <p14:nvPr/>
              </p14:nvContentPartPr>
              <p14:xfrm>
                <a:off x="10787065" y="5338810"/>
                <a:ext cx="268560" cy="240480"/>
              </p14:xfrm>
            </p:contentPart>
          </mc:Choice>
          <mc:Fallback xmlns="">
            <p:pic>
              <p:nvPicPr>
                <p:cNvPr id="261" name="筆跡 260">
                  <a:extLst>
                    <a:ext uri="{FF2B5EF4-FFF2-40B4-BE49-F238E27FC236}">
                      <a16:creationId xmlns:a16="http://schemas.microsoft.com/office/drawing/2014/main" id="{56A37397-4040-525E-1C70-32C5D4316AC2}"/>
                    </a:ext>
                  </a:extLst>
                </p:cNvPr>
                <p:cNvPicPr/>
                <p:nvPr/>
              </p:nvPicPr>
              <p:blipFill>
                <a:blip r:embed="rId293"/>
                <a:stretch>
                  <a:fillRect/>
                </a:stretch>
              </p:blipFill>
              <p:spPr>
                <a:xfrm>
                  <a:off x="10769041" y="5320783"/>
                  <a:ext cx="304248" cy="276173"/>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62" name="筆跡 261">
                  <a:extLst>
                    <a:ext uri="{FF2B5EF4-FFF2-40B4-BE49-F238E27FC236}">
                      <a16:creationId xmlns:a16="http://schemas.microsoft.com/office/drawing/2014/main" id="{390DCCA7-E543-09E6-999A-240901523795}"/>
                    </a:ext>
                  </a:extLst>
                </p14:cNvPr>
                <p14:cNvContentPartPr/>
                <p14:nvPr/>
              </p14:nvContentPartPr>
              <p14:xfrm>
                <a:off x="10803625" y="5388850"/>
                <a:ext cx="220680" cy="190800"/>
              </p14:xfrm>
            </p:contentPart>
          </mc:Choice>
          <mc:Fallback xmlns="">
            <p:pic>
              <p:nvPicPr>
                <p:cNvPr id="262" name="筆跡 261">
                  <a:extLst>
                    <a:ext uri="{FF2B5EF4-FFF2-40B4-BE49-F238E27FC236}">
                      <a16:creationId xmlns:a16="http://schemas.microsoft.com/office/drawing/2014/main" id="{390DCCA7-E543-09E6-999A-240901523795}"/>
                    </a:ext>
                  </a:extLst>
                </p:cNvPr>
                <p:cNvPicPr/>
                <p:nvPr/>
              </p:nvPicPr>
              <p:blipFill>
                <a:blip r:embed="rId295"/>
                <a:stretch>
                  <a:fillRect/>
                </a:stretch>
              </p:blipFill>
              <p:spPr>
                <a:xfrm>
                  <a:off x="10785625" y="5370816"/>
                  <a:ext cx="256320" cy="226507"/>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63" name="筆跡 262">
                  <a:extLst>
                    <a:ext uri="{FF2B5EF4-FFF2-40B4-BE49-F238E27FC236}">
                      <a16:creationId xmlns:a16="http://schemas.microsoft.com/office/drawing/2014/main" id="{E8316D70-4920-96F9-38A7-0F0047DA2C01}"/>
                    </a:ext>
                  </a:extLst>
                </p14:cNvPr>
                <p14:cNvContentPartPr/>
                <p14:nvPr/>
              </p14:nvContentPartPr>
              <p14:xfrm>
                <a:off x="10837825" y="5362570"/>
                <a:ext cx="68400" cy="49320"/>
              </p14:xfrm>
            </p:contentPart>
          </mc:Choice>
          <mc:Fallback xmlns="">
            <p:pic>
              <p:nvPicPr>
                <p:cNvPr id="263" name="筆跡 262">
                  <a:extLst>
                    <a:ext uri="{FF2B5EF4-FFF2-40B4-BE49-F238E27FC236}">
                      <a16:creationId xmlns:a16="http://schemas.microsoft.com/office/drawing/2014/main" id="{E8316D70-4920-96F9-38A7-0F0047DA2C01}"/>
                    </a:ext>
                  </a:extLst>
                </p:cNvPr>
                <p:cNvPicPr/>
                <p:nvPr/>
              </p:nvPicPr>
              <p:blipFill>
                <a:blip r:embed="rId297"/>
                <a:stretch>
                  <a:fillRect/>
                </a:stretch>
              </p:blipFill>
              <p:spPr>
                <a:xfrm>
                  <a:off x="10819825" y="5344570"/>
                  <a:ext cx="10404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64" name="筆跡 263">
                  <a:extLst>
                    <a:ext uri="{FF2B5EF4-FFF2-40B4-BE49-F238E27FC236}">
                      <a16:creationId xmlns:a16="http://schemas.microsoft.com/office/drawing/2014/main" id="{4A82B2F8-6777-3519-D3D2-9EAD697E58A0}"/>
                    </a:ext>
                  </a:extLst>
                </p14:cNvPr>
                <p14:cNvContentPartPr/>
                <p14:nvPr/>
              </p14:nvContentPartPr>
              <p14:xfrm>
                <a:off x="10816225" y="5538970"/>
                <a:ext cx="8640" cy="10080"/>
              </p14:xfrm>
            </p:contentPart>
          </mc:Choice>
          <mc:Fallback xmlns="">
            <p:pic>
              <p:nvPicPr>
                <p:cNvPr id="264" name="筆跡 263">
                  <a:extLst>
                    <a:ext uri="{FF2B5EF4-FFF2-40B4-BE49-F238E27FC236}">
                      <a16:creationId xmlns:a16="http://schemas.microsoft.com/office/drawing/2014/main" id="{4A82B2F8-6777-3519-D3D2-9EAD697E58A0}"/>
                    </a:ext>
                  </a:extLst>
                </p:cNvPr>
                <p:cNvPicPr/>
                <p:nvPr/>
              </p:nvPicPr>
              <p:blipFill>
                <a:blip r:embed="rId299"/>
                <a:stretch>
                  <a:fillRect/>
                </a:stretch>
              </p:blipFill>
              <p:spPr>
                <a:xfrm>
                  <a:off x="10798945" y="5520970"/>
                  <a:ext cx="42854"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65" name="筆跡 264">
                  <a:extLst>
                    <a:ext uri="{FF2B5EF4-FFF2-40B4-BE49-F238E27FC236}">
                      <a16:creationId xmlns:a16="http://schemas.microsoft.com/office/drawing/2014/main" id="{0A534787-F4BE-6CD8-7BD5-CAF05126A499}"/>
                    </a:ext>
                  </a:extLst>
                </p14:cNvPr>
                <p14:cNvContentPartPr/>
                <p14:nvPr/>
              </p14:nvContentPartPr>
              <p14:xfrm>
                <a:off x="10851505" y="5546890"/>
                <a:ext cx="6480" cy="14040"/>
              </p14:xfrm>
            </p:contentPart>
          </mc:Choice>
          <mc:Fallback xmlns="">
            <p:pic>
              <p:nvPicPr>
                <p:cNvPr id="265" name="筆跡 264">
                  <a:extLst>
                    <a:ext uri="{FF2B5EF4-FFF2-40B4-BE49-F238E27FC236}">
                      <a16:creationId xmlns:a16="http://schemas.microsoft.com/office/drawing/2014/main" id="{0A534787-F4BE-6CD8-7BD5-CAF05126A499}"/>
                    </a:ext>
                  </a:extLst>
                </p:cNvPr>
                <p:cNvPicPr/>
                <p:nvPr/>
              </p:nvPicPr>
              <p:blipFill>
                <a:blip r:embed="rId301"/>
                <a:stretch>
                  <a:fillRect/>
                </a:stretch>
              </p:blipFill>
              <p:spPr>
                <a:xfrm>
                  <a:off x="10833505" y="5529340"/>
                  <a:ext cx="42120" cy="48789"/>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67" name="筆跡 266">
                  <a:extLst>
                    <a:ext uri="{FF2B5EF4-FFF2-40B4-BE49-F238E27FC236}">
                      <a16:creationId xmlns:a16="http://schemas.microsoft.com/office/drawing/2014/main" id="{2C7AAAB5-3AF8-3597-7C4B-6CC42318F9EB}"/>
                    </a:ext>
                  </a:extLst>
                </p14:cNvPr>
                <p14:cNvContentPartPr/>
                <p14:nvPr/>
              </p14:nvContentPartPr>
              <p14:xfrm>
                <a:off x="11049865" y="5412970"/>
                <a:ext cx="91440" cy="25920"/>
              </p14:xfrm>
            </p:contentPart>
          </mc:Choice>
          <mc:Fallback xmlns="">
            <p:pic>
              <p:nvPicPr>
                <p:cNvPr id="267" name="筆跡 266">
                  <a:extLst>
                    <a:ext uri="{FF2B5EF4-FFF2-40B4-BE49-F238E27FC236}">
                      <a16:creationId xmlns:a16="http://schemas.microsoft.com/office/drawing/2014/main" id="{2C7AAAB5-3AF8-3597-7C4B-6CC42318F9EB}"/>
                    </a:ext>
                  </a:extLst>
                </p:cNvPr>
                <p:cNvPicPr/>
                <p:nvPr/>
              </p:nvPicPr>
              <p:blipFill>
                <a:blip r:embed="rId303"/>
                <a:stretch>
                  <a:fillRect/>
                </a:stretch>
              </p:blipFill>
              <p:spPr>
                <a:xfrm>
                  <a:off x="11031865" y="5394970"/>
                  <a:ext cx="1270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68" name="筆跡 267">
                  <a:extLst>
                    <a:ext uri="{FF2B5EF4-FFF2-40B4-BE49-F238E27FC236}">
                      <a16:creationId xmlns:a16="http://schemas.microsoft.com/office/drawing/2014/main" id="{C5231263-6045-DAC7-051B-5115899AE6C2}"/>
                    </a:ext>
                  </a:extLst>
                </p14:cNvPr>
                <p14:cNvContentPartPr/>
                <p14:nvPr/>
              </p14:nvContentPartPr>
              <p14:xfrm>
                <a:off x="11143825" y="5308930"/>
                <a:ext cx="319320" cy="301680"/>
              </p14:xfrm>
            </p:contentPart>
          </mc:Choice>
          <mc:Fallback xmlns="">
            <p:pic>
              <p:nvPicPr>
                <p:cNvPr id="268" name="筆跡 267">
                  <a:extLst>
                    <a:ext uri="{FF2B5EF4-FFF2-40B4-BE49-F238E27FC236}">
                      <a16:creationId xmlns:a16="http://schemas.microsoft.com/office/drawing/2014/main" id="{C5231263-6045-DAC7-051B-5115899AE6C2}"/>
                    </a:ext>
                  </a:extLst>
                </p:cNvPr>
                <p:cNvPicPr/>
                <p:nvPr/>
              </p:nvPicPr>
              <p:blipFill>
                <a:blip r:embed="rId305"/>
                <a:stretch>
                  <a:fillRect/>
                </a:stretch>
              </p:blipFill>
              <p:spPr>
                <a:xfrm>
                  <a:off x="11125825" y="5290930"/>
                  <a:ext cx="35496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69" name="筆跡 268">
                  <a:extLst>
                    <a:ext uri="{FF2B5EF4-FFF2-40B4-BE49-F238E27FC236}">
                      <a16:creationId xmlns:a16="http://schemas.microsoft.com/office/drawing/2014/main" id="{164FC34D-42A2-3645-761A-A779E2363DAF}"/>
                    </a:ext>
                  </a:extLst>
                </p14:cNvPr>
                <p14:cNvContentPartPr/>
                <p14:nvPr/>
              </p14:nvContentPartPr>
              <p14:xfrm>
                <a:off x="11165425" y="5357530"/>
                <a:ext cx="268560" cy="248040"/>
              </p14:xfrm>
            </p:contentPart>
          </mc:Choice>
          <mc:Fallback xmlns="">
            <p:pic>
              <p:nvPicPr>
                <p:cNvPr id="269" name="筆跡 268">
                  <a:extLst>
                    <a:ext uri="{FF2B5EF4-FFF2-40B4-BE49-F238E27FC236}">
                      <a16:creationId xmlns:a16="http://schemas.microsoft.com/office/drawing/2014/main" id="{164FC34D-42A2-3645-761A-A779E2363DAF}"/>
                    </a:ext>
                  </a:extLst>
                </p:cNvPr>
                <p:cNvPicPr/>
                <p:nvPr/>
              </p:nvPicPr>
              <p:blipFill>
                <a:blip r:embed="rId307"/>
                <a:stretch>
                  <a:fillRect/>
                </a:stretch>
              </p:blipFill>
              <p:spPr>
                <a:xfrm>
                  <a:off x="11147449" y="5339504"/>
                  <a:ext cx="304152" cy="283732"/>
                </a:xfrm>
                <a:prstGeom prst="rect">
                  <a:avLst/>
                </a:prstGeom>
              </p:spPr>
            </p:pic>
          </mc:Fallback>
        </mc:AlternateContent>
      </p:grpSp>
      <p:grpSp>
        <p:nvGrpSpPr>
          <p:cNvPr id="275" name="群組 274">
            <a:extLst>
              <a:ext uri="{FF2B5EF4-FFF2-40B4-BE49-F238E27FC236}">
                <a16:creationId xmlns:a16="http://schemas.microsoft.com/office/drawing/2014/main" id="{871EF618-BFCA-D3AE-9119-DF9CC53196CF}"/>
              </a:ext>
            </a:extLst>
          </p:cNvPr>
          <p:cNvGrpSpPr/>
          <p:nvPr/>
        </p:nvGrpSpPr>
        <p:grpSpPr>
          <a:xfrm>
            <a:off x="10346065" y="5564530"/>
            <a:ext cx="1462320" cy="275760"/>
            <a:chOff x="10346065" y="5564530"/>
            <a:chExt cx="1462320" cy="275760"/>
          </a:xfrm>
        </p:grpSpPr>
        <mc:AlternateContent xmlns:mc="http://schemas.openxmlformats.org/markup-compatibility/2006" xmlns:p14="http://schemas.microsoft.com/office/powerpoint/2010/main">
          <mc:Choice Requires="p14">
            <p:contentPart p14:bwMode="auto" r:id="rId308">
              <p14:nvContentPartPr>
                <p14:cNvPr id="271" name="筆跡 270">
                  <a:extLst>
                    <a:ext uri="{FF2B5EF4-FFF2-40B4-BE49-F238E27FC236}">
                      <a16:creationId xmlns:a16="http://schemas.microsoft.com/office/drawing/2014/main" id="{FE1A40AC-CBB1-3C9E-EDAC-33C934402FE0}"/>
                    </a:ext>
                  </a:extLst>
                </p14:cNvPr>
                <p14:cNvContentPartPr/>
                <p14:nvPr/>
              </p14:nvContentPartPr>
              <p14:xfrm>
                <a:off x="10346065" y="5655250"/>
                <a:ext cx="656640" cy="185040"/>
              </p14:xfrm>
            </p:contentPart>
          </mc:Choice>
          <mc:Fallback xmlns="">
            <p:pic>
              <p:nvPicPr>
                <p:cNvPr id="271" name="筆跡 270">
                  <a:extLst>
                    <a:ext uri="{FF2B5EF4-FFF2-40B4-BE49-F238E27FC236}">
                      <a16:creationId xmlns:a16="http://schemas.microsoft.com/office/drawing/2014/main" id="{FE1A40AC-CBB1-3C9E-EDAC-33C934402FE0}"/>
                    </a:ext>
                  </a:extLst>
                </p:cNvPr>
                <p:cNvPicPr/>
                <p:nvPr/>
              </p:nvPicPr>
              <p:blipFill>
                <a:blip r:embed="rId309"/>
                <a:stretch>
                  <a:fillRect/>
                </a:stretch>
              </p:blipFill>
              <p:spPr>
                <a:xfrm>
                  <a:off x="10328065" y="5637215"/>
                  <a:ext cx="692280" cy="220749"/>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72" name="筆跡 271">
                  <a:extLst>
                    <a:ext uri="{FF2B5EF4-FFF2-40B4-BE49-F238E27FC236}">
                      <a16:creationId xmlns:a16="http://schemas.microsoft.com/office/drawing/2014/main" id="{625125DA-DB34-DF57-2069-1D1DFD880960}"/>
                    </a:ext>
                  </a:extLst>
                </p14:cNvPr>
                <p14:cNvContentPartPr/>
                <p14:nvPr/>
              </p14:nvContentPartPr>
              <p14:xfrm>
                <a:off x="10912705" y="5634730"/>
                <a:ext cx="522000" cy="122760"/>
              </p14:xfrm>
            </p:contentPart>
          </mc:Choice>
          <mc:Fallback xmlns="">
            <p:pic>
              <p:nvPicPr>
                <p:cNvPr id="272" name="筆跡 271">
                  <a:extLst>
                    <a:ext uri="{FF2B5EF4-FFF2-40B4-BE49-F238E27FC236}">
                      <a16:creationId xmlns:a16="http://schemas.microsoft.com/office/drawing/2014/main" id="{625125DA-DB34-DF57-2069-1D1DFD880960}"/>
                    </a:ext>
                  </a:extLst>
                </p:cNvPr>
                <p:cNvPicPr/>
                <p:nvPr/>
              </p:nvPicPr>
              <p:blipFill>
                <a:blip r:embed="rId311"/>
                <a:stretch>
                  <a:fillRect/>
                </a:stretch>
              </p:blipFill>
              <p:spPr>
                <a:xfrm>
                  <a:off x="10894693" y="5616677"/>
                  <a:ext cx="557665" cy="158505"/>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73" name="筆跡 272">
                  <a:extLst>
                    <a:ext uri="{FF2B5EF4-FFF2-40B4-BE49-F238E27FC236}">
                      <a16:creationId xmlns:a16="http://schemas.microsoft.com/office/drawing/2014/main" id="{FAE45858-48CD-D736-C5CF-80D5CF4846CB}"/>
                    </a:ext>
                  </a:extLst>
                </p14:cNvPr>
                <p14:cNvContentPartPr/>
                <p14:nvPr/>
              </p14:nvContentPartPr>
              <p14:xfrm>
                <a:off x="11481145" y="5564530"/>
                <a:ext cx="327240" cy="87480"/>
              </p14:xfrm>
            </p:contentPart>
          </mc:Choice>
          <mc:Fallback xmlns="">
            <p:pic>
              <p:nvPicPr>
                <p:cNvPr id="273" name="筆跡 272">
                  <a:extLst>
                    <a:ext uri="{FF2B5EF4-FFF2-40B4-BE49-F238E27FC236}">
                      <a16:creationId xmlns:a16="http://schemas.microsoft.com/office/drawing/2014/main" id="{FAE45858-48CD-D736-C5CF-80D5CF4846CB}"/>
                    </a:ext>
                  </a:extLst>
                </p:cNvPr>
                <p:cNvPicPr/>
                <p:nvPr/>
              </p:nvPicPr>
              <p:blipFill>
                <a:blip r:embed="rId313"/>
                <a:stretch>
                  <a:fillRect/>
                </a:stretch>
              </p:blipFill>
              <p:spPr>
                <a:xfrm>
                  <a:off x="11463145" y="5546530"/>
                  <a:ext cx="362880" cy="123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4">
            <p14:nvContentPartPr>
              <p14:cNvPr id="274" name="筆跡 273">
                <a:extLst>
                  <a:ext uri="{FF2B5EF4-FFF2-40B4-BE49-F238E27FC236}">
                    <a16:creationId xmlns:a16="http://schemas.microsoft.com/office/drawing/2014/main" id="{A0CF79A0-7F61-3A25-4783-6B74589A80D6}"/>
                  </a:ext>
                </a:extLst>
              </p14:cNvPr>
              <p14:cNvContentPartPr/>
              <p14:nvPr/>
            </p14:nvContentPartPr>
            <p14:xfrm>
              <a:off x="11428945" y="5307130"/>
              <a:ext cx="349560" cy="54000"/>
            </p14:xfrm>
          </p:contentPart>
        </mc:Choice>
        <mc:Fallback xmlns="">
          <p:pic>
            <p:nvPicPr>
              <p:cNvPr id="274" name="筆跡 273">
                <a:extLst>
                  <a:ext uri="{FF2B5EF4-FFF2-40B4-BE49-F238E27FC236}">
                    <a16:creationId xmlns:a16="http://schemas.microsoft.com/office/drawing/2014/main" id="{A0CF79A0-7F61-3A25-4783-6B74589A80D6}"/>
                  </a:ext>
                </a:extLst>
              </p:cNvPr>
              <p:cNvPicPr/>
              <p:nvPr/>
            </p:nvPicPr>
            <p:blipFill>
              <a:blip r:embed="rId315"/>
              <a:stretch>
                <a:fillRect/>
              </a:stretch>
            </p:blipFill>
            <p:spPr>
              <a:xfrm>
                <a:off x="11410945" y="5289130"/>
                <a:ext cx="385200" cy="89640"/>
              </a:xfrm>
              <a:prstGeom prst="rect">
                <a:avLst/>
              </a:prstGeom>
            </p:spPr>
          </p:pic>
        </mc:Fallback>
      </mc:AlternateContent>
    </p:spTree>
    <p:extLst>
      <p:ext uri="{BB962C8B-B14F-4D97-AF65-F5344CB8AC3E}">
        <p14:creationId xmlns:p14="http://schemas.microsoft.com/office/powerpoint/2010/main" val="829092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31A62-27E9-5D6E-B508-352DF00B678A}"/>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2C5FEDF3-38C4-6E7A-8D30-16E6871BB20A}"/>
              </a:ext>
            </a:extLst>
          </p:cNvPr>
          <p:cNvSpPr>
            <a:spLocks noGrp="1"/>
          </p:cNvSpPr>
          <p:nvPr>
            <p:ph type="title"/>
          </p:nvPr>
        </p:nvSpPr>
        <p:spPr/>
        <p:txBody>
          <a:bodyPr/>
          <a:lstStyle/>
          <a:p>
            <a:r>
              <a:rPr lang="zh-TW" altLang="en-US"/>
              <a:t>回收系統總覽</a:t>
            </a:r>
          </a:p>
        </p:txBody>
      </p:sp>
      <p:sp>
        <p:nvSpPr>
          <p:cNvPr id="4" name="文字版面配置區 3">
            <a:extLst>
              <a:ext uri="{FF2B5EF4-FFF2-40B4-BE49-F238E27FC236}">
                <a16:creationId xmlns:a16="http://schemas.microsoft.com/office/drawing/2014/main" id="{F21E16E5-0ED1-87DB-091A-478F88EB101D}"/>
              </a:ext>
            </a:extLst>
          </p:cNvPr>
          <p:cNvSpPr>
            <a:spLocks noGrp="1"/>
          </p:cNvSpPr>
          <p:nvPr>
            <p:ph type="body" sz="quarter" idx="10"/>
          </p:nvPr>
        </p:nvSpPr>
        <p:spPr/>
        <p:txBody>
          <a:bodyPr>
            <a:normAutofit fontScale="92500" lnSpcReduction="10000"/>
          </a:bodyPr>
          <a:lstStyle/>
          <a:p>
            <a:r>
              <a:rPr lang="zh-TW" altLang="en-US">
                <a:solidFill>
                  <a:srgbClr val="66FFCC"/>
                </a:solidFill>
              </a:rPr>
              <a:t>總體設計</a:t>
            </a:r>
          </a:p>
        </p:txBody>
      </p:sp>
      <p:pic>
        <p:nvPicPr>
          <p:cNvPr id="28" name="圖片 27">
            <a:extLst>
              <a:ext uri="{FF2B5EF4-FFF2-40B4-BE49-F238E27FC236}">
                <a16:creationId xmlns:a16="http://schemas.microsoft.com/office/drawing/2014/main" id="{1B503F3A-D5F4-419B-3687-EC25BE04DB5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406" b="91980" l="9642" r="89532">
                        <a14:foregroundMark x1="53168" y1="92079" x2="53168" y2="92079"/>
                        <a14:foregroundMark x1="29201" y1="11386" x2="29201" y2="11386"/>
                        <a14:foregroundMark x1="22865" y1="9406" x2="24793" y2="9505"/>
                        <a14:foregroundMark x1="48209" y1="13366" x2="48209" y2="13366"/>
                      </a14:backgroundRemoval>
                    </a14:imgEffect>
                  </a14:imgLayer>
                </a14:imgProps>
              </a:ext>
            </a:extLst>
          </a:blip>
          <a:srcRect l="13935" t="5737" r="18795" b="4259"/>
          <a:stretch>
            <a:fillRect/>
          </a:stretch>
        </p:blipFill>
        <p:spPr>
          <a:xfrm rot="10800000">
            <a:off x="2181947" y="1579681"/>
            <a:ext cx="1274442" cy="4744327"/>
          </a:xfrm>
          <a:prstGeom prst="rect">
            <a:avLst/>
          </a:prstGeom>
        </p:spPr>
      </p:pic>
      <p:sp>
        <p:nvSpPr>
          <p:cNvPr id="29" name="圖說文字: 直線加上強調線 28">
            <a:extLst>
              <a:ext uri="{FF2B5EF4-FFF2-40B4-BE49-F238E27FC236}">
                <a16:creationId xmlns:a16="http://schemas.microsoft.com/office/drawing/2014/main" id="{4F7B17B5-9A31-7CE2-28DE-16FA09C61BA9}"/>
              </a:ext>
            </a:extLst>
          </p:cNvPr>
          <p:cNvSpPr/>
          <p:nvPr/>
        </p:nvSpPr>
        <p:spPr>
          <a:xfrm>
            <a:off x="6611004" y="3096992"/>
            <a:ext cx="2371136" cy="709448"/>
          </a:xfrm>
          <a:prstGeom prst="accentCallout1">
            <a:avLst>
              <a:gd name="adj1" fmla="val 83416"/>
              <a:gd name="adj2" fmla="val -4935"/>
              <a:gd name="adj3" fmla="val 56277"/>
              <a:gd name="adj4" fmla="val -157417"/>
            </a:avLst>
          </a:prstGeom>
          <a:solidFill>
            <a:schemeClr val="accent4">
              <a:lumMod val="60000"/>
              <a:lumOff val="40000"/>
            </a:schemeClr>
          </a:solidFill>
          <a:ln w="38100"/>
        </p:spPr>
        <p:style>
          <a:lnRef idx="2">
            <a:schemeClr val="accent4"/>
          </a:lnRef>
          <a:fillRef idx="1">
            <a:schemeClr val="lt1"/>
          </a:fillRef>
          <a:effectRef idx="0">
            <a:schemeClr val="accent4"/>
          </a:effectRef>
          <a:fontRef idx="minor">
            <a:schemeClr val="dk1"/>
          </a:fontRef>
        </p:style>
        <p:txBody>
          <a:bodyPr rtlCol="0" anchor="ctr"/>
          <a:lstStyle/>
          <a:p>
            <a:pPr algn="ctr"/>
            <a:r>
              <a:rPr lang="zh-TW" altLang="en-US" b="1"/>
              <a:t>引傘</a:t>
            </a:r>
            <a:endParaRPr lang="en-US" altLang="zh-TW" b="1"/>
          </a:p>
          <a:p>
            <a:pPr algn="ctr"/>
            <a:r>
              <a:rPr lang="zh-TW" altLang="en-US"/>
              <a:t>加快開傘及初期減速</a:t>
            </a:r>
          </a:p>
        </p:txBody>
      </p:sp>
      <p:sp>
        <p:nvSpPr>
          <p:cNvPr id="30" name="圖說文字: 直線加上強調線 29">
            <a:extLst>
              <a:ext uri="{FF2B5EF4-FFF2-40B4-BE49-F238E27FC236}">
                <a16:creationId xmlns:a16="http://schemas.microsoft.com/office/drawing/2014/main" id="{71CC662F-779E-C198-6237-EC680EDEC006}"/>
              </a:ext>
            </a:extLst>
          </p:cNvPr>
          <p:cNvSpPr/>
          <p:nvPr/>
        </p:nvSpPr>
        <p:spPr>
          <a:xfrm>
            <a:off x="9119145" y="2457566"/>
            <a:ext cx="2874581" cy="709448"/>
          </a:xfrm>
          <a:prstGeom prst="accentCallout1">
            <a:avLst>
              <a:gd name="adj1" fmla="val 14302"/>
              <a:gd name="adj2" fmla="val -2517"/>
              <a:gd name="adj3" fmla="val 196565"/>
              <a:gd name="adj4" fmla="val -204661"/>
            </a:avLst>
          </a:prstGeom>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a:t>隔離盤</a:t>
            </a:r>
            <a:r>
              <a:rPr lang="en-US" altLang="zh-TW" b="1"/>
              <a:t>I</a:t>
            </a:r>
          </a:p>
          <a:p>
            <a:pPr algn="ctr"/>
            <a:r>
              <a:rPr lang="zh-TW" altLang="en-US"/>
              <a:t>做為滑塊開傘時頂開鼻錐</a:t>
            </a:r>
          </a:p>
        </p:txBody>
      </p:sp>
      <p:sp>
        <p:nvSpPr>
          <p:cNvPr id="31" name="圖說文字: 直線加上強調線 30">
            <a:extLst>
              <a:ext uri="{FF2B5EF4-FFF2-40B4-BE49-F238E27FC236}">
                <a16:creationId xmlns:a16="http://schemas.microsoft.com/office/drawing/2014/main" id="{83085465-C4CD-E449-0B60-E47AB8E3D9DD}"/>
              </a:ext>
            </a:extLst>
          </p:cNvPr>
          <p:cNvSpPr/>
          <p:nvPr/>
        </p:nvSpPr>
        <p:spPr>
          <a:xfrm>
            <a:off x="6611004" y="4456902"/>
            <a:ext cx="2371136" cy="709448"/>
          </a:xfrm>
          <a:prstGeom prst="accentCallout1">
            <a:avLst>
              <a:gd name="adj1" fmla="val 83416"/>
              <a:gd name="adj2" fmla="val -4935"/>
              <a:gd name="adj3" fmla="val 38500"/>
              <a:gd name="adj4" fmla="val -152896"/>
            </a:avLst>
          </a:prstGeom>
          <a:solidFill>
            <a:schemeClr val="accent4">
              <a:lumMod val="60000"/>
              <a:lumOff val="40000"/>
            </a:schemeClr>
          </a:solidFill>
          <a:ln w="38100"/>
        </p:spPr>
        <p:style>
          <a:lnRef idx="2">
            <a:schemeClr val="accent4"/>
          </a:lnRef>
          <a:fillRef idx="1">
            <a:schemeClr val="lt1"/>
          </a:fillRef>
          <a:effectRef idx="0">
            <a:schemeClr val="accent4"/>
          </a:effectRef>
          <a:fontRef idx="minor">
            <a:schemeClr val="dk1"/>
          </a:fontRef>
        </p:style>
        <p:txBody>
          <a:bodyPr rtlCol="0" anchor="ctr"/>
          <a:lstStyle/>
          <a:p>
            <a:pPr algn="ctr"/>
            <a:r>
              <a:rPr lang="zh-TW" altLang="en-US" b="1"/>
              <a:t>主傘</a:t>
            </a:r>
            <a:endParaRPr lang="en-US" altLang="zh-TW" b="1"/>
          </a:p>
          <a:p>
            <a:pPr algn="ctr"/>
            <a:r>
              <a:rPr lang="zh-TW" altLang="en-US"/>
              <a:t>後期主要減速</a:t>
            </a:r>
            <a:endParaRPr lang="en-US" altLang="zh-TW"/>
          </a:p>
        </p:txBody>
      </p:sp>
      <p:sp>
        <p:nvSpPr>
          <p:cNvPr id="32" name="圖說文字: 直線加上強調線 31">
            <a:extLst>
              <a:ext uri="{FF2B5EF4-FFF2-40B4-BE49-F238E27FC236}">
                <a16:creationId xmlns:a16="http://schemas.microsoft.com/office/drawing/2014/main" id="{60E1540D-505A-D265-6B91-4EE446C00EC1}"/>
              </a:ext>
            </a:extLst>
          </p:cNvPr>
          <p:cNvSpPr/>
          <p:nvPr/>
        </p:nvSpPr>
        <p:spPr>
          <a:xfrm>
            <a:off x="6611004" y="5652990"/>
            <a:ext cx="2371136" cy="709448"/>
          </a:xfrm>
          <a:prstGeom prst="accentCallout1">
            <a:avLst>
              <a:gd name="adj1" fmla="val 83416"/>
              <a:gd name="adj2" fmla="val -4935"/>
              <a:gd name="adj3" fmla="val 26625"/>
              <a:gd name="adj4" fmla="val -153739"/>
            </a:avLst>
          </a:prstGeom>
          <a:solidFill>
            <a:schemeClr val="accent4">
              <a:lumMod val="60000"/>
              <a:lumOff val="40000"/>
            </a:schemeClr>
          </a:solidFill>
          <a:ln w="38100"/>
        </p:spPr>
        <p:style>
          <a:lnRef idx="2">
            <a:schemeClr val="accent4"/>
          </a:lnRef>
          <a:fillRef idx="1">
            <a:schemeClr val="lt1"/>
          </a:fillRef>
          <a:effectRef idx="0">
            <a:schemeClr val="accent4"/>
          </a:effectRef>
          <a:fontRef idx="minor">
            <a:schemeClr val="dk1"/>
          </a:fontRef>
        </p:style>
        <p:txBody>
          <a:bodyPr rtlCol="0" anchor="ctr"/>
          <a:lstStyle/>
          <a:p>
            <a:pPr algn="ctr"/>
            <a:r>
              <a:rPr lang="zh-TW" altLang="en-US" b="1"/>
              <a:t>自動救生衣</a:t>
            </a:r>
            <a:endParaRPr lang="en-US" altLang="zh-TW" b="1"/>
          </a:p>
          <a:p>
            <a:pPr algn="ctr"/>
            <a:r>
              <a:rPr lang="zh-TW" altLang="en-US"/>
              <a:t>濺落後提供浮力</a:t>
            </a:r>
          </a:p>
        </p:txBody>
      </p:sp>
      <p:sp>
        <p:nvSpPr>
          <p:cNvPr id="33" name="圖說文字: 直線加上強調線 32">
            <a:extLst>
              <a:ext uri="{FF2B5EF4-FFF2-40B4-BE49-F238E27FC236}">
                <a16:creationId xmlns:a16="http://schemas.microsoft.com/office/drawing/2014/main" id="{15C2182A-60DF-97A6-F79E-A125DF49737D}"/>
              </a:ext>
            </a:extLst>
          </p:cNvPr>
          <p:cNvSpPr/>
          <p:nvPr/>
        </p:nvSpPr>
        <p:spPr>
          <a:xfrm>
            <a:off x="9119145" y="4769363"/>
            <a:ext cx="2874581" cy="709448"/>
          </a:xfrm>
          <a:prstGeom prst="accentCallout1">
            <a:avLst>
              <a:gd name="adj1" fmla="val 81631"/>
              <a:gd name="adj2" fmla="val -2961"/>
              <a:gd name="adj3" fmla="val 35627"/>
              <a:gd name="adj4" fmla="val -207883"/>
            </a:avLst>
          </a:prstGeom>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a:t>隔離盤</a:t>
            </a:r>
            <a:r>
              <a:rPr lang="en-US" altLang="zh-TW" b="1"/>
              <a:t>II</a:t>
            </a:r>
          </a:p>
          <a:p>
            <a:pPr algn="ctr"/>
            <a:r>
              <a:rPr lang="zh-TW" altLang="en-US"/>
              <a:t>分隔主傘艙及浮力艙</a:t>
            </a:r>
          </a:p>
        </p:txBody>
      </p:sp>
      <p:sp>
        <p:nvSpPr>
          <p:cNvPr id="34" name="圖說文字: 直線加上強調線 33">
            <a:extLst>
              <a:ext uri="{FF2B5EF4-FFF2-40B4-BE49-F238E27FC236}">
                <a16:creationId xmlns:a16="http://schemas.microsoft.com/office/drawing/2014/main" id="{1CAF46C1-AC71-A96F-DB97-2986EB8552EE}"/>
              </a:ext>
            </a:extLst>
          </p:cNvPr>
          <p:cNvSpPr/>
          <p:nvPr/>
        </p:nvSpPr>
        <p:spPr>
          <a:xfrm>
            <a:off x="3529605" y="5215814"/>
            <a:ext cx="2874581" cy="709448"/>
          </a:xfrm>
          <a:prstGeom prst="accentCallout1">
            <a:avLst>
              <a:gd name="adj1" fmla="val 75416"/>
              <a:gd name="adj2" fmla="val -3619"/>
              <a:gd name="adj3" fmla="val 125611"/>
              <a:gd name="adj4" fmla="val -18115"/>
            </a:avLst>
          </a:prstGeom>
          <a:solidFill>
            <a:srgbClr val="92D050"/>
          </a:solidFill>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zh-TW" altLang="en-US" b="1"/>
              <a:t>底座</a:t>
            </a:r>
            <a:endParaRPr lang="en-US" altLang="zh-TW" b="1"/>
          </a:p>
          <a:p>
            <a:pPr algn="ctr"/>
            <a:r>
              <a:rPr lang="zh-TW" altLang="en-US"/>
              <a:t>減震繩、救生衣終點</a:t>
            </a:r>
          </a:p>
        </p:txBody>
      </p:sp>
      <p:sp>
        <p:nvSpPr>
          <p:cNvPr id="37" name="圖說文字: 直線加上強調線 36">
            <a:extLst>
              <a:ext uri="{FF2B5EF4-FFF2-40B4-BE49-F238E27FC236}">
                <a16:creationId xmlns:a16="http://schemas.microsoft.com/office/drawing/2014/main" id="{4E18D541-6FCE-DEFA-267D-39FADD690D8F}"/>
              </a:ext>
            </a:extLst>
          </p:cNvPr>
          <p:cNvSpPr/>
          <p:nvPr/>
        </p:nvSpPr>
        <p:spPr>
          <a:xfrm>
            <a:off x="3529605" y="3825351"/>
            <a:ext cx="2874581" cy="709448"/>
          </a:xfrm>
          <a:prstGeom prst="accentCallout1">
            <a:avLst>
              <a:gd name="adj1" fmla="val 15860"/>
              <a:gd name="adj2" fmla="val -3180"/>
              <a:gd name="adj3" fmla="val 26944"/>
              <a:gd name="adj4" fmla="val -15263"/>
            </a:avLst>
          </a:prstGeom>
          <a:solidFill>
            <a:srgbClr val="92D050"/>
          </a:solidFill>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zh-TW" altLang="en-US" b="1"/>
              <a:t>開傘盤</a:t>
            </a:r>
            <a:endParaRPr lang="en-US" altLang="zh-TW" b="1"/>
          </a:p>
          <a:p>
            <a:pPr algn="ctr"/>
            <a:r>
              <a:rPr lang="zh-TW" altLang="en-US"/>
              <a:t>做為滑塊開傘時頂開鼻錐</a:t>
            </a:r>
          </a:p>
        </p:txBody>
      </p:sp>
      <p:sp>
        <p:nvSpPr>
          <p:cNvPr id="39" name="圖說文字: 直線加上強調線 38">
            <a:extLst>
              <a:ext uri="{FF2B5EF4-FFF2-40B4-BE49-F238E27FC236}">
                <a16:creationId xmlns:a16="http://schemas.microsoft.com/office/drawing/2014/main" id="{51C6CD8C-5C55-B056-98BB-D0B51C421A2F}"/>
              </a:ext>
            </a:extLst>
          </p:cNvPr>
          <p:cNvSpPr/>
          <p:nvPr/>
        </p:nvSpPr>
        <p:spPr>
          <a:xfrm>
            <a:off x="9119145" y="3613464"/>
            <a:ext cx="2874581" cy="709448"/>
          </a:xfrm>
          <a:prstGeom prst="accentCallout1">
            <a:avLst>
              <a:gd name="adj1" fmla="val 89638"/>
              <a:gd name="adj2" fmla="val -2741"/>
              <a:gd name="adj3" fmla="val 152997"/>
              <a:gd name="adj4" fmla="val -204213"/>
            </a:avLst>
          </a:prstGeom>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a:t>主傘艙</a:t>
            </a:r>
            <a:endParaRPr lang="en-US" altLang="zh-TW" b="1"/>
          </a:p>
          <a:p>
            <a:pPr algn="ctr"/>
            <a:r>
              <a:rPr lang="zh-TW" altLang="en-US"/>
              <a:t>置放主傘</a:t>
            </a:r>
            <a:endParaRPr lang="en-US" altLang="zh-TW"/>
          </a:p>
        </p:txBody>
      </p:sp>
      <p:sp>
        <p:nvSpPr>
          <p:cNvPr id="43" name="圖說文字: 直線加上強調線 42">
            <a:extLst>
              <a:ext uri="{FF2B5EF4-FFF2-40B4-BE49-F238E27FC236}">
                <a16:creationId xmlns:a16="http://schemas.microsoft.com/office/drawing/2014/main" id="{08B4C2AD-F93A-9E1F-B3B1-8FB5ED95F8C8}"/>
              </a:ext>
            </a:extLst>
          </p:cNvPr>
          <p:cNvSpPr/>
          <p:nvPr/>
        </p:nvSpPr>
        <p:spPr>
          <a:xfrm>
            <a:off x="9119144" y="5925262"/>
            <a:ext cx="2874581" cy="709448"/>
          </a:xfrm>
          <a:prstGeom prst="accentCallout1">
            <a:avLst>
              <a:gd name="adj1" fmla="val 95247"/>
              <a:gd name="adj2" fmla="val -2737"/>
              <a:gd name="adj3" fmla="val -2495"/>
              <a:gd name="adj4" fmla="val -226700"/>
            </a:avLst>
          </a:prstGeom>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a:t>浮力艙</a:t>
            </a:r>
            <a:endParaRPr lang="en-US" altLang="zh-TW" b="1"/>
          </a:p>
          <a:p>
            <a:pPr algn="ctr"/>
            <a:r>
              <a:rPr lang="zh-TW" altLang="en-US"/>
              <a:t>置放浮力裝置</a:t>
            </a:r>
            <a:endParaRPr lang="en-US" altLang="zh-TW"/>
          </a:p>
        </p:txBody>
      </p:sp>
      <p:grpSp>
        <p:nvGrpSpPr>
          <p:cNvPr id="47" name="群組 46">
            <a:extLst>
              <a:ext uri="{FF2B5EF4-FFF2-40B4-BE49-F238E27FC236}">
                <a16:creationId xmlns:a16="http://schemas.microsoft.com/office/drawing/2014/main" id="{C2D6F335-2C32-AC7C-AC69-431A798A2A57}"/>
              </a:ext>
            </a:extLst>
          </p:cNvPr>
          <p:cNvGrpSpPr/>
          <p:nvPr/>
        </p:nvGrpSpPr>
        <p:grpSpPr>
          <a:xfrm>
            <a:off x="4067623" y="1711684"/>
            <a:ext cx="7457898" cy="523220"/>
            <a:chOff x="4069724" y="1397358"/>
            <a:chExt cx="7457898" cy="523220"/>
          </a:xfrm>
        </p:grpSpPr>
        <p:sp>
          <p:nvSpPr>
            <p:cNvPr id="44" name="文字方塊 43">
              <a:extLst>
                <a:ext uri="{FF2B5EF4-FFF2-40B4-BE49-F238E27FC236}">
                  <a16:creationId xmlns:a16="http://schemas.microsoft.com/office/drawing/2014/main" id="{5AEB19F2-E8F4-24FB-51D5-6CD61106311B}"/>
                </a:ext>
              </a:extLst>
            </p:cNvPr>
            <p:cNvSpPr txBox="1"/>
            <p:nvPr/>
          </p:nvSpPr>
          <p:spPr>
            <a:xfrm>
              <a:off x="4069724" y="1397358"/>
              <a:ext cx="2026276" cy="523220"/>
            </a:xfrm>
            <a:prstGeom prst="rect">
              <a:avLst/>
            </a:prstGeom>
            <a:noFill/>
          </p:spPr>
          <p:txBody>
            <a:bodyPr wrap="square" rtlCol="0">
              <a:spAutoFit/>
            </a:bodyPr>
            <a:lstStyle/>
            <a:p>
              <a:r>
                <a:rPr lang="zh-TW" altLang="en-US" sz="2800" b="1">
                  <a:solidFill>
                    <a:srgbClr val="92D050"/>
                  </a:solidFill>
                </a:rPr>
                <a:t>部署裝置</a:t>
              </a:r>
            </a:p>
          </p:txBody>
        </p:sp>
        <p:sp>
          <p:nvSpPr>
            <p:cNvPr id="45" name="文字方塊 44">
              <a:extLst>
                <a:ext uri="{FF2B5EF4-FFF2-40B4-BE49-F238E27FC236}">
                  <a16:creationId xmlns:a16="http://schemas.microsoft.com/office/drawing/2014/main" id="{B3C76C28-58F8-A152-0109-91BB5E736E59}"/>
                </a:ext>
              </a:extLst>
            </p:cNvPr>
            <p:cNvSpPr txBox="1"/>
            <p:nvPr/>
          </p:nvSpPr>
          <p:spPr>
            <a:xfrm>
              <a:off x="6785535" y="1397358"/>
              <a:ext cx="2026276" cy="523220"/>
            </a:xfrm>
            <a:prstGeom prst="rect">
              <a:avLst/>
            </a:prstGeom>
            <a:noFill/>
          </p:spPr>
          <p:txBody>
            <a:bodyPr wrap="square" rtlCol="0">
              <a:spAutoFit/>
            </a:bodyPr>
            <a:lstStyle/>
            <a:p>
              <a:r>
                <a:rPr lang="zh-TW" altLang="en-US" sz="2800" b="1">
                  <a:solidFill>
                    <a:schemeClr val="accent4"/>
                  </a:solidFill>
                </a:rPr>
                <a:t>功能裝置</a:t>
              </a:r>
            </a:p>
          </p:txBody>
        </p:sp>
        <p:sp>
          <p:nvSpPr>
            <p:cNvPr id="46" name="文字方塊 45">
              <a:extLst>
                <a:ext uri="{FF2B5EF4-FFF2-40B4-BE49-F238E27FC236}">
                  <a16:creationId xmlns:a16="http://schemas.microsoft.com/office/drawing/2014/main" id="{9116938B-E56D-E99E-4434-A8E64196AC28}"/>
                </a:ext>
              </a:extLst>
            </p:cNvPr>
            <p:cNvSpPr txBox="1"/>
            <p:nvPr/>
          </p:nvSpPr>
          <p:spPr>
            <a:xfrm>
              <a:off x="9501346" y="1397358"/>
              <a:ext cx="2026276" cy="523220"/>
            </a:xfrm>
            <a:prstGeom prst="rect">
              <a:avLst/>
            </a:prstGeom>
            <a:noFill/>
          </p:spPr>
          <p:txBody>
            <a:bodyPr wrap="square" rtlCol="0">
              <a:spAutoFit/>
            </a:bodyPr>
            <a:lstStyle/>
            <a:p>
              <a:r>
                <a:rPr lang="zh-TW" altLang="en-US" sz="2800" b="1">
                  <a:solidFill>
                    <a:schemeClr val="accent5"/>
                  </a:solidFill>
                </a:rPr>
                <a:t>空間裝置</a:t>
              </a:r>
            </a:p>
          </p:txBody>
        </p:sp>
      </p:grpSp>
      <p:cxnSp>
        <p:nvCxnSpPr>
          <p:cNvPr id="49" name="直線接點 48">
            <a:extLst>
              <a:ext uri="{FF2B5EF4-FFF2-40B4-BE49-F238E27FC236}">
                <a16:creationId xmlns:a16="http://schemas.microsoft.com/office/drawing/2014/main" id="{C42B181F-EB07-5769-5DAD-683A5A1E0B66}"/>
              </a:ext>
            </a:extLst>
          </p:cNvPr>
          <p:cNvCxnSpPr>
            <a:cxnSpLocks/>
          </p:cNvCxnSpPr>
          <p:nvPr/>
        </p:nvCxnSpPr>
        <p:spPr>
          <a:xfrm rot="120000">
            <a:off x="1723470" y="1580515"/>
            <a:ext cx="128789" cy="464081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id="{CF807B12-9CE1-666C-D75F-4F9D55026A08}"/>
              </a:ext>
            </a:extLst>
          </p:cNvPr>
          <p:cNvCxnSpPr>
            <a:cxnSpLocks/>
          </p:cNvCxnSpPr>
          <p:nvPr/>
        </p:nvCxnSpPr>
        <p:spPr>
          <a:xfrm flipH="1">
            <a:off x="1307206" y="1617781"/>
            <a:ext cx="50822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707944D5-8235-42E4-9E53-01A9C2F3F912}"/>
              </a:ext>
            </a:extLst>
          </p:cNvPr>
          <p:cNvCxnSpPr>
            <a:cxnSpLocks/>
          </p:cNvCxnSpPr>
          <p:nvPr/>
        </p:nvCxnSpPr>
        <p:spPr>
          <a:xfrm flipH="1">
            <a:off x="1307206" y="3811808"/>
            <a:ext cx="50822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24A0BC4B-1889-DE1E-B120-51C081569444}"/>
              </a:ext>
            </a:extLst>
          </p:cNvPr>
          <p:cNvCxnSpPr>
            <a:cxnSpLocks/>
          </p:cNvCxnSpPr>
          <p:nvPr/>
        </p:nvCxnSpPr>
        <p:spPr>
          <a:xfrm flipH="1">
            <a:off x="1307206" y="4955881"/>
            <a:ext cx="50822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D3BEA238-7DF2-D7EA-CBFD-37459F07F6D9}"/>
              </a:ext>
            </a:extLst>
          </p:cNvPr>
          <p:cNvCxnSpPr>
            <a:cxnSpLocks/>
          </p:cNvCxnSpPr>
          <p:nvPr/>
        </p:nvCxnSpPr>
        <p:spPr>
          <a:xfrm flipH="1">
            <a:off x="1259984" y="6213240"/>
            <a:ext cx="50822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文字方塊 59">
            <a:extLst>
              <a:ext uri="{FF2B5EF4-FFF2-40B4-BE49-F238E27FC236}">
                <a16:creationId xmlns:a16="http://schemas.microsoft.com/office/drawing/2014/main" id="{7F24E73F-905A-15EF-DF81-71C9C0C4D295}"/>
              </a:ext>
            </a:extLst>
          </p:cNvPr>
          <p:cNvSpPr txBox="1"/>
          <p:nvPr/>
        </p:nvSpPr>
        <p:spPr>
          <a:xfrm rot="16200000">
            <a:off x="667320" y="2426489"/>
            <a:ext cx="1185328" cy="369332"/>
          </a:xfrm>
          <a:prstGeom prst="rect">
            <a:avLst/>
          </a:prstGeom>
          <a:noFill/>
        </p:spPr>
        <p:txBody>
          <a:bodyPr wrap="square" rtlCol="0">
            <a:spAutoFit/>
          </a:bodyPr>
          <a:lstStyle/>
          <a:p>
            <a:r>
              <a:rPr lang="en-US" altLang="zh-TW">
                <a:solidFill>
                  <a:schemeClr val="bg1"/>
                </a:solidFill>
              </a:rPr>
              <a:t>340mm</a:t>
            </a:r>
            <a:endParaRPr lang="zh-TW" altLang="en-US">
              <a:solidFill>
                <a:schemeClr val="bg1"/>
              </a:solidFill>
            </a:endParaRPr>
          </a:p>
        </p:txBody>
      </p:sp>
      <p:sp>
        <p:nvSpPr>
          <p:cNvPr id="61" name="文字方塊 60">
            <a:extLst>
              <a:ext uri="{FF2B5EF4-FFF2-40B4-BE49-F238E27FC236}">
                <a16:creationId xmlns:a16="http://schemas.microsoft.com/office/drawing/2014/main" id="{44158281-644C-6B65-B2F1-BF7CC55FB6FE}"/>
              </a:ext>
            </a:extLst>
          </p:cNvPr>
          <p:cNvSpPr txBox="1"/>
          <p:nvPr/>
        </p:nvSpPr>
        <p:spPr>
          <a:xfrm rot="16200000">
            <a:off x="667320" y="4034296"/>
            <a:ext cx="1185328" cy="369332"/>
          </a:xfrm>
          <a:prstGeom prst="rect">
            <a:avLst/>
          </a:prstGeom>
          <a:noFill/>
        </p:spPr>
        <p:txBody>
          <a:bodyPr wrap="square" rtlCol="0">
            <a:spAutoFit/>
          </a:bodyPr>
          <a:lstStyle/>
          <a:p>
            <a:r>
              <a:rPr lang="en-US" altLang="zh-TW">
                <a:solidFill>
                  <a:schemeClr val="bg1"/>
                </a:solidFill>
              </a:rPr>
              <a:t>170mm</a:t>
            </a:r>
            <a:endParaRPr lang="zh-TW" altLang="en-US">
              <a:solidFill>
                <a:schemeClr val="bg1"/>
              </a:solidFill>
            </a:endParaRPr>
          </a:p>
        </p:txBody>
      </p:sp>
      <p:sp>
        <p:nvSpPr>
          <p:cNvPr id="62" name="文字方塊 61">
            <a:extLst>
              <a:ext uri="{FF2B5EF4-FFF2-40B4-BE49-F238E27FC236}">
                <a16:creationId xmlns:a16="http://schemas.microsoft.com/office/drawing/2014/main" id="{7D02252A-14AA-158E-8727-01A741F3C2E7}"/>
              </a:ext>
            </a:extLst>
          </p:cNvPr>
          <p:cNvSpPr txBox="1"/>
          <p:nvPr/>
        </p:nvSpPr>
        <p:spPr>
          <a:xfrm rot="16200000">
            <a:off x="667320" y="5234949"/>
            <a:ext cx="1185328" cy="369332"/>
          </a:xfrm>
          <a:prstGeom prst="rect">
            <a:avLst/>
          </a:prstGeom>
          <a:noFill/>
        </p:spPr>
        <p:txBody>
          <a:bodyPr wrap="square" rtlCol="0">
            <a:spAutoFit/>
          </a:bodyPr>
          <a:lstStyle/>
          <a:p>
            <a:r>
              <a:rPr lang="en-US" altLang="zh-TW">
                <a:solidFill>
                  <a:schemeClr val="bg1"/>
                </a:solidFill>
              </a:rPr>
              <a:t>160mm</a:t>
            </a:r>
            <a:endParaRPr lang="zh-TW" altLang="en-US">
              <a:solidFill>
                <a:schemeClr val="bg1"/>
              </a:solidFill>
            </a:endParaRPr>
          </a:p>
        </p:txBody>
      </p:sp>
      <p:sp>
        <p:nvSpPr>
          <p:cNvPr id="65" name="文字方塊 64">
            <a:extLst>
              <a:ext uri="{FF2B5EF4-FFF2-40B4-BE49-F238E27FC236}">
                <a16:creationId xmlns:a16="http://schemas.microsoft.com/office/drawing/2014/main" id="{7C308357-0643-17A4-8650-8177927C0C40}"/>
              </a:ext>
            </a:extLst>
          </p:cNvPr>
          <p:cNvSpPr txBox="1"/>
          <p:nvPr/>
        </p:nvSpPr>
        <p:spPr>
          <a:xfrm>
            <a:off x="525577" y="1356771"/>
            <a:ext cx="427416" cy="1323439"/>
          </a:xfrm>
          <a:prstGeom prst="rect">
            <a:avLst/>
          </a:prstGeom>
          <a:noFill/>
        </p:spPr>
        <p:txBody>
          <a:bodyPr wrap="square" rtlCol="0">
            <a:spAutoFit/>
          </a:bodyPr>
          <a:lstStyle/>
          <a:p>
            <a:r>
              <a:rPr lang="zh-TW" altLang="en-US" sz="2000" b="1">
                <a:solidFill>
                  <a:schemeClr val="bg1"/>
                </a:solidFill>
              </a:rPr>
              <a:t>可用空間</a:t>
            </a:r>
          </a:p>
        </p:txBody>
      </p:sp>
    </p:spTree>
    <p:extLst>
      <p:ext uri="{BB962C8B-B14F-4D97-AF65-F5344CB8AC3E}">
        <p14:creationId xmlns:p14="http://schemas.microsoft.com/office/powerpoint/2010/main" val="3115913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B376D5A9-6589-6795-7C29-DE36E086AD6B}"/>
              </a:ext>
            </a:extLst>
          </p:cNvPr>
          <p:cNvSpPr>
            <a:spLocks noGrp="1"/>
          </p:cNvSpPr>
          <p:nvPr>
            <p:ph idx="1"/>
          </p:nvPr>
        </p:nvSpPr>
        <p:spPr/>
        <p:txBody>
          <a:bodyPr vert="horz" lIns="91440" tIns="45720" rIns="91440" bIns="45720" rtlCol="0" anchor="t">
            <a:normAutofit/>
          </a:bodyPr>
          <a:lstStyle/>
          <a:p>
            <a:r>
              <a:rPr lang="zh-TW" altLang="en-US"/>
              <a:t>降落傘</a:t>
            </a:r>
            <a:endParaRPr lang="en-US" altLang="zh-TW"/>
          </a:p>
          <a:p>
            <a:r>
              <a:rPr lang="zh-TW" altLang="en-US">
                <a:latin typeface="Arial"/>
                <a:ea typeface="微軟正黑體"/>
                <a:cs typeface="Arial"/>
              </a:rPr>
              <a:t>破風 </a:t>
            </a:r>
            <a:r>
              <a:rPr lang="en-US" altLang="zh-TW">
                <a:latin typeface="Arial"/>
                <a:ea typeface="微軟正黑體"/>
                <a:cs typeface="Arial"/>
              </a:rPr>
              <a:t>recovery PDR</a:t>
            </a:r>
          </a:p>
          <a:p>
            <a:r>
              <a:rPr lang="en-US" altLang="zh-TW">
                <a:latin typeface="Arial"/>
                <a:ea typeface="微軟正黑體"/>
                <a:cs typeface="Arial"/>
                <a:hlinkClick r:id="rId2"/>
              </a:rPr>
              <a:t>SSEA</a:t>
            </a:r>
            <a:r>
              <a:rPr lang="zh-TW" altLang="en-US">
                <a:latin typeface="Arial"/>
                <a:ea typeface="微軟正黑體"/>
                <a:cs typeface="Arial"/>
                <a:hlinkClick r:id="rId2"/>
              </a:rPr>
              <a:t> </a:t>
            </a:r>
            <a:r>
              <a:rPr lang="en-US" altLang="zh-TW">
                <a:latin typeface="Arial"/>
                <a:ea typeface="微軟正黑體"/>
                <a:cs typeface="Arial"/>
                <a:hlinkClick r:id="rId2"/>
              </a:rPr>
              <a:t>https://share.google/NMjFSyL6NDxyYynKE</a:t>
            </a:r>
            <a:endParaRPr lang="en-US" altLang="zh-TW">
              <a:latin typeface="Arial"/>
              <a:ea typeface="微軟正黑體"/>
              <a:cs typeface="Arial"/>
            </a:endParaRPr>
          </a:p>
          <a:p>
            <a:r>
              <a:rPr lang="en-US" altLang="zh-TW">
                <a:latin typeface="Arial"/>
                <a:ea typeface="微軟正黑體"/>
                <a:cs typeface="Arial"/>
              </a:rPr>
              <a:t>Nakka </a:t>
            </a:r>
            <a:r>
              <a:rPr lang="en-US">
                <a:latin typeface="Arial"/>
                <a:ea typeface="微軟正黑體"/>
                <a:cs typeface="Arial"/>
                <a:hlinkClick r:id="rId3"/>
              </a:rPr>
              <a:t>https://www.nakka-rocketry.net/xchute1.html</a:t>
            </a:r>
            <a:endParaRPr lang="en-US" altLang="zh-TW">
              <a:ea typeface="微軟正黑體"/>
            </a:endParaRPr>
          </a:p>
          <a:p>
            <a:endParaRPr lang="en-US">
              <a:ea typeface="微軟正黑體"/>
            </a:endParaRPr>
          </a:p>
          <a:p>
            <a:endParaRPr lang="zh-TW" altLang="en-US"/>
          </a:p>
        </p:txBody>
      </p:sp>
      <p:sp>
        <p:nvSpPr>
          <p:cNvPr id="3" name="標題 2">
            <a:extLst>
              <a:ext uri="{FF2B5EF4-FFF2-40B4-BE49-F238E27FC236}">
                <a16:creationId xmlns:a16="http://schemas.microsoft.com/office/drawing/2014/main" id="{5E2CDDBF-F08F-0989-6C5D-307D96D96F0C}"/>
              </a:ext>
            </a:extLst>
          </p:cNvPr>
          <p:cNvSpPr>
            <a:spLocks noGrp="1"/>
          </p:cNvSpPr>
          <p:nvPr>
            <p:ph type="title"/>
          </p:nvPr>
        </p:nvSpPr>
        <p:spPr/>
        <p:txBody>
          <a:bodyPr/>
          <a:lstStyle/>
          <a:p>
            <a:r>
              <a:rPr lang="zh-TW" altLang="en-US"/>
              <a:t>主要參考資料</a:t>
            </a:r>
          </a:p>
        </p:txBody>
      </p:sp>
      <p:sp>
        <p:nvSpPr>
          <p:cNvPr id="4" name="文字版面配置區 3">
            <a:extLst>
              <a:ext uri="{FF2B5EF4-FFF2-40B4-BE49-F238E27FC236}">
                <a16:creationId xmlns:a16="http://schemas.microsoft.com/office/drawing/2014/main" id="{F16DCE31-3165-5843-01F7-D536E05DC5A1}"/>
              </a:ext>
            </a:extLst>
          </p:cNvPr>
          <p:cNvSpPr>
            <a:spLocks noGrp="1"/>
          </p:cNvSpPr>
          <p:nvPr>
            <p:ph type="body" sz="quarter" idx="10"/>
          </p:nvPr>
        </p:nvSpPr>
        <p:spPr/>
        <p:txBody>
          <a:bodyPr>
            <a:normAutofit fontScale="92500" lnSpcReduction="10000"/>
          </a:bodyPr>
          <a:lstStyle/>
          <a:p>
            <a:endParaRPr lang="zh-TW" altLang="en-US"/>
          </a:p>
        </p:txBody>
      </p:sp>
    </p:spTree>
    <p:extLst>
      <p:ext uri="{BB962C8B-B14F-4D97-AF65-F5344CB8AC3E}">
        <p14:creationId xmlns:p14="http://schemas.microsoft.com/office/powerpoint/2010/main" val="80212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ingsail降落伞3D模型- TurboSquid 462514">
            <a:extLst>
              <a:ext uri="{FF2B5EF4-FFF2-40B4-BE49-F238E27FC236}">
                <a16:creationId xmlns:a16="http://schemas.microsoft.com/office/drawing/2014/main" id="{AF53C790-BE15-6571-7E5B-0048C32752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2691" y="-246531"/>
            <a:ext cx="13318975" cy="7192246"/>
          </a:xfrm>
          <a:prstGeom prst="rect">
            <a:avLst/>
          </a:prstGeom>
          <a:noFill/>
          <a:extLst>
            <a:ext uri="{909E8E84-426E-40DD-AFC4-6F175D3DCCD1}">
              <a14:hiddenFill xmlns:a14="http://schemas.microsoft.com/office/drawing/2010/main">
                <a:solidFill>
                  <a:srgbClr val="FFFFFF"/>
                </a:solidFill>
              </a14:hiddenFill>
            </a:ext>
          </a:extLst>
        </p:spPr>
      </p:pic>
      <p:sp>
        <p:nvSpPr>
          <p:cNvPr id="4" name="橢圓 3">
            <a:extLst>
              <a:ext uri="{FF2B5EF4-FFF2-40B4-BE49-F238E27FC236}">
                <a16:creationId xmlns:a16="http://schemas.microsoft.com/office/drawing/2014/main" id="{E0830C6F-EFDA-F594-B065-4179A280BC89}"/>
              </a:ext>
            </a:extLst>
          </p:cNvPr>
          <p:cNvSpPr/>
          <p:nvPr/>
        </p:nvSpPr>
        <p:spPr>
          <a:xfrm>
            <a:off x="88301" y="-880534"/>
            <a:ext cx="7401997" cy="8308003"/>
          </a:xfrm>
          <a:prstGeom prst="ellipse">
            <a:avLst/>
          </a:prstGeom>
          <a:solidFill>
            <a:srgbClr val="33333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BD3B4E7E-37D1-A0D3-81BB-83558E07EE66}"/>
              </a:ext>
            </a:extLst>
          </p:cNvPr>
          <p:cNvSpPr>
            <a:spLocks noGrp="1"/>
          </p:cNvSpPr>
          <p:nvPr>
            <p:ph type="title"/>
          </p:nvPr>
        </p:nvSpPr>
        <p:spPr>
          <a:xfrm>
            <a:off x="-2050338" y="1387869"/>
            <a:ext cx="10515600" cy="2852737"/>
          </a:xfrm>
        </p:spPr>
        <p:txBody>
          <a:bodyPr/>
          <a:lstStyle/>
          <a:p>
            <a:r>
              <a:rPr lang="zh-TW" altLang="en-US"/>
              <a:t>降落傘</a:t>
            </a:r>
          </a:p>
        </p:txBody>
      </p:sp>
      <p:sp>
        <p:nvSpPr>
          <p:cNvPr id="3" name="文字版面配置區 2">
            <a:extLst>
              <a:ext uri="{FF2B5EF4-FFF2-40B4-BE49-F238E27FC236}">
                <a16:creationId xmlns:a16="http://schemas.microsoft.com/office/drawing/2014/main" id="{9759606C-6B58-9260-6F4B-EFFC937CD151}"/>
              </a:ext>
            </a:extLst>
          </p:cNvPr>
          <p:cNvSpPr>
            <a:spLocks noGrp="1"/>
          </p:cNvSpPr>
          <p:nvPr>
            <p:ph type="body" idx="1"/>
          </p:nvPr>
        </p:nvSpPr>
        <p:spPr>
          <a:xfrm>
            <a:off x="-2350262" y="3819158"/>
            <a:ext cx="10515600" cy="1500187"/>
          </a:xfrm>
        </p:spPr>
        <p:txBody>
          <a:bodyPr/>
          <a:lstStyle/>
          <a:p>
            <a:pPr algn="ctr"/>
            <a:r>
              <a:rPr lang="zh-TW" altLang="en-US"/>
              <a:t>基於破風裝載的降落傘研發</a:t>
            </a:r>
          </a:p>
        </p:txBody>
      </p:sp>
    </p:spTree>
    <p:extLst>
      <p:ext uri="{BB962C8B-B14F-4D97-AF65-F5344CB8AC3E}">
        <p14:creationId xmlns:p14="http://schemas.microsoft.com/office/powerpoint/2010/main" val="3508149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736DD486-409C-F590-2C1B-60061C0C1265}"/>
              </a:ext>
            </a:extLst>
          </p:cNvPr>
          <p:cNvSpPr>
            <a:spLocks noGrp="1"/>
          </p:cNvSpPr>
          <p:nvPr>
            <p:ph type="title"/>
          </p:nvPr>
        </p:nvSpPr>
        <p:spPr/>
        <p:txBody>
          <a:bodyPr/>
          <a:lstStyle/>
          <a:p>
            <a:r>
              <a:rPr lang="zh-TW" altLang="en-US"/>
              <a:t>傘型設計</a:t>
            </a:r>
            <a:r>
              <a:rPr lang="en-US" altLang="zh-TW"/>
              <a:t>-</a:t>
            </a:r>
            <a:r>
              <a:rPr lang="zh-TW" altLang="en-US"/>
              <a:t>主傘</a:t>
            </a:r>
          </a:p>
        </p:txBody>
      </p:sp>
      <p:sp>
        <p:nvSpPr>
          <p:cNvPr id="4" name="文字版面配置區 3">
            <a:extLst>
              <a:ext uri="{FF2B5EF4-FFF2-40B4-BE49-F238E27FC236}">
                <a16:creationId xmlns:a16="http://schemas.microsoft.com/office/drawing/2014/main" id="{82FA7DC3-DD69-FFE3-169A-19443AF9951E}"/>
              </a:ext>
            </a:extLst>
          </p:cNvPr>
          <p:cNvSpPr>
            <a:spLocks noGrp="1"/>
          </p:cNvSpPr>
          <p:nvPr>
            <p:ph type="body" sz="quarter" idx="10"/>
          </p:nvPr>
        </p:nvSpPr>
        <p:spPr/>
        <p:txBody>
          <a:bodyPr>
            <a:normAutofit fontScale="92500" lnSpcReduction="10000"/>
          </a:bodyPr>
          <a:lstStyle/>
          <a:p>
            <a:r>
              <a:rPr lang="zh-TW" altLang="en-US">
                <a:solidFill>
                  <a:srgbClr val="66FFCC"/>
                </a:solidFill>
              </a:rPr>
              <a:t>降落傘最優先事項</a:t>
            </a:r>
          </a:p>
        </p:txBody>
      </p:sp>
      <p:pic>
        <p:nvPicPr>
          <p:cNvPr id="9" name="圖片 8" descr="一張含有 文字, 螢幕擷取畫面, 數字, 字型 的圖片&#10;&#10;AI 產生的內容可能不正確。">
            <a:extLst>
              <a:ext uri="{FF2B5EF4-FFF2-40B4-BE49-F238E27FC236}">
                <a16:creationId xmlns:a16="http://schemas.microsoft.com/office/drawing/2014/main" id="{9A39AE28-D78B-4C2D-F152-45F07A67F2EA}"/>
              </a:ext>
            </a:extLst>
          </p:cNvPr>
          <p:cNvPicPr>
            <a:picLocks noChangeAspect="1"/>
          </p:cNvPicPr>
          <p:nvPr/>
        </p:nvPicPr>
        <p:blipFill>
          <a:blip r:embed="rId3"/>
          <a:stretch>
            <a:fillRect/>
          </a:stretch>
        </p:blipFill>
        <p:spPr>
          <a:xfrm>
            <a:off x="1046830" y="1433943"/>
            <a:ext cx="4447151" cy="4919559"/>
          </a:xfrm>
          <a:prstGeom prst="rect">
            <a:avLst/>
          </a:prstGeom>
        </p:spPr>
      </p:pic>
      <p:pic>
        <p:nvPicPr>
          <p:cNvPr id="11" name="圖片 10" descr="一張含有 文字, 螢幕擷取畫面, 數字, 字型 的圖片&#10;&#10;AI 產生的內容可能不正確。">
            <a:extLst>
              <a:ext uri="{FF2B5EF4-FFF2-40B4-BE49-F238E27FC236}">
                <a16:creationId xmlns:a16="http://schemas.microsoft.com/office/drawing/2014/main" id="{E9390D70-A234-D8E4-1E94-BC3144C5F492}"/>
              </a:ext>
            </a:extLst>
          </p:cNvPr>
          <p:cNvPicPr>
            <a:picLocks noChangeAspect="1"/>
          </p:cNvPicPr>
          <p:nvPr/>
        </p:nvPicPr>
        <p:blipFill>
          <a:blip r:embed="rId4"/>
          <a:stretch>
            <a:fillRect/>
          </a:stretch>
        </p:blipFill>
        <p:spPr>
          <a:xfrm>
            <a:off x="5604464" y="1434661"/>
            <a:ext cx="5832958" cy="4751727"/>
          </a:xfrm>
          <a:prstGeom prst="rect">
            <a:avLst/>
          </a:prstGeom>
        </p:spPr>
      </p:pic>
    </p:spTree>
    <p:extLst>
      <p:ext uri="{BB962C8B-B14F-4D97-AF65-F5344CB8AC3E}">
        <p14:creationId xmlns:p14="http://schemas.microsoft.com/office/powerpoint/2010/main" val="2494080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F40B5-B742-6628-4E62-0D0AC7EE5154}"/>
            </a:ext>
          </a:extLst>
        </p:cNvPr>
        <p:cNvGrpSpPr/>
        <p:nvPr/>
      </p:nvGrpSpPr>
      <p:grpSpPr>
        <a:xfrm>
          <a:off x="0" y="0"/>
          <a:ext cx="0" cy="0"/>
          <a:chOff x="0" y="0"/>
          <a:chExt cx="0" cy="0"/>
        </a:xfrm>
      </p:grpSpPr>
      <p:graphicFrame>
        <p:nvGraphicFramePr>
          <p:cNvPr id="5" name="內容版面配置區 4">
            <a:extLst>
              <a:ext uri="{FF2B5EF4-FFF2-40B4-BE49-F238E27FC236}">
                <a16:creationId xmlns:a16="http://schemas.microsoft.com/office/drawing/2014/main" id="{8C01B3C3-02BB-8EBA-9976-93B40B49C293}"/>
              </a:ext>
            </a:extLst>
          </p:cNvPr>
          <p:cNvGraphicFramePr>
            <a:graphicFrameLocks noGrp="1"/>
          </p:cNvGraphicFramePr>
          <p:nvPr>
            <p:ph idx="1"/>
            <p:extLst>
              <p:ext uri="{D42A27DB-BD31-4B8C-83A1-F6EECF244321}">
                <p14:modId xmlns:p14="http://schemas.microsoft.com/office/powerpoint/2010/main" val="1140265014"/>
              </p:ext>
            </p:extLst>
          </p:nvPr>
        </p:nvGraphicFramePr>
        <p:xfrm>
          <a:off x="1119605" y="1642744"/>
          <a:ext cx="10524858" cy="2829416"/>
        </p:xfrm>
        <a:graphic>
          <a:graphicData uri="http://schemas.openxmlformats.org/drawingml/2006/table">
            <a:tbl>
              <a:tblPr firstRow="1" bandRow="1">
                <a:tableStyleId>{5C22544A-7EE6-4342-B048-85BDC9FD1C3A}</a:tableStyleId>
              </a:tblPr>
              <a:tblGrid>
                <a:gridCol w="1754143">
                  <a:extLst>
                    <a:ext uri="{9D8B030D-6E8A-4147-A177-3AD203B41FA5}">
                      <a16:colId xmlns:a16="http://schemas.microsoft.com/office/drawing/2014/main" val="3741428557"/>
                    </a:ext>
                  </a:extLst>
                </a:gridCol>
                <a:gridCol w="1754143">
                  <a:extLst>
                    <a:ext uri="{9D8B030D-6E8A-4147-A177-3AD203B41FA5}">
                      <a16:colId xmlns:a16="http://schemas.microsoft.com/office/drawing/2014/main" val="2007328121"/>
                    </a:ext>
                  </a:extLst>
                </a:gridCol>
                <a:gridCol w="1754143">
                  <a:extLst>
                    <a:ext uri="{9D8B030D-6E8A-4147-A177-3AD203B41FA5}">
                      <a16:colId xmlns:a16="http://schemas.microsoft.com/office/drawing/2014/main" val="807505031"/>
                    </a:ext>
                  </a:extLst>
                </a:gridCol>
                <a:gridCol w="1754143">
                  <a:extLst>
                    <a:ext uri="{9D8B030D-6E8A-4147-A177-3AD203B41FA5}">
                      <a16:colId xmlns:a16="http://schemas.microsoft.com/office/drawing/2014/main" val="2799037089"/>
                    </a:ext>
                  </a:extLst>
                </a:gridCol>
                <a:gridCol w="1754143">
                  <a:extLst>
                    <a:ext uri="{9D8B030D-6E8A-4147-A177-3AD203B41FA5}">
                      <a16:colId xmlns:a16="http://schemas.microsoft.com/office/drawing/2014/main" val="2026318256"/>
                    </a:ext>
                  </a:extLst>
                </a:gridCol>
                <a:gridCol w="1754143">
                  <a:extLst>
                    <a:ext uri="{9D8B030D-6E8A-4147-A177-3AD203B41FA5}">
                      <a16:colId xmlns:a16="http://schemas.microsoft.com/office/drawing/2014/main" val="3010023809"/>
                    </a:ext>
                  </a:extLst>
                </a:gridCol>
              </a:tblGrid>
              <a:tr h="707354">
                <a:tc>
                  <a:txBody>
                    <a:bodyPr/>
                    <a:lstStyle/>
                    <a:p>
                      <a:r>
                        <a:rPr lang="zh-TW" altLang="en-US"/>
                        <a:t>傘型</a:t>
                      </a:r>
                    </a:p>
                  </a:txBody>
                  <a:tcPr/>
                </a:tc>
                <a:tc>
                  <a:txBody>
                    <a:bodyPr/>
                    <a:lstStyle/>
                    <a:p>
                      <a:r>
                        <a:rPr lang="en-US" altLang="zh-TW"/>
                        <a:t>Flat Circular</a:t>
                      </a:r>
                      <a:endParaRPr lang="zh-TW" altLang="en-US"/>
                    </a:p>
                  </a:txBody>
                  <a:tcPr/>
                </a:tc>
                <a:tc>
                  <a:txBody>
                    <a:bodyPr/>
                    <a:lstStyle/>
                    <a:p>
                      <a:r>
                        <a:rPr lang="en-US" altLang="zh-TW"/>
                        <a:t>Hemispherical</a:t>
                      </a:r>
                      <a:endParaRPr lang="zh-TW" altLang="en-US"/>
                    </a:p>
                  </a:txBody>
                  <a:tcPr/>
                </a:tc>
                <a:tc>
                  <a:txBody>
                    <a:bodyPr/>
                    <a:lstStyle/>
                    <a:p>
                      <a:r>
                        <a:rPr lang="en-US" altLang="zh-TW"/>
                        <a:t>Cross</a:t>
                      </a:r>
                      <a:endParaRPr lang="zh-TW" altLang="en-US"/>
                    </a:p>
                  </a:txBody>
                  <a:tcPr/>
                </a:tc>
                <a:tc>
                  <a:txBody>
                    <a:bodyPr/>
                    <a:lstStyle/>
                    <a:p>
                      <a:r>
                        <a:rPr lang="en-US" altLang="zh-TW" err="1"/>
                        <a:t>Ringslot</a:t>
                      </a:r>
                      <a:endParaRPr lang="zh-TW" altLang="en-US"/>
                    </a:p>
                  </a:txBody>
                  <a:tcPr/>
                </a:tc>
                <a:tc>
                  <a:txBody>
                    <a:bodyPr/>
                    <a:lstStyle/>
                    <a:p>
                      <a:r>
                        <a:rPr lang="en-US" altLang="zh-TW"/>
                        <a:t>Ringsail</a:t>
                      </a:r>
                      <a:endParaRPr lang="zh-TW" altLang="en-US"/>
                    </a:p>
                  </a:txBody>
                  <a:tcPr/>
                </a:tc>
                <a:extLst>
                  <a:ext uri="{0D108BD9-81ED-4DB2-BD59-A6C34878D82A}">
                    <a16:rowId xmlns:a16="http://schemas.microsoft.com/office/drawing/2014/main" val="2156676345"/>
                  </a:ext>
                </a:extLst>
              </a:tr>
              <a:tr h="707354">
                <a:tc>
                  <a:txBody>
                    <a:bodyPr/>
                    <a:lstStyle/>
                    <a:p>
                      <a:r>
                        <a:rPr lang="zh-TW" altLang="en-US"/>
                        <a:t>阻力係數</a:t>
                      </a:r>
                      <a:r>
                        <a:rPr lang="en-US" altLang="zh-TW"/>
                        <a:t>(Cd0)</a:t>
                      </a:r>
                      <a:endParaRPr lang="zh-TW" altLang="en-US"/>
                    </a:p>
                  </a:txBody>
                  <a:tcPr/>
                </a:tc>
                <a:tc>
                  <a:txBody>
                    <a:bodyPr/>
                    <a:lstStyle/>
                    <a:p>
                      <a:r>
                        <a:rPr lang="en-US" altLang="zh-TW"/>
                        <a:t>0.75-0.8</a:t>
                      </a:r>
                      <a:endParaRPr lang="zh-TW" altLang="en-US"/>
                    </a:p>
                  </a:txBody>
                  <a:tcPr/>
                </a:tc>
                <a:tc>
                  <a:txBody>
                    <a:bodyPr/>
                    <a:lstStyle/>
                    <a:p>
                      <a:r>
                        <a:rPr lang="en-US" altLang="zh-TW"/>
                        <a:t>0.62-0.77</a:t>
                      </a:r>
                      <a:endParaRPr lang="zh-TW" altLang="en-US"/>
                    </a:p>
                  </a:txBody>
                  <a:tcPr/>
                </a:tc>
                <a:tc>
                  <a:txBody>
                    <a:bodyPr/>
                    <a:lstStyle/>
                    <a:p>
                      <a:r>
                        <a:rPr lang="en-US" altLang="zh-TW"/>
                        <a:t>0.6-0.85</a:t>
                      </a:r>
                      <a:endParaRPr lang="zh-TW" altLang="en-US"/>
                    </a:p>
                  </a:txBody>
                  <a:tcPr/>
                </a:tc>
                <a:tc>
                  <a:txBody>
                    <a:bodyPr/>
                    <a:lstStyle/>
                    <a:p>
                      <a:r>
                        <a:rPr lang="en-US" altLang="zh-TW"/>
                        <a:t>0.56-0.65</a:t>
                      </a:r>
                      <a:endParaRPr lang="zh-TW" altLang="en-US"/>
                    </a:p>
                  </a:txBody>
                  <a:tcPr/>
                </a:tc>
                <a:tc>
                  <a:txBody>
                    <a:bodyPr/>
                    <a:lstStyle/>
                    <a:p>
                      <a:r>
                        <a:rPr lang="en-US" altLang="zh-TW"/>
                        <a:t>0.75-0.85</a:t>
                      </a:r>
                      <a:endParaRPr lang="zh-TW" altLang="en-US"/>
                    </a:p>
                  </a:txBody>
                  <a:tcPr/>
                </a:tc>
                <a:extLst>
                  <a:ext uri="{0D108BD9-81ED-4DB2-BD59-A6C34878D82A}">
                    <a16:rowId xmlns:a16="http://schemas.microsoft.com/office/drawing/2014/main" val="122612486"/>
                  </a:ext>
                </a:extLst>
              </a:tr>
              <a:tr h="707354">
                <a:tc>
                  <a:txBody>
                    <a:bodyPr/>
                    <a:lstStyle/>
                    <a:p>
                      <a:r>
                        <a:rPr lang="zh-TW" altLang="en-US"/>
                        <a:t>開傘衝擊</a:t>
                      </a:r>
                      <a:r>
                        <a:rPr lang="en-US" altLang="zh-TW"/>
                        <a:t>(</a:t>
                      </a:r>
                      <a:r>
                        <a:rPr lang="en-US" altLang="zh-TW" err="1"/>
                        <a:t>Cx</a:t>
                      </a:r>
                      <a:r>
                        <a:rPr lang="en-US" altLang="zh-TW"/>
                        <a:t>)</a:t>
                      </a:r>
                      <a:endParaRPr lang="zh-TW" altLang="en-US"/>
                    </a:p>
                  </a:txBody>
                  <a:tcPr/>
                </a:tc>
                <a:tc>
                  <a:txBody>
                    <a:bodyPr/>
                    <a:lstStyle/>
                    <a:p>
                      <a:r>
                        <a:rPr lang="en-US" altLang="zh-TW"/>
                        <a:t>1.7</a:t>
                      </a:r>
                      <a:endParaRPr lang="zh-TW" altLang="en-US"/>
                    </a:p>
                  </a:txBody>
                  <a:tcPr/>
                </a:tc>
                <a:tc>
                  <a:txBody>
                    <a:bodyPr/>
                    <a:lstStyle/>
                    <a:p>
                      <a:r>
                        <a:rPr lang="en-US" altLang="zh-TW"/>
                        <a:t>1.6</a:t>
                      </a:r>
                      <a:endParaRPr lang="zh-TW" altLang="en-US"/>
                    </a:p>
                  </a:txBody>
                  <a:tcPr/>
                </a:tc>
                <a:tc>
                  <a:txBody>
                    <a:bodyPr/>
                    <a:lstStyle/>
                    <a:p>
                      <a:r>
                        <a:rPr lang="en-US" altLang="zh-TW"/>
                        <a:t>1.1-1.2</a:t>
                      </a:r>
                      <a:endParaRPr lang="zh-TW" altLang="en-US"/>
                    </a:p>
                  </a:txBody>
                  <a:tcPr/>
                </a:tc>
                <a:tc>
                  <a:txBody>
                    <a:bodyPr/>
                    <a:lstStyle/>
                    <a:p>
                      <a:r>
                        <a:rPr lang="en-US" altLang="zh-TW"/>
                        <a:t>1.05</a:t>
                      </a:r>
                      <a:endParaRPr lang="zh-TW" altLang="en-US"/>
                    </a:p>
                  </a:txBody>
                  <a:tcPr/>
                </a:tc>
                <a:tc>
                  <a:txBody>
                    <a:bodyPr/>
                    <a:lstStyle/>
                    <a:p>
                      <a:r>
                        <a:rPr lang="en-US" altLang="zh-TW"/>
                        <a:t>1.10</a:t>
                      </a:r>
                      <a:endParaRPr lang="zh-TW" altLang="en-US"/>
                    </a:p>
                  </a:txBody>
                  <a:tcPr/>
                </a:tc>
                <a:extLst>
                  <a:ext uri="{0D108BD9-81ED-4DB2-BD59-A6C34878D82A}">
                    <a16:rowId xmlns:a16="http://schemas.microsoft.com/office/drawing/2014/main" val="4195682686"/>
                  </a:ext>
                </a:extLst>
              </a:tr>
              <a:tr h="707354">
                <a:tc>
                  <a:txBody>
                    <a:bodyPr/>
                    <a:lstStyle/>
                    <a:p>
                      <a:r>
                        <a:rPr lang="zh-TW" altLang="en-US"/>
                        <a:t>平均偏擺角度</a:t>
                      </a:r>
                    </a:p>
                  </a:txBody>
                  <a:tcPr/>
                </a:tc>
                <a:tc>
                  <a:txBody>
                    <a:bodyPr/>
                    <a:lstStyle/>
                    <a:p>
                      <a:r>
                        <a:rPr lang="en-US" altLang="zh-TW"/>
                        <a:t>10-40</a:t>
                      </a:r>
                      <a:endParaRPr lang="zh-TW" altLang="en-US"/>
                    </a:p>
                  </a:txBody>
                  <a:tcPr/>
                </a:tc>
                <a:tc>
                  <a:txBody>
                    <a:bodyPr/>
                    <a:lstStyle/>
                    <a:p>
                      <a:r>
                        <a:rPr lang="en-US" altLang="zh-TW"/>
                        <a:t>10-15</a:t>
                      </a:r>
                      <a:endParaRPr lang="zh-TW" altLang="en-US"/>
                    </a:p>
                  </a:txBody>
                  <a:tcPr/>
                </a:tc>
                <a:tc>
                  <a:txBody>
                    <a:bodyPr/>
                    <a:lstStyle/>
                    <a:p>
                      <a:r>
                        <a:rPr lang="en-US" altLang="zh-TW"/>
                        <a:t>0-3</a:t>
                      </a:r>
                      <a:endParaRPr lang="zh-TW" altLang="en-US"/>
                    </a:p>
                  </a:txBody>
                  <a:tcPr/>
                </a:tc>
                <a:tc>
                  <a:txBody>
                    <a:bodyPr/>
                    <a:lstStyle/>
                    <a:p>
                      <a:r>
                        <a:rPr lang="en-US" altLang="zh-TW"/>
                        <a:t>0-15</a:t>
                      </a:r>
                      <a:endParaRPr lang="zh-TW" altLang="en-US"/>
                    </a:p>
                  </a:txBody>
                  <a:tcPr/>
                </a:tc>
                <a:tc>
                  <a:txBody>
                    <a:bodyPr/>
                    <a:lstStyle/>
                    <a:p>
                      <a:r>
                        <a:rPr lang="en-US" altLang="zh-TW"/>
                        <a:t>5-10</a:t>
                      </a:r>
                      <a:endParaRPr lang="zh-TW" altLang="en-US"/>
                    </a:p>
                  </a:txBody>
                  <a:tcPr/>
                </a:tc>
                <a:extLst>
                  <a:ext uri="{0D108BD9-81ED-4DB2-BD59-A6C34878D82A}">
                    <a16:rowId xmlns:a16="http://schemas.microsoft.com/office/drawing/2014/main" val="1899665723"/>
                  </a:ext>
                </a:extLst>
              </a:tr>
            </a:tbl>
          </a:graphicData>
        </a:graphic>
      </p:graphicFrame>
      <p:sp>
        <p:nvSpPr>
          <p:cNvPr id="3" name="標題 2">
            <a:extLst>
              <a:ext uri="{FF2B5EF4-FFF2-40B4-BE49-F238E27FC236}">
                <a16:creationId xmlns:a16="http://schemas.microsoft.com/office/drawing/2014/main" id="{E50BDC99-74DC-EAF3-BDD3-94D51B199412}"/>
              </a:ext>
            </a:extLst>
          </p:cNvPr>
          <p:cNvSpPr>
            <a:spLocks noGrp="1"/>
          </p:cNvSpPr>
          <p:nvPr>
            <p:ph type="title"/>
          </p:nvPr>
        </p:nvSpPr>
        <p:spPr/>
        <p:txBody>
          <a:bodyPr/>
          <a:lstStyle/>
          <a:p>
            <a:r>
              <a:rPr lang="zh-TW" altLang="en-US"/>
              <a:t>傘型設計</a:t>
            </a:r>
          </a:p>
        </p:txBody>
      </p:sp>
      <p:sp>
        <p:nvSpPr>
          <p:cNvPr id="4" name="文字版面配置區 3">
            <a:extLst>
              <a:ext uri="{FF2B5EF4-FFF2-40B4-BE49-F238E27FC236}">
                <a16:creationId xmlns:a16="http://schemas.microsoft.com/office/drawing/2014/main" id="{D9C0B37A-3A90-93F9-A327-34313754FF43}"/>
              </a:ext>
            </a:extLst>
          </p:cNvPr>
          <p:cNvSpPr>
            <a:spLocks noGrp="1"/>
          </p:cNvSpPr>
          <p:nvPr>
            <p:ph type="body" sz="quarter" idx="10"/>
          </p:nvPr>
        </p:nvSpPr>
        <p:spPr/>
        <p:txBody>
          <a:bodyPr>
            <a:normAutofit fontScale="92500" lnSpcReduction="10000"/>
          </a:bodyPr>
          <a:lstStyle/>
          <a:p>
            <a:r>
              <a:rPr lang="zh-TW" altLang="en-US">
                <a:solidFill>
                  <a:srgbClr val="66FFCC"/>
                </a:solidFill>
              </a:rPr>
              <a:t>降落傘最優先事項</a:t>
            </a:r>
          </a:p>
        </p:txBody>
      </p:sp>
      <p:sp>
        <p:nvSpPr>
          <p:cNvPr id="2" name="文字方塊 1">
            <a:extLst>
              <a:ext uri="{FF2B5EF4-FFF2-40B4-BE49-F238E27FC236}">
                <a16:creationId xmlns:a16="http://schemas.microsoft.com/office/drawing/2014/main" id="{7E02F6FB-FD63-49D9-A9D6-3BB35C4DE9E3}"/>
              </a:ext>
            </a:extLst>
          </p:cNvPr>
          <p:cNvSpPr txBox="1"/>
          <p:nvPr/>
        </p:nvSpPr>
        <p:spPr>
          <a:xfrm>
            <a:off x="908334" y="4845050"/>
            <a:ext cx="10947400" cy="923330"/>
          </a:xfrm>
          <a:prstGeom prst="rect">
            <a:avLst/>
          </a:prstGeom>
          <a:noFill/>
        </p:spPr>
        <p:txBody>
          <a:bodyPr wrap="square" rtlCol="0">
            <a:spAutoFit/>
          </a:bodyPr>
          <a:lstStyle/>
          <a:p>
            <a:r>
              <a:rPr lang="en-US" altLang="zh-TW">
                <a:solidFill>
                  <a:schemeClr val="bg1"/>
                </a:solidFill>
              </a:rPr>
              <a:t>Flat circular / Hemispherical</a:t>
            </a:r>
            <a:r>
              <a:rPr lang="zh-TW" altLang="en-US">
                <a:solidFill>
                  <a:schemeClr val="bg1"/>
                </a:solidFill>
              </a:rPr>
              <a:t> 雖然有較大的拉力，但封閉的結構使開傘衝擊過大、不穩定且不適合</a:t>
            </a:r>
            <a:r>
              <a:rPr lang="en-US" altLang="zh-TW">
                <a:solidFill>
                  <a:schemeClr val="bg1"/>
                </a:solidFill>
              </a:rPr>
              <a:t>reefing</a:t>
            </a:r>
            <a:r>
              <a:rPr lang="zh-TW" altLang="en-US">
                <a:solidFill>
                  <a:schemeClr val="bg1"/>
                </a:solidFill>
              </a:rPr>
              <a:t>，</a:t>
            </a:r>
            <a:r>
              <a:rPr lang="en-US" altLang="zh-TW">
                <a:solidFill>
                  <a:schemeClr val="bg1"/>
                </a:solidFill>
              </a:rPr>
              <a:t>Cross</a:t>
            </a:r>
            <a:r>
              <a:rPr lang="zh-TW" altLang="en-US">
                <a:solidFill>
                  <a:schemeClr val="bg1"/>
                </a:solidFill>
              </a:rPr>
              <a:t>則因為幾何不連續原因無法</a:t>
            </a:r>
            <a:r>
              <a:rPr lang="en-US" altLang="zh-TW">
                <a:solidFill>
                  <a:schemeClr val="bg1"/>
                </a:solidFill>
              </a:rPr>
              <a:t>reefing</a:t>
            </a:r>
            <a:r>
              <a:rPr lang="zh-TW" altLang="en-US">
                <a:solidFill>
                  <a:schemeClr val="bg1"/>
                </a:solidFill>
              </a:rPr>
              <a:t>，更適合用於做減速傘。剩下的</a:t>
            </a:r>
            <a:r>
              <a:rPr lang="en-US" altLang="zh-TW" err="1">
                <a:solidFill>
                  <a:schemeClr val="bg1"/>
                </a:solidFill>
              </a:rPr>
              <a:t>Ringslot</a:t>
            </a:r>
            <a:r>
              <a:rPr lang="zh-TW" altLang="en-US">
                <a:solidFill>
                  <a:schemeClr val="bg1"/>
                </a:solidFill>
              </a:rPr>
              <a:t>很穩定，但過小的阻力係數需要更大的面積，因此選擇兼具效率及穩定性兼備的</a:t>
            </a:r>
            <a:r>
              <a:rPr lang="en-US" altLang="zh-TW">
                <a:solidFill>
                  <a:schemeClr val="bg1"/>
                </a:solidFill>
              </a:rPr>
              <a:t>Ringsail</a:t>
            </a:r>
            <a:r>
              <a:rPr lang="zh-TW" altLang="en-US">
                <a:solidFill>
                  <a:schemeClr val="bg1"/>
                </a:solidFill>
              </a:rPr>
              <a:t>。</a:t>
            </a:r>
          </a:p>
        </p:txBody>
      </p:sp>
    </p:spTree>
    <p:extLst>
      <p:ext uri="{BB962C8B-B14F-4D97-AF65-F5344CB8AC3E}">
        <p14:creationId xmlns:p14="http://schemas.microsoft.com/office/powerpoint/2010/main" val="1753308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1B75C217-392B-240F-2B9A-05F8E59C67D8}"/>
              </a:ext>
            </a:extLst>
          </p:cNvPr>
          <p:cNvSpPr>
            <a:spLocks noGrp="1"/>
          </p:cNvSpPr>
          <p:nvPr>
            <p:ph type="title"/>
          </p:nvPr>
        </p:nvSpPr>
        <p:spPr/>
        <p:txBody>
          <a:bodyPr/>
          <a:lstStyle/>
          <a:p>
            <a:r>
              <a:rPr lang="zh-TW" altLang="en-US"/>
              <a:t>傘布名義面積</a:t>
            </a:r>
          </a:p>
        </p:txBody>
      </p:sp>
      <p:sp>
        <p:nvSpPr>
          <p:cNvPr id="4" name="文字版面配置區 3">
            <a:extLst>
              <a:ext uri="{FF2B5EF4-FFF2-40B4-BE49-F238E27FC236}">
                <a16:creationId xmlns:a16="http://schemas.microsoft.com/office/drawing/2014/main" id="{082DA8C5-9086-3B26-C81E-ACE55461F7D9}"/>
              </a:ext>
            </a:extLst>
          </p:cNvPr>
          <p:cNvSpPr>
            <a:spLocks noGrp="1"/>
          </p:cNvSpPr>
          <p:nvPr>
            <p:ph type="body" sz="quarter" idx="10"/>
          </p:nvPr>
        </p:nvSpPr>
        <p:spPr/>
        <p:txBody>
          <a:bodyPr>
            <a:normAutofit fontScale="92500" lnSpcReduction="10000"/>
          </a:bodyPr>
          <a:lstStyle/>
          <a:p>
            <a:r>
              <a:rPr lang="zh-TW" altLang="en-US">
                <a:solidFill>
                  <a:srgbClr val="66FFCC"/>
                </a:solidFill>
              </a:rPr>
              <a:t>決定傘型後計算相關設計</a:t>
            </a:r>
          </a:p>
        </p:txBody>
      </p:sp>
      <p:sp>
        <p:nvSpPr>
          <p:cNvPr id="6" name="內容版面配置區 5">
            <a:extLst>
              <a:ext uri="{FF2B5EF4-FFF2-40B4-BE49-F238E27FC236}">
                <a16:creationId xmlns:a16="http://schemas.microsoft.com/office/drawing/2014/main" id="{B71AD49C-7856-BE97-50B6-C3790199A61D}"/>
              </a:ext>
            </a:extLst>
          </p:cNvPr>
          <p:cNvSpPr>
            <a:spLocks noGrp="1"/>
          </p:cNvSpPr>
          <p:nvPr>
            <p:ph idx="1"/>
          </p:nvPr>
        </p:nvSpPr>
        <p:spPr>
          <a:xfrm>
            <a:off x="781050" y="3542460"/>
            <a:ext cx="3168650" cy="1874289"/>
          </a:xfrm>
        </p:spPr>
        <p:txBody>
          <a:bodyPr>
            <a:normAutofit/>
          </a:bodyPr>
          <a:lstStyle/>
          <a:p>
            <a:pPr marL="0" indent="0">
              <a:buNone/>
            </a:pPr>
            <a:r>
              <a:rPr lang="zh-TW" altLang="en-US" sz="2400"/>
              <a:t>帶入數值</a:t>
            </a:r>
          </a:p>
        </p:txBody>
      </p:sp>
      <p:pic>
        <p:nvPicPr>
          <p:cNvPr id="10" name="圖片 9" descr="一張含有 字型, 文字, 白色, 圖表 的圖片&#10;&#10;AI 產生的內容可能不正確。">
            <a:extLst>
              <a:ext uri="{FF2B5EF4-FFF2-40B4-BE49-F238E27FC236}">
                <a16:creationId xmlns:a16="http://schemas.microsoft.com/office/drawing/2014/main" id="{994E1731-B835-8345-4FC0-4C00B75FC48E}"/>
              </a:ext>
            </a:extLst>
          </p:cNvPr>
          <p:cNvPicPr>
            <a:picLocks noChangeAspect="1"/>
          </p:cNvPicPr>
          <p:nvPr/>
        </p:nvPicPr>
        <p:blipFill>
          <a:blip r:embed="rId2"/>
          <a:stretch>
            <a:fillRect/>
          </a:stretch>
        </p:blipFill>
        <p:spPr>
          <a:xfrm>
            <a:off x="847458" y="1932219"/>
            <a:ext cx="2424387" cy="1238610"/>
          </a:xfrm>
          <a:prstGeom prst="rect">
            <a:avLst/>
          </a:prstGeom>
        </p:spPr>
      </p:pic>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25FCBD84-0D21-2C11-D356-BD29D1D9DBE7}"/>
                  </a:ext>
                </a:extLst>
              </p:cNvPr>
              <p:cNvGraphicFramePr>
                <a:graphicFrameLocks noGrp="1"/>
              </p:cNvGraphicFramePr>
              <p:nvPr>
                <p:extLst>
                  <p:ext uri="{D42A27DB-BD31-4B8C-83A1-F6EECF244321}">
                    <p14:modId xmlns:p14="http://schemas.microsoft.com/office/powerpoint/2010/main" val="2603825527"/>
                  </p:ext>
                </p:extLst>
              </p:nvPr>
            </p:nvGraphicFramePr>
            <p:xfrm>
              <a:off x="838201" y="3935370"/>
              <a:ext cx="4451349" cy="2194560"/>
            </p:xfrm>
            <a:graphic>
              <a:graphicData uri="http://schemas.openxmlformats.org/drawingml/2006/table">
                <a:tbl>
                  <a:tblPr firstRow="1" bandRow="1">
                    <a:tableStyleId>{5C22544A-7EE6-4342-B048-85BDC9FD1C3A}</a:tableStyleId>
                  </a:tblPr>
                  <a:tblGrid>
                    <a:gridCol w="1483783">
                      <a:extLst>
                        <a:ext uri="{9D8B030D-6E8A-4147-A177-3AD203B41FA5}">
                          <a16:colId xmlns:a16="http://schemas.microsoft.com/office/drawing/2014/main" val="2136083221"/>
                        </a:ext>
                      </a:extLst>
                    </a:gridCol>
                    <a:gridCol w="1483783">
                      <a:extLst>
                        <a:ext uri="{9D8B030D-6E8A-4147-A177-3AD203B41FA5}">
                          <a16:colId xmlns:a16="http://schemas.microsoft.com/office/drawing/2014/main" val="1621073932"/>
                        </a:ext>
                      </a:extLst>
                    </a:gridCol>
                    <a:gridCol w="1483783">
                      <a:extLst>
                        <a:ext uri="{9D8B030D-6E8A-4147-A177-3AD203B41FA5}">
                          <a16:colId xmlns:a16="http://schemas.microsoft.com/office/drawing/2014/main" val="2480966885"/>
                        </a:ext>
                      </a:extLst>
                    </a:gridCol>
                  </a:tblGrid>
                  <a:tr h="273932">
                    <a:tc>
                      <a:txBody>
                        <a:bodyPr/>
                        <a:lstStyle/>
                        <a:p>
                          <a:r>
                            <a:rPr lang="zh-TW" altLang="en-US"/>
                            <a:t>符號</a:t>
                          </a:r>
                        </a:p>
                      </a:txBody>
                      <a:tcPr/>
                    </a:tc>
                    <a:tc>
                      <a:txBody>
                        <a:bodyPr/>
                        <a:lstStyle/>
                        <a:p>
                          <a:r>
                            <a:rPr lang="zh-TW" altLang="en-US"/>
                            <a:t>意義</a:t>
                          </a:r>
                        </a:p>
                      </a:txBody>
                      <a:tcPr/>
                    </a:tc>
                    <a:tc>
                      <a:txBody>
                        <a:bodyPr/>
                        <a:lstStyle/>
                        <a:p>
                          <a:r>
                            <a:rPr lang="zh-TW" altLang="en-US"/>
                            <a:t>數值</a:t>
                          </a:r>
                        </a:p>
                      </a:txBody>
                      <a:tcPr/>
                    </a:tc>
                    <a:extLst>
                      <a:ext uri="{0D108BD9-81ED-4DB2-BD59-A6C34878D82A}">
                        <a16:rowId xmlns:a16="http://schemas.microsoft.com/office/drawing/2014/main" val="591182978"/>
                      </a:ext>
                    </a:extLst>
                  </a:tr>
                  <a:tr h="283519">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𝑒</m:t>
                                    </m:r>
                                  </m:sub>
                                </m:sSub>
                              </m:oMath>
                            </m:oMathPara>
                          </a14:m>
                          <a:endParaRPr lang="zh-TW" altLang="en-US"/>
                        </a:p>
                      </a:txBody>
                      <a:tcPr/>
                    </a:tc>
                    <a:tc>
                      <a:txBody>
                        <a:bodyPr/>
                        <a:lstStyle/>
                        <a:p>
                          <a:r>
                            <a:rPr lang="zh-TW" altLang="en-US"/>
                            <a:t>終端速度</a:t>
                          </a:r>
                        </a:p>
                      </a:txBody>
                      <a:tcPr/>
                    </a:tc>
                    <a:tc>
                      <a:txBody>
                        <a:bodyPr/>
                        <a:lstStyle/>
                        <a:p>
                          <a:r>
                            <a:rPr lang="en-US" altLang="zh-TW"/>
                            <a:t>10</a:t>
                          </a:r>
                          <a:endParaRPr lang="zh-TW" altLang="en-US"/>
                        </a:p>
                      </a:txBody>
                      <a:tcPr/>
                    </a:tc>
                    <a:extLst>
                      <a:ext uri="{0D108BD9-81ED-4DB2-BD59-A6C34878D82A}">
                        <a16:rowId xmlns:a16="http://schemas.microsoft.com/office/drawing/2014/main" val="2487701231"/>
                      </a:ext>
                    </a:extLst>
                  </a:tr>
                  <a:tr h="273932">
                    <a:tc>
                      <a:txBody>
                        <a:bodyPr/>
                        <a:lstStyle/>
                        <a:p>
                          <a:pPr/>
                          <a14:m>
                            <m:oMathPara xmlns:m="http://schemas.openxmlformats.org/officeDocument/2006/math">
                              <m:oMathParaPr>
                                <m:jc m:val="centerGroup"/>
                              </m:oMathParaPr>
                              <m:oMath xmlns:m="http://schemas.openxmlformats.org/officeDocument/2006/math">
                                <m:r>
                                  <m:rPr>
                                    <m:nor/>
                                  </m:rPr>
                                  <a:rPr lang="en-US" altLang="zh-TW" b="0" i="0" smtClean="0">
                                    <a:latin typeface="Cambria Math" panose="02040503050406030204" pitchFamily="18" charset="0"/>
                                  </a:rPr>
                                  <m:t>W</m:t>
                                </m:r>
                              </m:oMath>
                            </m:oMathPara>
                          </a14:m>
                          <a:endParaRPr lang="zh-TW" altLang="en-US"/>
                        </a:p>
                      </a:txBody>
                      <a:tcPr/>
                    </a:tc>
                    <a:tc>
                      <a:txBody>
                        <a:bodyPr/>
                        <a:lstStyle/>
                        <a:p>
                          <a:r>
                            <a:rPr lang="zh-TW" altLang="en-US"/>
                            <a:t>火箭重</a:t>
                          </a:r>
                        </a:p>
                      </a:txBody>
                      <a:tcPr/>
                    </a:tc>
                    <a:tc>
                      <a:txBody>
                        <a:bodyPr/>
                        <a:lstStyle/>
                        <a:p>
                          <a:r>
                            <a:rPr lang="en-US" altLang="zh-TW"/>
                            <a:t>28.535*g</a:t>
                          </a:r>
                          <a:endParaRPr lang="zh-TW" altLang="en-US"/>
                        </a:p>
                      </a:txBody>
                      <a:tcPr/>
                    </a:tc>
                    <a:extLst>
                      <a:ext uri="{0D108BD9-81ED-4DB2-BD59-A6C34878D82A}">
                        <a16:rowId xmlns:a16="http://schemas.microsoft.com/office/drawing/2014/main" val="2378844341"/>
                      </a:ext>
                    </a:extLst>
                  </a:tr>
                  <a:tr h="273932">
                    <a:tc>
                      <a:txBody>
                        <a:bodyPr/>
                        <a:lstStyle/>
                        <a:p>
                          <a:pPr/>
                          <a14:m>
                            <m:oMathPara xmlns:m="http://schemas.openxmlformats.org/officeDocument/2006/math">
                              <m:oMathParaPr>
                                <m:jc m:val="centerGroup"/>
                              </m:oMathParaPr>
                              <m:oMath xmlns:m="http://schemas.openxmlformats.org/officeDocument/2006/math">
                                <m:r>
                                  <m:rPr>
                                    <m:nor/>
                                  </m:rPr>
                                  <a:rPr lang="en-US" altLang="zh-TW" b="0" i="0" smtClean="0">
                                    <a:latin typeface="Cambria Math" panose="02040503050406030204" pitchFamily="18" charset="0"/>
                                  </a:rPr>
                                  <m:t>S</m:t>
                                </m:r>
                              </m:oMath>
                            </m:oMathPara>
                          </a14:m>
                          <a:endParaRPr lang="zh-TW" altLang="en-US"/>
                        </a:p>
                      </a:txBody>
                      <a:tcPr/>
                    </a:tc>
                    <a:tc>
                      <a:txBody>
                        <a:bodyPr/>
                        <a:lstStyle/>
                        <a:p>
                          <a:r>
                            <a:rPr lang="zh-TW" altLang="en-US"/>
                            <a:t>名義面積</a:t>
                          </a:r>
                        </a:p>
                      </a:txBody>
                      <a:tcPr/>
                    </a:tc>
                    <a:tc>
                      <a:txBody>
                        <a:bodyPr/>
                        <a:lstStyle/>
                        <a:p>
                          <a:r>
                            <a:rPr lang="zh-TW" altLang="en-US"/>
                            <a:t>所求</a:t>
                          </a:r>
                        </a:p>
                      </a:txBody>
                      <a:tcPr/>
                    </a:tc>
                    <a:extLst>
                      <a:ext uri="{0D108BD9-81ED-4DB2-BD59-A6C34878D82A}">
                        <a16:rowId xmlns:a16="http://schemas.microsoft.com/office/drawing/2014/main" val="1829045471"/>
                      </a:ext>
                    </a:extLst>
                  </a:tr>
                  <a:tr h="273932">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𝑑</m:t>
                                    </m:r>
                                  </m:sub>
                                </m:sSub>
                              </m:oMath>
                            </m:oMathPara>
                          </a14:m>
                          <a:endParaRPr lang="zh-TW" altLang="en-US"/>
                        </a:p>
                      </a:txBody>
                      <a:tcPr/>
                    </a:tc>
                    <a:tc>
                      <a:txBody>
                        <a:bodyPr/>
                        <a:lstStyle/>
                        <a:p>
                          <a:r>
                            <a:rPr lang="zh-TW" altLang="en-US"/>
                            <a:t>阻力係數</a:t>
                          </a:r>
                        </a:p>
                      </a:txBody>
                      <a:tcPr/>
                    </a:tc>
                    <a:tc>
                      <a:txBody>
                        <a:bodyPr/>
                        <a:lstStyle/>
                        <a:p>
                          <a:r>
                            <a:rPr lang="en-US" altLang="zh-TW"/>
                            <a:t>0.75</a:t>
                          </a:r>
                          <a:endParaRPr lang="zh-TW" altLang="en-US"/>
                        </a:p>
                      </a:txBody>
                      <a:tcPr/>
                    </a:tc>
                    <a:extLst>
                      <a:ext uri="{0D108BD9-81ED-4DB2-BD59-A6C34878D82A}">
                        <a16:rowId xmlns:a16="http://schemas.microsoft.com/office/drawing/2014/main" val="3170729175"/>
                      </a:ext>
                    </a:extLst>
                  </a:tr>
                  <a:tr h="273932">
                    <a:tc>
                      <a:txBody>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𝜌</m:t>
                                </m:r>
                              </m:oMath>
                            </m:oMathPara>
                          </a14:m>
                          <a:endParaRPr lang="zh-TW" altLang="en-US"/>
                        </a:p>
                      </a:txBody>
                      <a:tcPr/>
                    </a:tc>
                    <a:tc>
                      <a:txBody>
                        <a:bodyPr/>
                        <a:lstStyle/>
                        <a:p>
                          <a:r>
                            <a:rPr lang="zh-TW" altLang="en-US"/>
                            <a:t>空氣密度</a:t>
                          </a:r>
                        </a:p>
                      </a:txBody>
                      <a:tcPr/>
                    </a:tc>
                    <a:tc>
                      <a:txBody>
                        <a:bodyPr/>
                        <a:lstStyle/>
                        <a:p>
                          <a:r>
                            <a:rPr lang="en-US" altLang="zh-TW"/>
                            <a:t>1.1</a:t>
                          </a:r>
                          <a:endParaRPr lang="zh-TW" altLang="en-US"/>
                        </a:p>
                      </a:txBody>
                      <a:tcPr/>
                    </a:tc>
                    <a:extLst>
                      <a:ext uri="{0D108BD9-81ED-4DB2-BD59-A6C34878D82A}">
                        <a16:rowId xmlns:a16="http://schemas.microsoft.com/office/drawing/2014/main" val="3001541235"/>
                      </a:ext>
                    </a:extLst>
                  </a:tr>
                </a:tbl>
              </a:graphicData>
            </a:graphic>
          </p:graphicFrame>
        </mc:Choice>
        <mc:Fallback xmlns="">
          <p:graphicFrame>
            <p:nvGraphicFramePr>
              <p:cNvPr id="11" name="表格 10">
                <a:extLst>
                  <a:ext uri="{FF2B5EF4-FFF2-40B4-BE49-F238E27FC236}">
                    <a16:creationId xmlns:a16="http://schemas.microsoft.com/office/drawing/2014/main" id="{25FCBD84-0D21-2C11-D356-BD29D1D9DBE7}"/>
                  </a:ext>
                </a:extLst>
              </p:cNvPr>
              <p:cNvGraphicFramePr>
                <a:graphicFrameLocks noGrp="1"/>
              </p:cNvGraphicFramePr>
              <p:nvPr>
                <p:extLst>
                  <p:ext uri="{D42A27DB-BD31-4B8C-83A1-F6EECF244321}">
                    <p14:modId xmlns:p14="http://schemas.microsoft.com/office/powerpoint/2010/main" val="2603825527"/>
                  </p:ext>
                </p:extLst>
              </p:nvPr>
            </p:nvGraphicFramePr>
            <p:xfrm>
              <a:off x="838201" y="3935370"/>
              <a:ext cx="4451349" cy="2194560"/>
            </p:xfrm>
            <a:graphic>
              <a:graphicData uri="http://schemas.openxmlformats.org/drawingml/2006/table">
                <a:tbl>
                  <a:tblPr firstRow="1" bandRow="1">
                    <a:tableStyleId>{5C22544A-7EE6-4342-B048-85BDC9FD1C3A}</a:tableStyleId>
                  </a:tblPr>
                  <a:tblGrid>
                    <a:gridCol w="1483783">
                      <a:extLst>
                        <a:ext uri="{9D8B030D-6E8A-4147-A177-3AD203B41FA5}">
                          <a16:colId xmlns:a16="http://schemas.microsoft.com/office/drawing/2014/main" val="2136083221"/>
                        </a:ext>
                      </a:extLst>
                    </a:gridCol>
                    <a:gridCol w="1483783">
                      <a:extLst>
                        <a:ext uri="{9D8B030D-6E8A-4147-A177-3AD203B41FA5}">
                          <a16:colId xmlns:a16="http://schemas.microsoft.com/office/drawing/2014/main" val="1621073932"/>
                        </a:ext>
                      </a:extLst>
                    </a:gridCol>
                    <a:gridCol w="1483783">
                      <a:extLst>
                        <a:ext uri="{9D8B030D-6E8A-4147-A177-3AD203B41FA5}">
                          <a16:colId xmlns:a16="http://schemas.microsoft.com/office/drawing/2014/main" val="2480966885"/>
                        </a:ext>
                      </a:extLst>
                    </a:gridCol>
                  </a:tblGrid>
                  <a:tr h="365760">
                    <a:tc>
                      <a:txBody>
                        <a:bodyPr/>
                        <a:lstStyle/>
                        <a:p>
                          <a:r>
                            <a:rPr lang="zh-TW" altLang="en-US"/>
                            <a:t>符號</a:t>
                          </a:r>
                        </a:p>
                      </a:txBody>
                      <a:tcPr/>
                    </a:tc>
                    <a:tc>
                      <a:txBody>
                        <a:bodyPr/>
                        <a:lstStyle/>
                        <a:p>
                          <a:r>
                            <a:rPr lang="zh-TW" altLang="en-US"/>
                            <a:t>意義</a:t>
                          </a:r>
                        </a:p>
                      </a:txBody>
                      <a:tcPr/>
                    </a:tc>
                    <a:tc>
                      <a:txBody>
                        <a:bodyPr/>
                        <a:lstStyle/>
                        <a:p>
                          <a:r>
                            <a:rPr lang="zh-TW" altLang="en-US"/>
                            <a:t>數值</a:t>
                          </a:r>
                        </a:p>
                      </a:txBody>
                      <a:tcPr/>
                    </a:tc>
                    <a:extLst>
                      <a:ext uri="{0D108BD9-81ED-4DB2-BD59-A6C34878D82A}">
                        <a16:rowId xmlns:a16="http://schemas.microsoft.com/office/drawing/2014/main" val="591182978"/>
                      </a:ext>
                    </a:extLst>
                  </a:tr>
                  <a:tr h="365760">
                    <a:tc>
                      <a:txBody>
                        <a:bodyPr/>
                        <a:lstStyle/>
                        <a:p>
                          <a:endParaRPr lang="en-US"/>
                        </a:p>
                      </a:txBody>
                      <a:tcPr>
                        <a:blipFill>
                          <a:blip r:embed="rId3"/>
                          <a:stretch>
                            <a:fillRect l="-410" t="-108333" r="-201230" b="-428333"/>
                          </a:stretch>
                        </a:blipFill>
                      </a:tcPr>
                    </a:tc>
                    <a:tc>
                      <a:txBody>
                        <a:bodyPr/>
                        <a:lstStyle/>
                        <a:p>
                          <a:r>
                            <a:rPr lang="zh-TW" altLang="en-US"/>
                            <a:t>終端速度</a:t>
                          </a:r>
                        </a:p>
                      </a:txBody>
                      <a:tcPr/>
                    </a:tc>
                    <a:tc>
                      <a:txBody>
                        <a:bodyPr/>
                        <a:lstStyle/>
                        <a:p>
                          <a:r>
                            <a:rPr lang="en-US" altLang="zh-TW"/>
                            <a:t>10</a:t>
                          </a:r>
                          <a:endParaRPr lang="zh-TW" altLang="en-US"/>
                        </a:p>
                      </a:txBody>
                      <a:tcPr/>
                    </a:tc>
                    <a:extLst>
                      <a:ext uri="{0D108BD9-81ED-4DB2-BD59-A6C34878D82A}">
                        <a16:rowId xmlns:a16="http://schemas.microsoft.com/office/drawing/2014/main" val="2487701231"/>
                      </a:ext>
                    </a:extLst>
                  </a:tr>
                  <a:tr h="365760">
                    <a:tc>
                      <a:txBody>
                        <a:bodyPr/>
                        <a:lstStyle/>
                        <a:p>
                          <a:endParaRPr lang="en-US"/>
                        </a:p>
                      </a:txBody>
                      <a:tcPr>
                        <a:blipFill>
                          <a:blip r:embed="rId3"/>
                          <a:stretch>
                            <a:fillRect l="-410" t="-204918" r="-201230" b="-321311"/>
                          </a:stretch>
                        </a:blipFill>
                      </a:tcPr>
                    </a:tc>
                    <a:tc>
                      <a:txBody>
                        <a:bodyPr/>
                        <a:lstStyle/>
                        <a:p>
                          <a:r>
                            <a:rPr lang="zh-TW" altLang="en-US"/>
                            <a:t>火箭重</a:t>
                          </a:r>
                        </a:p>
                      </a:txBody>
                      <a:tcPr/>
                    </a:tc>
                    <a:tc>
                      <a:txBody>
                        <a:bodyPr/>
                        <a:lstStyle/>
                        <a:p>
                          <a:r>
                            <a:rPr lang="en-US" altLang="zh-TW"/>
                            <a:t>28.535*g</a:t>
                          </a:r>
                          <a:endParaRPr lang="zh-TW" altLang="en-US"/>
                        </a:p>
                      </a:txBody>
                      <a:tcPr/>
                    </a:tc>
                    <a:extLst>
                      <a:ext uri="{0D108BD9-81ED-4DB2-BD59-A6C34878D82A}">
                        <a16:rowId xmlns:a16="http://schemas.microsoft.com/office/drawing/2014/main" val="2378844341"/>
                      </a:ext>
                    </a:extLst>
                  </a:tr>
                  <a:tr h="365760">
                    <a:tc>
                      <a:txBody>
                        <a:bodyPr/>
                        <a:lstStyle/>
                        <a:p>
                          <a:endParaRPr lang="en-US"/>
                        </a:p>
                      </a:txBody>
                      <a:tcPr>
                        <a:blipFill>
                          <a:blip r:embed="rId3"/>
                          <a:stretch>
                            <a:fillRect l="-410" t="-310000" r="-201230" b="-226667"/>
                          </a:stretch>
                        </a:blipFill>
                      </a:tcPr>
                    </a:tc>
                    <a:tc>
                      <a:txBody>
                        <a:bodyPr/>
                        <a:lstStyle/>
                        <a:p>
                          <a:r>
                            <a:rPr lang="zh-TW" altLang="en-US"/>
                            <a:t>名義面積</a:t>
                          </a:r>
                        </a:p>
                      </a:txBody>
                      <a:tcPr/>
                    </a:tc>
                    <a:tc>
                      <a:txBody>
                        <a:bodyPr/>
                        <a:lstStyle/>
                        <a:p>
                          <a:r>
                            <a:rPr lang="zh-TW" altLang="en-US"/>
                            <a:t>所求</a:t>
                          </a:r>
                        </a:p>
                      </a:txBody>
                      <a:tcPr/>
                    </a:tc>
                    <a:extLst>
                      <a:ext uri="{0D108BD9-81ED-4DB2-BD59-A6C34878D82A}">
                        <a16:rowId xmlns:a16="http://schemas.microsoft.com/office/drawing/2014/main" val="1829045471"/>
                      </a:ext>
                    </a:extLst>
                  </a:tr>
                  <a:tr h="365760">
                    <a:tc>
                      <a:txBody>
                        <a:bodyPr/>
                        <a:lstStyle/>
                        <a:p>
                          <a:endParaRPr lang="en-US"/>
                        </a:p>
                      </a:txBody>
                      <a:tcPr>
                        <a:blipFill>
                          <a:blip r:embed="rId3"/>
                          <a:stretch>
                            <a:fillRect l="-410" t="-410000" r="-201230" b="-126667"/>
                          </a:stretch>
                        </a:blipFill>
                      </a:tcPr>
                    </a:tc>
                    <a:tc>
                      <a:txBody>
                        <a:bodyPr/>
                        <a:lstStyle/>
                        <a:p>
                          <a:r>
                            <a:rPr lang="zh-TW" altLang="en-US"/>
                            <a:t>阻力係數</a:t>
                          </a:r>
                        </a:p>
                      </a:txBody>
                      <a:tcPr/>
                    </a:tc>
                    <a:tc>
                      <a:txBody>
                        <a:bodyPr/>
                        <a:lstStyle/>
                        <a:p>
                          <a:r>
                            <a:rPr lang="en-US" altLang="zh-TW"/>
                            <a:t>0.75</a:t>
                          </a:r>
                          <a:endParaRPr lang="zh-TW" altLang="en-US"/>
                        </a:p>
                      </a:txBody>
                      <a:tcPr/>
                    </a:tc>
                    <a:extLst>
                      <a:ext uri="{0D108BD9-81ED-4DB2-BD59-A6C34878D82A}">
                        <a16:rowId xmlns:a16="http://schemas.microsoft.com/office/drawing/2014/main" val="3170729175"/>
                      </a:ext>
                    </a:extLst>
                  </a:tr>
                  <a:tr h="365760">
                    <a:tc>
                      <a:txBody>
                        <a:bodyPr/>
                        <a:lstStyle/>
                        <a:p>
                          <a:endParaRPr lang="en-US"/>
                        </a:p>
                      </a:txBody>
                      <a:tcPr>
                        <a:blipFill>
                          <a:blip r:embed="rId3"/>
                          <a:stretch>
                            <a:fillRect l="-410" t="-510000" r="-201230" b="-26667"/>
                          </a:stretch>
                        </a:blipFill>
                      </a:tcPr>
                    </a:tc>
                    <a:tc>
                      <a:txBody>
                        <a:bodyPr/>
                        <a:lstStyle/>
                        <a:p>
                          <a:r>
                            <a:rPr lang="zh-TW" altLang="en-US"/>
                            <a:t>空氣密度</a:t>
                          </a:r>
                        </a:p>
                      </a:txBody>
                      <a:tcPr/>
                    </a:tc>
                    <a:tc>
                      <a:txBody>
                        <a:bodyPr/>
                        <a:lstStyle/>
                        <a:p>
                          <a:r>
                            <a:rPr lang="en-US" altLang="zh-TW"/>
                            <a:t>1.1</a:t>
                          </a:r>
                          <a:endParaRPr lang="zh-TW" altLang="en-US"/>
                        </a:p>
                      </a:txBody>
                      <a:tcPr/>
                    </a:tc>
                    <a:extLst>
                      <a:ext uri="{0D108BD9-81ED-4DB2-BD59-A6C34878D82A}">
                        <a16:rowId xmlns:a16="http://schemas.microsoft.com/office/drawing/2014/main" val="3001541235"/>
                      </a:ext>
                    </a:extLst>
                  </a:tr>
                </a:tbl>
              </a:graphicData>
            </a:graphic>
          </p:graphicFrame>
        </mc:Fallback>
      </mc:AlternateContent>
      <p:sp>
        <p:nvSpPr>
          <p:cNvPr id="12" name="內容版面配置區 5">
            <a:extLst>
              <a:ext uri="{FF2B5EF4-FFF2-40B4-BE49-F238E27FC236}">
                <a16:creationId xmlns:a16="http://schemas.microsoft.com/office/drawing/2014/main" id="{5E20C1D3-97F4-2091-B3E9-E83123C04FC9}"/>
              </a:ext>
            </a:extLst>
          </p:cNvPr>
          <p:cNvSpPr txBox="1">
            <a:spLocks/>
          </p:cNvSpPr>
          <p:nvPr/>
        </p:nvSpPr>
        <p:spPr>
          <a:xfrm>
            <a:off x="698500" y="1441251"/>
            <a:ext cx="3168650" cy="18742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TW" altLang="en-US" sz="2400"/>
              <a:t>根據終端速度公式</a:t>
            </a:r>
          </a:p>
        </p:txBody>
      </p:sp>
      <p:sp>
        <p:nvSpPr>
          <p:cNvPr id="13" name="內容版面配置區 5">
            <a:extLst>
              <a:ext uri="{FF2B5EF4-FFF2-40B4-BE49-F238E27FC236}">
                <a16:creationId xmlns:a16="http://schemas.microsoft.com/office/drawing/2014/main" id="{09006CAB-AB1E-D2FB-449F-E114EC92140C}"/>
              </a:ext>
            </a:extLst>
          </p:cNvPr>
          <p:cNvSpPr txBox="1">
            <a:spLocks/>
          </p:cNvSpPr>
          <p:nvPr/>
        </p:nvSpPr>
        <p:spPr>
          <a:xfrm>
            <a:off x="6032500" y="1441250"/>
            <a:ext cx="3168650" cy="18742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TW" altLang="en-US" sz="2400"/>
              <a:t>解方程式得到</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1B3AF232-E273-8816-AD2D-1736BE7D08C3}"/>
                  </a:ext>
                </a:extLst>
              </p:cNvPr>
              <p:cNvSpPr txBox="1"/>
              <p:nvPr/>
            </p:nvSpPr>
            <p:spPr>
              <a:xfrm>
                <a:off x="6305550" y="2070617"/>
                <a:ext cx="1254126" cy="307777"/>
              </a:xfrm>
              <a:prstGeom prst="rect">
                <a:avLst/>
              </a:prstGeom>
              <a:noFill/>
            </p:spPr>
            <p:txBody>
              <a:bodyPr wrap="none" lIns="0" tIns="0" rIns="0" bIns="0" rtlCol="0">
                <a:spAutoFit/>
              </a:bodyPr>
              <a:lstStyle/>
              <a:p>
                <a14:m>
                  <m:oMath xmlns:m="http://schemas.openxmlformats.org/officeDocument/2006/math">
                    <m:r>
                      <m:rPr>
                        <m:sty m:val="p"/>
                      </m:rPr>
                      <a:rPr lang="en-US" altLang="zh-TW" sz="2000" i="1" smtClean="0">
                        <a:solidFill>
                          <a:schemeClr val="bg1"/>
                        </a:solidFill>
                        <a:latin typeface="Cambria Math" panose="02040503050406030204" pitchFamily="18" charset="0"/>
                      </a:rPr>
                      <m:t>S</m:t>
                    </m:r>
                  </m:oMath>
                </a14:m>
                <a:r>
                  <a:rPr lang="zh-TW" altLang="en-US" sz="2000">
                    <a:solidFill>
                      <a:schemeClr val="bg1"/>
                    </a:solidFill>
                  </a:rPr>
                  <a:t> </a:t>
                </a:r>
                <a:r>
                  <a:rPr lang="en-US" altLang="zh-TW" sz="2000">
                    <a:solidFill>
                      <a:schemeClr val="bg1"/>
                    </a:solidFill>
                  </a:rPr>
                  <a:t>=</a:t>
                </a:r>
                <a:r>
                  <a:rPr lang="zh-TW" altLang="en-US" sz="2000">
                    <a:solidFill>
                      <a:schemeClr val="bg1"/>
                    </a:solidFill>
                  </a:rPr>
                  <a:t> </a:t>
                </a:r>
                <a:r>
                  <a:rPr lang="en-US" altLang="zh-TW" sz="2000">
                    <a:solidFill>
                      <a:schemeClr val="bg1"/>
                    </a:solidFill>
                  </a:rPr>
                  <a:t>6.78</a:t>
                </a:r>
                <a14:m>
                  <m:oMath xmlns:m="http://schemas.openxmlformats.org/officeDocument/2006/math">
                    <m:sSup>
                      <m:sSupPr>
                        <m:ctrlPr>
                          <a:rPr lang="en-US" altLang="zh-TW" sz="2000" i="1" smtClean="0">
                            <a:solidFill>
                              <a:schemeClr val="bg1"/>
                            </a:solidFill>
                            <a:latin typeface="Cambria Math" panose="02040503050406030204" pitchFamily="18" charset="0"/>
                          </a:rPr>
                        </m:ctrlPr>
                      </m:sSupPr>
                      <m:e>
                        <m:r>
                          <a:rPr lang="en-US" altLang="zh-TW" sz="2000" b="0" i="1" smtClean="0">
                            <a:solidFill>
                              <a:schemeClr val="bg1"/>
                            </a:solidFill>
                            <a:latin typeface="Cambria Math" panose="02040503050406030204" pitchFamily="18" charset="0"/>
                          </a:rPr>
                          <m:t>𝑚</m:t>
                        </m:r>
                      </m:e>
                      <m:sup>
                        <m:r>
                          <a:rPr lang="en-US" altLang="zh-TW" sz="2000" b="0" i="1" smtClean="0">
                            <a:solidFill>
                              <a:schemeClr val="bg1"/>
                            </a:solidFill>
                            <a:latin typeface="Cambria Math" panose="02040503050406030204" pitchFamily="18" charset="0"/>
                          </a:rPr>
                          <m:t>2</m:t>
                        </m:r>
                      </m:sup>
                    </m:sSup>
                  </m:oMath>
                </a14:m>
                <a:endParaRPr lang="zh-TW" altLang="en-US" sz="2000">
                  <a:solidFill>
                    <a:schemeClr val="bg1"/>
                  </a:solidFill>
                </a:endParaRPr>
              </a:p>
            </p:txBody>
          </p:sp>
        </mc:Choice>
        <mc:Fallback xmlns="">
          <p:sp>
            <p:nvSpPr>
              <p:cNvPr id="14" name="文字方塊 13">
                <a:extLst>
                  <a:ext uri="{FF2B5EF4-FFF2-40B4-BE49-F238E27FC236}">
                    <a16:creationId xmlns:a16="http://schemas.microsoft.com/office/drawing/2014/main" id="{1B3AF232-E273-8816-AD2D-1736BE7D08C3}"/>
                  </a:ext>
                </a:extLst>
              </p:cNvPr>
              <p:cNvSpPr txBox="1">
                <a:spLocks noRot="1" noChangeAspect="1" noMove="1" noResize="1" noEditPoints="1" noAdjustHandles="1" noChangeArrowheads="1" noChangeShapeType="1" noTextEdit="1"/>
              </p:cNvSpPr>
              <p:nvPr/>
            </p:nvSpPr>
            <p:spPr>
              <a:xfrm>
                <a:off x="6305550" y="2070617"/>
                <a:ext cx="1254126" cy="307777"/>
              </a:xfrm>
              <a:prstGeom prst="rect">
                <a:avLst/>
              </a:prstGeom>
              <a:blipFill>
                <a:blip r:embed="rId4"/>
                <a:stretch>
                  <a:fillRect l="-6796" t="-24000" r="-2913" b="-52000"/>
                </a:stretch>
              </a:blipFill>
            </p:spPr>
            <p:txBody>
              <a:bodyPr/>
              <a:lstStyle/>
              <a:p>
                <a:r>
                  <a:rPr lang="en-US">
                    <a:noFill/>
                  </a:rPr>
                  <a:t> </a:t>
                </a:r>
              </a:p>
            </p:txBody>
          </p:sp>
        </mc:Fallback>
      </mc:AlternateContent>
      <p:sp>
        <p:nvSpPr>
          <p:cNvPr id="15" name="內容版面配置區 5">
            <a:extLst>
              <a:ext uri="{FF2B5EF4-FFF2-40B4-BE49-F238E27FC236}">
                <a16:creationId xmlns:a16="http://schemas.microsoft.com/office/drawing/2014/main" id="{D7DDE6ED-7C69-78A9-37EA-381470B2F750}"/>
              </a:ext>
            </a:extLst>
          </p:cNvPr>
          <p:cNvSpPr txBox="1">
            <a:spLocks/>
          </p:cNvSpPr>
          <p:nvPr/>
        </p:nvSpPr>
        <p:spPr>
          <a:xfrm>
            <a:off x="6032500" y="2927150"/>
            <a:ext cx="3168650" cy="18742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TW" altLang="en-US" sz="2400"/>
              <a:t>根據面積求名義直徑</a:t>
            </a:r>
          </a:p>
        </p:txBody>
      </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BDA76C54-AD44-F97E-DAEA-D910B2C0E134}"/>
                  </a:ext>
                </a:extLst>
              </p:cNvPr>
              <p:cNvSpPr txBox="1"/>
              <p:nvPr/>
            </p:nvSpPr>
            <p:spPr>
              <a:xfrm>
                <a:off x="6305550" y="3556517"/>
                <a:ext cx="1849994" cy="626325"/>
              </a:xfrm>
              <a:prstGeom prst="rect">
                <a:avLst/>
              </a:prstGeom>
              <a:noFill/>
            </p:spPr>
            <p:txBody>
              <a:bodyPr wrap="none" lIns="0" tIns="0" rIns="0" bIns="0" rtlCol="0">
                <a:spAutoFit/>
              </a:bodyPr>
              <a:lstStyle/>
              <a:p>
                <a14:m>
                  <m:oMath xmlns:m="http://schemas.openxmlformats.org/officeDocument/2006/math">
                    <m:r>
                      <m:rPr>
                        <m:sty m:val="p"/>
                      </m:rPr>
                      <a:rPr lang="en-US" altLang="zh-TW" sz="2000" i="1">
                        <a:solidFill>
                          <a:schemeClr val="bg1"/>
                        </a:solidFill>
                        <a:latin typeface="Cambria Math" panose="02040503050406030204" pitchFamily="18" charset="0"/>
                      </a:rPr>
                      <m:t>D</m:t>
                    </m:r>
                  </m:oMath>
                </a14:m>
                <a:r>
                  <a:rPr lang="zh-TW" altLang="en-US" sz="2000">
                    <a:solidFill>
                      <a:schemeClr val="bg1"/>
                    </a:solidFill>
                  </a:rPr>
                  <a:t> </a:t>
                </a:r>
                <a:r>
                  <a:rPr lang="en-US" altLang="zh-TW" sz="2000">
                    <a:solidFill>
                      <a:schemeClr val="bg1"/>
                    </a:solidFill>
                  </a:rPr>
                  <a:t>=</a:t>
                </a:r>
                <a:r>
                  <a:rPr lang="zh-TW" altLang="en-US" sz="2000">
                    <a:solidFill>
                      <a:schemeClr val="bg1"/>
                    </a:solidFill>
                  </a:rPr>
                  <a:t> </a:t>
                </a:r>
                <a14:m>
                  <m:oMath xmlns:m="http://schemas.openxmlformats.org/officeDocument/2006/math">
                    <m:rad>
                      <m:radPr>
                        <m:degHide m:val="on"/>
                        <m:ctrlPr>
                          <a:rPr lang="zh-TW" altLang="en-US" sz="2000" i="1" smtClean="0">
                            <a:solidFill>
                              <a:schemeClr val="bg1"/>
                            </a:solidFill>
                            <a:latin typeface="Cambria Math" panose="02040503050406030204" pitchFamily="18" charset="0"/>
                          </a:rPr>
                        </m:ctrlPr>
                      </m:radPr>
                      <m:deg/>
                      <m:e>
                        <m:f>
                          <m:fPr>
                            <m:ctrlPr>
                              <a:rPr lang="en-US" altLang="zh-TW" sz="2000" i="1" smtClean="0">
                                <a:solidFill>
                                  <a:schemeClr val="bg1"/>
                                </a:solidFill>
                                <a:latin typeface="Cambria Math" panose="02040503050406030204" pitchFamily="18" charset="0"/>
                              </a:rPr>
                            </m:ctrlPr>
                          </m:fPr>
                          <m:num>
                            <m:r>
                              <a:rPr lang="en-US" altLang="zh-TW" sz="2000" i="1">
                                <a:solidFill>
                                  <a:schemeClr val="bg1"/>
                                </a:solidFill>
                                <a:latin typeface="Cambria Math" panose="02040503050406030204" pitchFamily="18" charset="0"/>
                              </a:rPr>
                              <m:t>4</m:t>
                            </m:r>
                            <m:r>
                              <m:rPr>
                                <m:sty m:val="p"/>
                              </m:rPr>
                              <a:rPr lang="en-US" altLang="zh-TW" sz="2000" i="1" smtClean="0">
                                <a:solidFill>
                                  <a:schemeClr val="bg1"/>
                                </a:solidFill>
                                <a:latin typeface="Cambria Math" panose="02040503050406030204" pitchFamily="18" charset="0"/>
                              </a:rPr>
                              <m:t>S</m:t>
                            </m:r>
                          </m:num>
                          <m:den>
                            <m:r>
                              <a:rPr lang="zh-TW" altLang="en-US" sz="2000" i="1" smtClean="0">
                                <a:solidFill>
                                  <a:schemeClr val="bg1"/>
                                </a:solidFill>
                                <a:latin typeface="Cambria Math" panose="02040503050406030204" pitchFamily="18" charset="0"/>
                              </a:rPr>
                              <m:t>𝜋</m:t>
                            </m:r>
                          </m:den>
                        </m:f>
                      </m:e>
                    </m:rad>
                  </m:oMath>
                </a14:m>
                <a:r>
                  <a:rPr lang="zh-TW" altLang="en-US" sz="2000">
                    <a:solidFill>
                      <a:schemeClr val="bg1"/>
                    </a:solidFill>
                  </a:rPr>
                  <a:t> </a:t>
                </a:r>
                <a:r>
                  <a:rPr lang="en-US" altLang="zh-TW" sz="2000">
                    <a:solidFill>
                      <a:schemeClr val="bg1"/>
                    </a:solidFill>
                  </a:rPr>
                  <a:t>=</a:t>
                </a:r>
                <a:r>
                  <a:rPr lang="zh-TW" altLang="en-US" sz="2000">
                    <a:solidFill>
                      <a:schemeClr val="bg1"/>
                    </a:solidFill>
                  </a:rPr>
                  <a:t> </a:t>
                </a:r>
                <a14:m>
                  <m:oMath xmlns:m="http://schemas.openxmlformats.org/officeDocument/2006/math">
                    <m:r>
                      <a:rPr lang="en-US" altLang="zh-TW" sz="2000" i="1">
                        <a:solidFill>
                          <a:schemeClr val="bg1"/>
                        </a:solidFill>
                        <a:latin typeface="Cambria Math" panose="02040503050406030204" pitchFamily="18" charset="0"/>
                      </a:rPr>
                      <m:t>2</m:t>
                    </m:r>
                    <m:r>
                      <a:rPr lang="en-US" altLang="zh-TW" sz="2000" i="1" smtClean="0">
                        <a:solidFill>
                          <a:schemeClr val="bg1"/>
                        </a:solidFill>
                        <a:latin typeface="Cambria Math" panose="02040503050406030204" pitchFamily="18" charset="0"/>
                      </a:rPr>
                      <m:t>.</m:t>
                    </m:r>
                  </m:oMath>
                </a14:m>
                <a:r>
                  <a:rPr lang="en-US" altLang="zh-TW" sz="2000">
                    <a:solidFill>
                      <a:schemeClr val="bg1"/>
                    </a:solidFill>
                  </a:rPr>
                  <a:t>94m</a:t>
                </a:r>
                <a:endParaRPr lang="zh-TW" altLang="en-US" sz="2000">
                  <a:solidFill>
                    <a:schemeClr val="bg1"/>
                  </a:solidFill>
                </a:endParaRPr>
              </a:p>
            </p:txBody>
          </p:sp>
        </mc:Choice>
        <mc:Fallback xmlns="">
          <p:sp>
            <p:nvSpPr>
              <p:cNvPr id="16" name="文字方塊 15">
                <a:extLst>
                  <a:ext uri="{FF2B5EF4-FFF2-40B4-BE49-F238E27FC236}">
                    <a16:creationId xmlns:a16="http://schemas.microsoft.com/office/drawing/2014/main" id="{BDA76C54-AD44-F97E-DAEA-D910B2C0E134}"/>
                  </a:ext>
                </a:extLst>
              </p:cNvPr>
              <p:cNvSpPr txBox="1">
                <a:spLocks noRot="1" noChangeAspect="1" noMove="1" noResize="1" noEditPoints="1" noAdjustHandles="1" noChangeArrowheads="1" noChangeShapeType="1" noTextEdit="1"/>
              </p:cNvSpPr>
              <p:nvPr/>
            </p:nvSpPr>
            <p:spPr>
              <a:xfrm>
                <a:off x="6305550" y="3556517"/>
                <a:ext cx="1849994" cy="626325"/>
              </a:xfrm>
              <a:prstGeom prst="rect">
                <a:avLst/>
              </a:prstGeom>
              <a:blipFill>
                <a:blip r:embed="rId5"/>
                <a:stretch>
                  <a:fillRect r="-7895" b="-2913"/>
                </a:stretch>
              </a:blipFill>
            </p:spPr>
            <p:txBody>
              <a:bodyPr/>
              <a:lstStyle/>
              <a:p>
                <a:r>
                  <a:rPr lang="en-US">
                    <a:noFill/>
                  </a:rPr>
                  <a:t> </a:t>
                </a:r>
              </a:p>
            </p:txBody>
          </p:sp>
        </mc:Fallback>
      </mc:AlternateContent>
    </p:spTree>
    <p:extLst>
      <p:ext uri="{BB962C8B-B14F-4D97-AF65-F5344CB8AC3E}">
        <p14:creationId xmlns:p14="http://schemas.microsoft.com/office/powerpoint/2010/main" val="408698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D108D-4127-E12E-4C48-4414128E8854}"/>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E03CEB1D-F4BB-1531-6B61-39794280A871}"/>
              </a:ext>
            </a:extLst>
          </p:cNvPr>
          <p:cNvSpPr>
            <a:spLocks noGrp="1"/>
          </p:cNvSpPr>
          <p:nvPr>
            <p:ph type="title"/>
          </p:nvPr>
        </p:nvSpPr>
        <p:spPr/>
        <p:txBody>
          <a:bodyPr/>
          <a:lstStyle/>
          <a:p>
            <a:r>
              <a:rPr lang="zh-TW" altLang="en-US"/>
              <a:t>傘繩長度及減震繩</a:t>
            </a:r>
          </a:p>
        </p:txBody>
      </p:sp>
      <p:sp>
        <p:nvSpPr>
          <p:cNvPr id="4" name="文字版面配置區 3">
            <a:extLst>
              <a:ext uri="{FF2B5EF4-FFF2-40B4-BE49-F238E27FC236}">
                <a16:creationId xmlns:a16="http://schemas.microsoft.com/office/drawing/2014/main" id="{0DA772DB-57FA-5836-5CC7-BDFA79A64FA7}"/>
              </a:ext>
            </a:extLst>
          </p:cNvPr>
          <p:cNvSpPr>
            <a:spLocks noGrp="1"/>
          </p:cNvSpPr>
          <p:nvPr>
            <p:ph type="body" sz="quarter" idx="10"/>
          </p:nvPr>
        </p:nvSpPr>
        <p:spPr/>
        <p:txBody>
          <a:bodyPr>
            <a:normAutofit fontScale="92500" lnSpcReduction="10000"/>
          </a:bodyPr>
          <a:lstStyle/>
          <a:p>
            <a:r>
              <a:rPr lang="zh-TW" altLang="en-US">
                <a:solidFill>
                  <a:srgbClr val="66FFCC"/>
                </a:solidFill>
              </a:rPr>
              <a:t>主傘其餘設計</a:t>
            </a:r>
          </a:p>
        </p:txBody>
      </p:sp>
      <mc:AlternateContent xmlns:mc="http://schemas.openxmlformats.org/markup-compatibility/2006" xmlns:a14="http://schemas.microsoft.com/office/drawing/2010/main">
        <mc:Choice Requires="a14">
          <p:sp>
            <p:nvSpPr>
              <p:cNvPr id="2" name="文字方塊 15">
                <a:extLst>
                  <a:ext uri="{FF2B5EF4-FFF2-40B4-BE49-F238E27FC236}">
                    <a16:creationId xmlns:a16="http://schemas.microsoft.com/office/drawing/2014/main" id="{8A6A3EEF-FAB6-4262-61E8-1E193CB0F5CA}"/>
                  </a:ext>
                </a:extLst>
              </p:cNvPr>
              <p:cNvSpPr txBox="1">
                <a:spLocks noGrp="1"/>
              </p:cNvSpPr>
              <p:nvPr>
                <p:ph idx="1"/>
              </p:nvPr>
            </p:nvSpPr>
            <p:spPr>
              <a:xfrm>
                <a:off x="399246" y="1928656"/>
                <a:ext cx="6220496" cy="4314001"/>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zh-TW" altLang="en-US" sz="2400">
                    <a:solidFill>
                      <a:schemeClr val="bg1"/>
                    </a:solidFill>
                    <a:latin typeface="微軟正黑體" panose="020B0604030504040204" pitchFamily="34" charset="-120"/>
                    <a:ea typeface="微軟正黑體" panose="020B0604030504040204" pitchFamily="34" charset="-120"/>
                  </a:rPr>
                  <a:t>傘繩長度主要影響阻力係數，關係如右圖所示</a:t>
                </a:r>
                <a:endParaRPr lang="en-US" altLang="zh-TW" sz="2400">
                  <a:solidFill>
                    <a:schemeClr val="bg1"/>
                  </a:solidFill>
                  <a:latin typeface="微軟正黑體" panose="020B0604030504040204" pitchFamily="34" charset="-120"/>
                  <a:ea typeface="微軟正黑體" panose="020B0604030504040204" pitchFamily="34" charset="-120"/>
                </a:endParaRPr>
              </a:p>
              <a:p>
                <a:endParaRPr lang="en-US" altLang="zh-TW" sz="2400">
                  <a:solidFill>
                    <a:schemeClr val="bg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400">
                    <a:solidFill>
                      <a:schemeClr val="bg1"/>
                    </a:solidFill>
                    <a:latin typeface="微軟正黑體" panose="020B0604030504040204" pitchFamily="34" charset="-120"/>
                    <a:ea typeface="微軟正黑體" panose="020B0604030504040204" pitchFamily="34" charset="-120"/>
                  </a:rPr>
                  <a:t>傘繩長度</a:t>
                </a:r>
                <a:r>
                  <a:rPr lang="en-US" altLang="zh-TW" sz="2400">
                    <a:solidFill>
                      <a:schemeClr val="bg1"/>
                    </a:solidFill>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sz="2400" i="1" smtClean="0">
                            <a:solidFill>
                              <a:schemeClr val="bg1"/>
                            </a:solidFill>
                            <a:latin typeface="Cambria Math" panose="02040503050406030204" pitchFamily="18" charset="0"/>
                          </a:rPr>
                        </m:ctrlPr>
                      </m:sSubPr>
                      <m:e>
                        <m:r>
                          <a:rPr lang="en-US" altLang="zh-TW" sz="2400" i="1" smtClean="0">
                            <a:solidFill>
                              <a:schemeClr val="bg1"/>
                            </a:solidFill>
                            <a:latin typeface="Cambria Math" panose="02040503050406030204" pitchFamily="18" charset="0"/>
                          </a:rPr>
                          <m:t>𝐿</m:t>
                        </m:r>
                      </m:e>
                      <m:sub>
                        <m:r>
                          <a:rPr lang="en-US" altLang="zh-TW" sz="2400" i="1" smtClean="0">
                            <a:solidFill>
                              <a:schemeClr val="bg1"/>
                            </a:solidFill>
                            <a:latin typeface="Cambria Math" panose="02040503050406030204" pitchFamily="18" charset="0"/>
                          </a:rPr>
                          <m:t>𝑒</m:t>
                        </m:r>
                      </m:sub>
                    </m:sSub>
                  </m:oMath>
                </a14:m>
                <a:r>
                  <a:rPr lang="en-US" altLang="zh-TW" sz="2400">
                    <a:solidFill>
                      <a:schemeClr val="bg1"/>
                    </a:solidFill>
                    <a:latin typeface="微軟正黑體" panose="020B0604030504040204" pitchFamily="34" charset="-120"/>
                    <a:ea typeface="微軟正黑體" panose="020B0604030504040204" pitchFamily="34" charset="-120"/>
                  </a:rPr>
                  <a:t>):</a:t>
                </a:r>
                <a:r>
                  <a:rPr lang="zh-TW" altLang="en-US" sz="2400">
                    <a:solidFill>
                      <a:schemeClr val="bg1"/>
                    </a:solidFill>
                    <a:latin typeface="微軟正黑體" panose="020B0604030504040204" pitchFamily="34" charset="-120"/>
                    <a:ea typeface="微軟正黑體" panose="020B0604030504040204" pitchFamily="34" charset="-120"/>
                  </a:rPr>
                  <a:t>傘布截面直徑</a:t>
                </a:r>
                <a:r>
                  <a:rPr lang="en-US" altLang="zh-TW" sz="2400">
                    <a:solidFill>
                      <a:schemeClr val="bg1"/>
                    </a:solidFill>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sz="2400" i="1">
                            <a:solidFill>
                              <a:schemeClr val="bg1"/>
                            </a:solidFill>
                            <a:latin typeface="Cambria Math" panose="02040503050406030204" pitchFamily="18" charset="0"/>
                          </a:rPr>
                        </m:ctrlPr>
                      </m:sSubPr>
                      <m:e>
                        <m:r>
                          <a:rPr lang="en-US" altLang="zh-TW" sz="2400" b="0" i="1" smtClean="0">
                            <a:solidFill>
                              <a:schemeClr val="bg1"/>
                            </a:solidFill>
                            <a:latin typeface="Cambria Math" panose="02040503050406030204" pitchFamily="18" charset="0"/>
                          </a:rPr>
                          <m:t>𝐷</m:t>
                        </m:r>
                      </m:e>
                      <m:sub>
                        <m:r>
                          <a:rPr lang="en-US" altLang="zh-TW" sz="2400" b="0" i="1" smtClean="0">
                            <a:solidFill>
                              <a:schemeClr val="bg1"/>
                            </a:solidFill>
                            <a:latin typeface="Cambria Math" panose="02040503050406030204" pitchFamily="18" charset="0"/>
                          </a:rPr>
                          <m:t>0</m:t>
                        </m:r>
                      </m:sub>
                    </m:sSub>
                    <m:r>
                      <a:rPr lang="en-US" altLang="zh-TW" sz="2400" b="0" i="1" smtClean="0">
                        <a:solidFill>
                          <a:schemeClr val="bg1"/>
                        </a:solidFill>
                        <a:latin typeface="Cambria Math" panose="02040503050406030204" pitchFamily="18" charset="0"/>
                      </a:rPr>
                      <m:t>)</m:t>
                    </m:r>
                    <m:r>
                      <a:rPr lang="en-US" altLang="zh-TW" sz="2400" i="1">
                        <a:solidFill>
                          <a:schemeClr val="bg1"/>
                        </a:solidFill>
                        <a:latin typeface="Cambria Math" panose="02040503050406030204" pitchFamily="18" charset="0"/>
                      </a:rPr>
                      <m:t> </m:t>
                    </m:r>
                  </m:oMath>
                </a14:m>
                <a:r>
                  <a:rPr lang="en-US" altLang="zh-TW" sz="2400">
                    <a:solidFill>
                      <a:schemeClr val="bg1"/>
                    </a:solidFill>
                    <a:latin typeface="微軟正黑體" panose="020B0604030504040204" pitchFamily="34" charset="-120"/>
                    <a:ea typeface="微軟正黑體" panose="020B0604030504040204" pitchFamily="34" charset="-120"/>
                  </a:rPr>
                  <a:t>= 1: 1</a:t>
                </a:r>
                <a:r>
                  <a:rPr lang="zh-TW" altLang="en-US" sz="2400">
                    <a:solidFill>
                      <a:schemeClr val="bg1"/>
                    </a:solidFill>
                    <a:latin typeface="微軟正黑體" panose="020B0604030504040204" pitchFamily="34" charset="-120"/>
                    <a:ea typeface="微軟正黑體" panose="020B0604030504040204" pitchFamily="34" charset="-120"/>
                  </a:rPr>
                  <a:t>，</a:t>
                </a:r>
                <a:endParaRPr lang="en-US" altLang="zh-TW" sz="2400">
                  <a:solidFill>
                    <a:schemeClr val="bg1"/>
                  </a:solidFill>
                  <a:latin typeface="微軟正黑體" panose="020B0604030504040204" pitchFamily="34" charset="-120"/>
                  <a:ea typeface="微軟正黑體" panose="020B0604030504040204" pitchFamily="34" charset="-120"/>
                </a:endParaRPr>
              </a:p>
              <a:p>
                <a:r>
                  <a:rPr lang="zh-TW" altLang="en-US" sz="2400">
                    <a:solidFill>
                      <a:schemeClr val="bg1"/>
                    </a:solidFill>
                    <a:latin typeface="微軟正黑體" panose="020B0604030504040204" pitchFamily="34" charset="-120"/>
                    <a:ea typeface="微軟正黑體" panose="020B0604030504040204" pitchFamily="34" charset="-120"/>
                  </a:rPr>
                  <a:t>    </a:t>
                </a:r>
                <a:r>
                  <a:rPr lang="zh-TW" altLang="en-US" sz="2400">
                    <a:solidFill>
                      <a:schemeClr val="accent4">
                        <a:lumMod val="60000"/>
                        <a:lumOff val="40000"/>
                      </a:schemeClr>
                    </a:solidFill>
                    <a:latin typeface="微軟正黑體" panose="020B0604030504040204" pitchFamily="34" charset="-120"/>
                    <a:ea typeface="微軟正黑體" panose="020B0604030504040204" pitchFamily="34" charset="-120"/>
                  </a:rPr>
                  <a:t>傘繩長</a:t>
                </a:r>
                <a:r>
                  <a:rPr lang="en-US" altLang="zh-TW" sz="2400">
                    <a:solidFill>
                      <a:schemeClr val="accent4">
                        <a:lumMod val="60000"/>
                        <a:lumOff val="40000"/>
                      </a:schemeClr>
                    </a:solidFill>
                    <a:latin typeface="微軟正黑體" panose="020B0604030504040204" pitchFamily="34" charset="-120"/>
                    <a:ea typeface="微軟正黑體" panose="020B0604030504040204" pitchFamily="34" charset="-120"/>
                  </a:rPr>
                  <a:t>2.94m</a:t>
                </a:r>
              </a:p>
              <a:p>
                <a:endParaRPr lang="en-US" altLang="zh-TW" sz="2400">
                  <a:solidFill>
                    <a:schemeClr val="bg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400">
                    <a:solidFill>
                      <a:schemeClr val="bg1"/>
                    </a:solidFill>
                    <a:latin typeface="微軟正黑體" panose="020B0604030504040204" pitchFamily="34" charset="-120"/>
                    <a:ea typeface="微軟正黑體" panose="020B0604030504040204" pitchFamily="34" charset="-120"/>
                  </a:rPr>
                  <a:t>減震繩長取傘徑</a:t>
                </a:r>
                <a:r>
                  <a:rPr lang="en-US" altLang="zh-TW" sz="2400">
                    <a:solidFill>
                      <a:schemeClr val="bg1"/>
                    </a:solidFill>
                    <a:latin typeface="微軟正黑體" panose="020B0604030504040204" pitchFamily="34" charset="-120"/>
                    <a:ea typeface="微軟正黑體" panose="020B0604030504040204" pitchFamily="34" charset="-120"/>
                  </a:rPr>
                  <a:t>1.5</a:t>
                </a:r>
                <a:r>
                  <a:rPr lang="zh-TW" altLang="en-US" sz="2400">
                    <a:solidFill>
                      <a:schemeClr val="bg1"/>
                    </a:solidFill>
                    <a:latin typeface="微軟正黑體" panose="020B0604030504040204" pitchFamily="34" charset="-120"/>
                    <a:ea typeface="微軟正黑體" panose="020B0604030504040204" pitchFamily="34" charset="-120"/>
                  </a:rPr>
                  <a:t>倍加上箭體內長度，避免卡在火箭內</a:t>
                </a:r>
                <a:endParaRPr lang="en-US" altLang="zh-TW" sz="2400">
                  <a:solidFill>
                    <a:schemeClr val="bg1"/>
                  </a:solidFill>
                  <a:latin typeface="微軟正黑體" panose="020B0604030504040204" pitchFamily="34" charset="-120"/>
                  <a:ea typeface="微軟正黑體" panose="020B0604030504040204" pitchFamily="34" charset="-120"/>
                </a:endParaRPr>
              </a:p>
              <a:p>
                <a:r>
                  <a:rPr lang="zh-TW" altLang="en-US" sz="2400">
                    <a:solidFill>
                      <a:schemeClr val="accent4">
                        <a:lumMod val="60000"/>
                        <a:lumOff val="40000"/>
                      </a:schemeClr>
                    </a:solidFill>
                    <a:latin typeface="微軟正黑體" panose="020B0604030504040204" pitchFamily="34" charset="-120"/>
                    <a:ea typeface="微軟正黑體" panose="020B0604030504040204" pitchFamily="34" charset="-120"/>
                  </a:rPr>
                  <a:t>    減震繩長</a:t>
                </a:r>
                <a:r>
                  <a:rPr lang="en-US" altLang="zh-TW" sz="2400">
                    <a:solidFill>
                      <a:schemeClr val="accent4">
                        <a:lumMod val="60000"/>
                        <a:lumOff val="40000"/>
                      </a:schemeClr>
                    </a:solidFill>
                    <a:latin typeface="微軟正黑體" panose="020B0604030504040204" pitchFamily="34" charset="-120"/>
                    <a:ea typeface="微軟正黑體" panose="020B0604030504040204" pitchFamily="34" charset="-120"/>
                  </a:rPr>
                  <a:t>4.61</a:t>
                </a:r>
                <a:r>
                  <a:rPr lang="en-US" altLang="zh-TW" sz="2400">
                    <a:solidFill>
                      <a:schemeClr val="accent4">
                        <a:lumMod val="60000"/>
                        <a:lumOff val="40000"/>
                      </a:schemeClr>
                    </a:solidFill>
                  </a:rPr>
                  <a:t>m</a:t>
                </a:r>
                <a:endParaRPr lang="zh-TW" altLang="en-US" sz="2400">
                  <a:solidFill>
                    <a:schemeClr val="accent4">
                      <a:lumMod val="60000"/>
                      <a:lumOff val="40000"/>
                    </a:schemeClr>
                  </a:solidFill>
                </a:endParaRPr>
              </a:p>
              <a:p>
                <a:pPr indent="0">
                  <a:buNone/>
                </a:pPr>
                <a:endParaRPr lang="zh-TW" altLang="en-US" sz="2400">
                  <a:solidFill>
                    <a:schemeClr val="bg1"/>
                  </a:solidFill>
                  <a:latin typeface="微軟正黑體" panose="020B0604030504040204" pitchFamily="34" charset="-120"/>
                  <a:ea typeface="微軟正黑體" panose="020B0604030504040204" pitchFamily="34" charset="-120"/>
                </a:endParaRPr>
              </a:p>
            </p:txBody>
          </p:sp>
        </mc:Choice>
        <mc:Fallback xmlns="">
          <p:sp>
            <p:nvSpPr>
              <p:cNvPr id="2" name="文字方塊 15">
                <a:extLst>
                  <a:ext uri="{FF2B5EF4-FFF2-40B4-BE49-F238E27FC236}">
                    <a16:creationId xmlns:a16="http://schemas.microsoft.com/office/drawing/2014/main" id="{8A6A3EEF-FAB6-4262-61E8-1E193CB0F5CA}"/>
                  </a:ext>
                </a:extLst>
              </p:cNvPr>
              <p:cNvSpPr txBox="1">
                <a:spLocks noGrp="1" noRot="1" noChangeAspect="1" noMove="1" noResize="1" noEditPoints="1" noAdjustHandles="1" noChangeArrowheads="1" noChangeShapeType="1" noTextEdit="1"/>
              </p:cNvSpPr>
              <p:nvPr>
                <p:ph idx="1"/>
              </p:nvPr>
            </p:nvSpPr>
            <p:spPr>
              <a:xfrm>
                <a:off x="399246" y="1928656"/>
                <a:ext cx="6220496" cy="4314001"/>
              </a:xfrm>
              <a:prstGeom prst="rect">
                <a:avLst/>
              </a:prstGeom>
              <a:blipFill>
                <a:blip r:embed="rId2"/>
                <a:stretch>
                  <a:fillRect l="-1273" t="-1836"/>
                </a:stretch>
              </a:blipFill>
            </p:spPr>
            <p:txBody>
              <a:bodyPr/>
              <a:lstStyle/>
              <a:p>
                <a:r>
                  <a:rPr lang="en-US">
                    <a:noFill/>
                  </a:rPr>
                  <a:t> </a:t>
                </a:r>
              </a:p>
            </p:txBody>
          </p:sp>
        </mc:Fallback>
      </mc:AlternateContent>
      <p:pic>
        <p:nvPicPr>
          <p:cNvPr id="6" name="圖片 5">
            <a:extLst>
              <a:ext uri="{FF2B5EF4-FFF2-40B4-BE49-F238E27FC236}">
                <a16:creationId xmlns:a16="http://schemas.microsoft.com/office/drawing/2014/main" id="{A7365FF2-4A25-09BB-23D2-B7FE6061E77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274" t="13333" r="21209" b="9822"/>
          <a:stretch/>
        </p:blipFill>
        <p:spPr>
          <a:xfrm>
            <a:off x="6948153" y="1358304"/>
            <a:ext cx="4124927" cy="4512162"/>
          </a:xfrm>
          <a:prstGeom prst="rect">
            <a:avLst/>
          </a:prstGeom>
        </p:spPr>
      </p:pic>
    </p:spTree>
    <p:extLst>
      <p:ext uri="{BB962C8B-B14F-4D97-AF65-F5344CB8AC3E}">
        <p14:creationId xmlns:p14="http://schemas.microsoft.com/office/powerpoint/2010/main" val="2260429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8490E-D1E9-3306-1DCE-E1B97F21EABC}"/>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10136020-8F71-E4F0-8B11-B39309FEC7D5}"/>
              </a:ext>
            </a:extLst>
          </p:cNvPr>
          <p:cNvSpPr>
            <a:spLocks noGrp="1"/>
          </p:cNvSpPr>
          <p:nvPr>
            <p:ph type="title"/>
          </p:nvPr>
        </p:nvSpPr>
        <p:spPr/>
        <p:txBody>
          <a:bodyPr/>
          <a:lstStyle/>
          <a:p>
            <a:r>
              <a:rPr lang="en-US" altLang="zh-TW"/>
              <a:t>RingSail </a:t>
            </a:r>
            <a:r>
              <a:rPr lang="zh-TW" altLang="en-US"/>
              <a:t>傘面設計</a:t>
            </a:r>
          </a:p>
        </p:txBody>
      </p:sp>
      <p:sp>
        <p:nvSpPr>
          <p:cNvPr id="4" name="文字版面配置區 3">
            <a:extLst>
              <a:ext uri="{FF2B5EF4-FFF2-40B4-BE49-F238E27FC236}">
                <a16:creationId xmlns:a16="http://schemas.microsoft.com/office/drawing/2014/main" id="{FE73B681-A32D-EF0D-6665-02D881172B91}"/>
              </a:ext>
            </a:extLst>
          </p:cNvPr>
          <p:cNvSpPr>
            <a:spLocks noGrp="1"/>
          </p:cNvSpPr>
          <p:nvPr>
            <p:ph type="body" sz="quarter" idx="10"/>
          </p:nvPr>
        </p:nvSpPr>
        <p:spPr/>
        <p:txBody>
          <a:bodyPr>
            <a:normAutofit fontScale="92500" lnSpcReduction="10000"/>
          </a:bodyPr>
          <a:lstStyle/>
          <a:p>
            <a:r>
              <a:rPr lang="zh-TW" altLang="en-US">
                <a:solidFill>
                  <a:srgbClr val="66FFCC"/>
                </a:solidFill>
              </a:rPr>
              <a:t>主傘核心設計</a:t>
            </a:r>
          </a:p>
        </p:txBody>
      </p:sp>
      <p:sp>
        <p:nvSpPr>
          <p:cNvPr id="2" name="文字方塊 15">
            <a:extLst>
              <a:ext uri="{FF2B5EF4-FFF2-40B4-BE49-F238E27FC236}">
                <a16:creationId xmlns:a16="http://schemas.microsoft.com/office/drawing/2014/main" id="{1249AD69-834E-47D9-CF8D-FB38D330299D}"/>
              </a:ext>
            </a:extLst>
          </p:cNvPr>
          <p:cNvSpPr txBox="1">
            <a:spLocks noGrp="1"/>
          </p:cNvSpPr>
          <p:nvPr>
            <p:ph idx="1"/>
          </p:nvPr>
        </p:nvSpPr>
        <p:spPr>
          <a:xfrm>
            <a:off x="517488" y="1463574"/>
            <a:ext cx="6220496" cy="1089529"/>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buNone/>
            </a:pPr>
            <a:r>
              <a:rPr lang="zh-TW" altLang="en-US" sz="2400">
                <a:solidFill>
                  <a:schemeClr val="bg1"/>
                </a:solidFill>
                <a:latin typeface="微軟正黑體" panose="020B0604030504040204" pitchFamily="34" charset="-120"/>
                <a:ea typeface="微軟正黑體" panose="020B0604030504040204" pitchFamily="34" charset="-120"/>
              </a:rPr>
              <a:t>為兼顧製造及性能採用</a:t>
            </a:r>
            <a:r>
              <a:rPr lang="en-US" altLang="zh-TW" sz="2400">
                <a:solidFill>
                  <a:schemeClr val="bg1"/>
                </a:solidFill>
                <a:latin typeface="微軟正黑體" panose="020B0604030504040204" pitchFamily="34" charset="-120"/>
                <a:ea typeface="微軟正黑體" panose="020B0604030504040204" pitchFamily="34" charset="-120"/>
              </a:rPr>
              <a:t>8</a:t>
            </a:r>
            <a:r>
              <a:rPr lang="zh-TW" altLang="en-US" sz="2400">
                <a:solidFill>
                  <a:schemeClr val="bg1"/>
                </a:solidFill>
                <a:latin typeface="微軟正黑體" panose="020B0604030504040204" pitchFamily="34" charset="-120"/>
                <a:ea typeface="微軟正黑體" panose="020B0604030504040204" pitchFamily="34" charset="-120"/>
              </a:rPr>
              <a:t>帆</a:t>
            </a:r>
            <a:r>
              <a:rPr lang="en-US" altLang="zh-TW" sz="2400">
                <a:solidFill>
                  <a:schemeClr val="bg1"/>
                </a:solidFill>
                <a:latin typeface="微軟正黑體" panose="020B0604030504040204" pitchFamily="34" charset="-120"/>
                <a:ea typeface="微軟正黑體" panose="020B0604030504040204" pitchFamily="34" charset="-120"/>
              </a:rPr>
              <a:t>+8gores</a:t>
            </a:r>
            <a:r>
              <a:rPr lang="zh-TW" altLang="en-US" sz="2400">
                <a:solidFill>
                  <a:schemeClr val="bg1"/>
                </a:solidFill>
                <a:latin typeface="微軟正黑體" panose="020B0604030504040204" pitchFamily="34" charset="-120"/>
                <a:ea typeface="微軟正黑體" panose="020B0604030504040204" pitchFamily="34" charset="-120"/>
              </a:rPr>
              <a:t>的組合，傘頂採用</a:t>
            </a:r>
            <a:r>
              <a:rPr lang="en-US" altLang="zh-TW" sz="2400">
                <a:solidFill>
                  <a:schemeClr val="bg1"/>
                </a:solidFill>
                <a:latin typeface="微軟正黑體" panose="020B0604030504040204" pitchFamily="34" charset="-120"/>
                <a:ea typeface="微軟正黑體" panose="020B0604030504040204" pitchFamily="34" charset="-120"/>
              </a:rPr>
              <a:t>SSEA</a:t>
            </a:r>
            <a:r>
              <a:rPr lang="zh-TW" altLang="en-US" sz="2400">
                <a:solidFill>
                  <a:schemeClr val="bg1"/>
                </a:solidFill>
                <a:latin typeface="微軟正黑體" panose="020B0604030504040204" pitchFamily="34" charset="-120"/>
                <a:ea typeface="微軟正黑體" panose="020B0604030504040204" pitchFamily="34" charset="-120"/>
              </a:rPr>
              <a:t>所研發的單蓋式，降低結構複雜度，並且不會對氣動性能有太嚴重的影響。</a:t>
            </a:r>
          </a:p>
        </p:txBody>
      </p:sp>
      <p:sp>
        <p:nvSpPr>
          <p:cNvPr id="5" name="文字方塊 15">
            <a:extLst>
              <a:ext uri="{FF2B5EF4-FFF2-40B4-BE49-F238E27FC236}">
                <a16:creationId xmlns:a16="http://schemas.microsoft.com/office/drawing/2014/main" id="{EC98D56B-AC07-B20F-AC2C-A499147D7DCF}"/>
              </a:ext>
            </a:extLst>
          </p:cNvPr>
          <p:cNvSpPr txBox="1">
            <a:spLocks/>
          </p:cNvSpPr>
          <p:nvPr/>
        </p:nvSpPr>
        <p:spPr>
          <a:xfrm>
            <a:off x="517488" y="2703794"/>
            <a:ext cx="6220496" cy="424732"/>
          </a:xfrm>
          <a:prstGeom prst="rect">
            <a:avLst/>
          </a:prstGeom>
          <a:noFill/>
        </p:spPr>
        <p:txBody>
          <a:bodyPr vert="horz" wrap="square" lIns="91440" tIns="45720" rIns="91440" bIns="45720" rtlCol="0">
            <a:spAutoFit/>
          </a:bodyPr>
          <a:lstStyle>
            <a:defPPr>
              <a:defRPr lang="zh-TW"/>
            </a:defPPr>
            <a:lvl1pPr marL="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743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200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657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buFont typeface="Arial" panose="020B0604020202020204" pitchFamily="34" charset="0"/>
              <a:buNone/>
            </a:pPr>
            <a:r>
              <a:rPr lang="zh-TW" altLang="en-US" sz="2400">
                <a:solidFill>
                  <a:schemeClr val="bg1"/>
                </a:solidFill>
                <a:latin typeface="微軟正黑體" panose="020B0604030504040204" pitchFamily="34" charset="-120"/>
                <a:ea typeface="微軟正黑體" panose="020B0604030504040204" pitchFamily="34" charset="-120"/>
              </a:rPr>
              <a:t>其餘設計如下</a:t>
            </a:r>
            <a:r>
              <a:rPr lang="en-US" altLang="zh-TW" sz="2400">
                <a:solidFill>
                  <a:schemeClr val="bg1"/>
                </a:solidFill>
                <a:latin typeface="微軟正黑體" panose="020B0604030504040204" pitchFamily="34" charset="-120"/>
                <a:ea typeface="微軟正黑體" panose="020B0604030504040204" pitchFamily="34" charset="-120"/>
              </a:rPr>
              <a:t>:</a:t>
            </a:r>
            <a:endParaRPr lang="zh-TW" altLang="en-US" sz="2400">
              <a:solidFill>
                <a:schemeClr val="bg1"/>
              </a:solidFill>
              <a:latin typeface="微軟正黑體" panose="020B0604030504040204" pitchFamily="34" charset="-120"/>
              <a:ea typeface="微軟正黑體" panose="020B0604030504040204" pitchFamily="34" charset="-120"/>
            </a:endParaRPr>
          </a:p>
        </p:txBody>
      </p:sp>
      <p:sp>
        <p:nvSpPr>
          <p:cNvPr id="7" name="文字方塊 15">
            <a:extLst>
              <a:ext uri="{FF2B5EF4-FFF2-40B4-BE49-F238E27FC236}">
                <a16:creationId xmlns:a16="http://schemas.microsoft.com/office/drawing/2014/main" id="{396C6446-3F39-30F1-AC7E-8DEBEB9C7FE4}"/>
              </a:ext>
            </a:extLst>
          </p:cNvPr>
          <p:cNvSpPr txBox="1">
            <a:spLocks/>
          </p:cNvSpPr>
          <p:nvPr/>
        </p:nvSpPr>
        <p:spPr>
          <a:xfrm>
            <a:off x="517487" y="3279217"/>
            <a:ext cx="7412568" cy="2727926"/>
          </a:xfrm>
          <a:prstGeom prst="rect">
            <a:avLst/>
          </a:prstGeom>
          <a:noFill/>
        </p:spPr>
        <p:txBody>
          <a:bodyPr vert="horz" wrap="square" lIns="91440" tIns="45720" rIns="91440" bIns="45720" numCol="2" rtlCol="0">
            <a:spAutoFit/>
          </a:bodyPr>
          <a:lstStyle>
            <a:defPPr>
              <a:defRPr lang="zh-TW"/>
            </a:defPPr>
            <a:lvl1pPr marL="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743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200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657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buNone/>
            </a:pPr>
            <a:r>
              <a:rPr lang="en-US" altLang="zh-TW" sz="2400" b="1" dirty="0">
                <a:solidFill>
                  <a:schemeClr val="bg1"/>
                </a:solidFill>
                <a:latin typeface="+mj-ea"/>
                <a:ea typeface="+mj-ea"/>
              </a:rPr>
              <a:t>Profile</a:t>
            </a:r>
            <a:r>
              <a:rPr lang="zh-TW" altLang="en-US" sz="2400" dirty="0">
                <a:solidFill>
                  <a:schemeClr val="bg1"/>
                </a:solidFill>
                <a:latin typeface="+mj-ea"/>
                <a:ea typeface="+mj-ea"/>
              </a:rPr>
              <a:t>：</a:t>
            </a:r>
            <a:r>
              <a:rPr lang="en-US" altLang="zh-TW" sz="2400" dirty="0">
                <a:solidFill>
                  <a:schemeClr val="bg1"/>
                </a:solidFill>
                <a:latin typeface="+mj-ea"/>
                <a:ea typeface="+mj-ea"/>
              </a:rPr>
              <a:t>20° Conical</a:t>
            </a:r>
          </a:p>
          <a:p>
            <a:pPr indent="0">
              <a:buNone/>
            </a:pPr>
            <a:r>
              <a:rPr lang="en-US" altLang="zh-TW" sz="2400" dirty="0">
                <a:solidFill>
                  <a:schemeClr val="bg1"/>
                </a:solidFill>
                <a:latin typeface="+mj-ea"/>
                <a:ea typeface="+mj-ea"/>
              </a:rPr>
              <a:t>Gore </a:t>
            </a:r>
            <a:r>
              <a:rPr lang="zh-TW" altLang="en-US" sz="2400" dirty="0">
                <a:solidFill>
                  <a:schemeClr val="bg1"/>
                </a:solidFill>
                <a:latin typeface="+mj-ea"/>
                <a:ea typeface="+mj-ea"/>
              </a:rPr>
              <a:t>：</a:t>
            </a:r>
            <a:r>
              <a:rPr lang="en-US" altLang="zh-TW" sz="2400" dirty="0">
                <a:solidFill>
                  <a:schemeClr val="bg1"/>
                </a:solidFill>
                <a:latin typeface="+mj-ea"/>
                <a:ea typeface="+mj-ea"/>
              </a:rPr>
              <a:t>8</a:t>
            </a:r>
          </a:p>
          <a:p>
            <a:pPr indent="0">
              <a:buNone/>
            </a:pPr>
            <a:r>
              <a:rPr lang="en-US" altLang="zh-TW" sz="2400" dirty="0">
                <a:solidFill>
                  <a:schemeClr val="bg1"/>
                </a:solidFill>
                <a:latin typeface="+mj-ea"/>
                <a:ea typeface="+mj-ea"/>
              </a:rPr>
              <a:t>Sail</a:t>
            </a:r>
            <a:r>
              <a:rPr lang="zh-TW" altLang="en-US" sz="2400" dirty="0">
                <a:solidFill>
                  <a:schemeClr val="bg1"/>
                </a:solidFill>
                <a:latin typeface="+mj-ea"/>
                <a:ea typeface="+mj-ea"/>
              </a:rPr>
              <a:t>：</a:t>
            </a:r>
            <a:r>
              <a:rPr lang="en-US" altLang="zh-TW" sz="2400" dirty="0">
                <a:solidFill>
                  <a:schemeClr val="bg1"/>
                </a:solidFill>
                <a:latin typeface="+mj-ea"/>
                <a:ea typeface="+mj-ea"/>
              </a:rPr>
              <a:t>8</a:t>
            </a:r>
          </a:p>
          <a:p>
            <a:pPr indent="0">
              <a:buNone/>
            </a:pPr>
            <a:r>
              <a:rPr lang="en-US" altLang="zh-TW" sz="2400" dirty="0">
                <a:solidFill>
                  <a:schemeClr val="bg1"/>
                </a:solidFill>
                <a:latin typeface="+mj-ea"/>
                <a:ea typeface="+mj-ea"/>
              </a:rPr>
              <a:t>Slots</a:t>
            </a:r>
            <a:r>
              <a:rPr lang="zh-TW" altLang="en-US" sz="2400" dirty="0">
                <a:solidFill>
                  <a:schemeClr val="bg1"/>
                </a:solidFill>
                <a:latin typeface="+mj-ea"/>
                <a:ea typeface="+mj-ea"/>
              </a:rPr>
              <a:t>：</a:t>
            </a:r>
            <a:r>
              <a:rPr lang="en-US" altLang="zh-TW" sz="2400" dirty="0">
                <a:solidFill>
                  <a:schemeClr val="bg1"/>
                </a:solidFill>
                <a:latin typeface="+mj-ea"/>
                <a:ea typeface="+mj-ea"/>
              </a:rPr>
              <a:t>7</a:t>
            </a:r>
          </a:p>
          <a:p>
            <a:pPr indent="0">
              <a:buNone/>
            </a:pPr>
            <a:r>
              <a:rPr lang="en-US" altLang="zh-TW" sz="2400" dirty="0">
                <a:solidFill>
                  <a:schemeClr val="bg1"/>
                </a:solidFill>
                <a:latin typeface="+mj-ea"/>
                <a:ea typeface="+mj-ea"/>
              </a:rPr>
              <a:t>Vent</a:t>
            </a:r>
            <a:r>
              <a:rPr lang="zh-TW" altLang="en-US" sz="2400" dirty="0">
                <a:solidFill>
                  <a:schemeClr val="bg1"/>
                </a:solidFill>
                <a:latin typeface="+mj-ea"/>
                <a:ea typeface="+mj-ea"/>
              </a:rPr>
              <a:t>：</a:t>
            </a:r>
            <a:r>
              <a:rPr lang="en-US" altLang="zh-TW" sz="2400" dirty="0">
                <a:solidFill>
                  <a:schemeClr val="bg1"/>
                </a:solidFill>
                <a:latin typeface="+mj-ea"/>
                <a:ea typeface="+mj-ea"/>
              </a:rPr>
              <a:t>0</a:t>
            </a:r>
          </a:p>
          <a:p>
            <a:pPr indent="0">
              <a:buNone/>
            </a:pPr>
            <a:r>
              <a:rPr lang="en-US" altLang="zh-TW" sz="2400" dirty="0">
                <a:solidFill>
                  <a:schemeClr val="bg1"/>
                </a:solidFill>
                <a:latin typeface="+mj-ea"/>
                <a:ea typeface="+mj-ea"/>
              </a:rPr>
              <a:t>Geometric Porosity:</a:t>
            </a:r>
            <a:r>
              <a:rPr lang="zh-TW" altLang="en-US" sz="2400" dirty="0">
                <a:solidFill>
                  <a:schemeClr val="bg1"/>
                </a:solidFill>
                <a:latin typeface="+mj-ea"/>
                <a:ea typeface="+mj-ea"/>
              </a:rPr>
              <a:t> </a:t>
            </a:r>
            <a:r>
              <a:rPr lang="en-US" altLang="zh-TW" sz="2400" dirty="0">
                <a:solidFill>
                  <a:schemeClr val="bg1"/>
                </a:solidFill>
                <a:latin typeface="+mj-ea"/>
                <a:ea typeface="+mj-ea"/>
              </a:rPr>
              <a:t>10%</a:t>
            </a:r>
          </a:p>
          <a:p>
            <a:pPr indent="0">
              <a:buNone/>
            </a:pPr>
            <a:r>
              <a:rPr lang="en-US" altLang="zh-TW" sz="2400" dirty="0">
                <a:solidFill>
                  <a:schemeClr val="bg1"/>
                </a:solidFill>
                <a:latin typeface="+mj-ea"/>
                <a:ea typeface="+mj-ea"/>
              </a:rPr>
              <a:t>Fullness: 10%</a:t>
            </a:r>
          </a:p>
          <a:p>
            <a:pPr indent="0">
              <a:buNone/>
            </a:pPr>
            <a:r>
              <a:rPr lang="en-US" altLang="zh-TW" sz="2400" dirty="0">
                <a:solidFill>
                  <a:schemeClr val="bg1"/>
                </a:solidFill>
                <a:latin typeface="+mj-ea"/>
                <a:ea typeface="+mj-ea"/>
              </a:rPr>
              <a:t>(</a:t>
            </a:r>
            <a:r>
              <a:rPr lang="zh-TW" altLang="en-US" sz="2400" dirty="0">
                <a:solidFill>
                  <a:schemeClr val="bg1"/>
                </a:solidFill>
                <a:latin typeface="+mj-ea"/>
                <a:ea typeface="+mj-ea"/>
              </a:rPr>
              <a:t>梯形下底邊</a:t>
            </a:r>
            <a:r>
              <a:rPr lang="en-US" altLang="zh-TW" sz="2400" dirty="0">
                <a:solidFill>
                  <a:schemeClr val="bg1"/>
                </a:solidFill>
                <a:latin typeface="+mj-ea"/>
                <a:ea typeface="+mj-ea"/>
              </a:rPr>
              <a:t>)</a:t>
            </a:r>
          </a:p>
          <a:p>
            <a:pPr indent="0">
              <a:buNone/>
            </a:pPr>
            <a:r>
              <a:rPr lang="zh-TW" altLang="en-US" sz="2400" dirty="0">
                <a:solidFill>
                  <a:schemeClr val="bg1"/>
                </a:solidFill>
                <a:latin typeface="+mj-ea"/>
                <a:ea typeface="+mj-ea"/>
              </a:rPr>
              <a:t>收邊</a:t>
            </a:r>
            <a:r>
              <a:rPr lang="en-US" altLang="zh-TW" sz="2400" dirty="0">
                <a:solidFill>
                  <a:schemeClr val="bg1"/>
                </a:solidFill>
                <a:latin typeface="+mj-ea"/>
                <a:ea typeface="+mj-ea"/>
              </a:rPr>
              <a:t>:</a:t>
            </a:r>
            <a:r>
              <a:rPr lang="zh-TW" altLang="en-US" sz="2400" dirty="0">
                <a:solidFill>
                  <a:schemeClr val="bg1"/>
                </a:solidFill>
                <a:latin typeface="+mj-ea"/>
                <a:ea typeface="+mj-ea"/>
              </a:rPr>
              <a:t> </a:t>
            </a:r>
            <a:endParaRPr lang="en-US" altLang="zh-TW" sz="2400" dirty="0">
              <a:solidFill>
                <a:schemeClr val="bg1"/>
              </a:solidFill>
              <a:latin typeface="+mj-ea"/>
              <a:ea typeface="+mj-ea"/>
            </a:endParaRPr>
          </a:p>
          <a:p>
            <a:pPr indent="0">
              <a:buNone/>
            </a:pPr>
            <a:r>
              <a:rPr lang="zh-TW" altLang="en-US" sz="2400" dirty="0">
                <a:solidFill>
                  <a:schemeClr val="bg1"/>
                </a:solidFill>
                <a:latin typeface="+mj-ea"/>
                <a:ea typeface="+mj-ea"/>
              </a:rPr>
              <a:t>上下</a:t>
            </a:r>
            <a:r>
              <a:rPr lang="en-US" altLang="zh-TW" sz="2400" dirty="0">
                <a:solidFill>
                  <a:schemeClr val="bg1"/>
                </a:solidFill>
                <a:latin typeface="+mj-ea"/>
                <a:ea typeface="+mj-ea"/>
              </a:rPr>
              <a:t>1cm/</a:t>
            </a:r>
            <a:r>
              <a:rPr lang="zh-TW" altLang="en-US" sz="2400" dirty="0">
                <a:solidFill>
                  <a:schemeClr val="bg1"/>
                </a:solidFill>
                <a:latin typeface="+mj-ea"/>
                <a:ea typeface="+mj-ea"/>
              </a:rPr>
              <a:t>側邊</a:t>
            </a:r>
            <a:r>
              <a:rPr lang="en-US" altLang="zh-TW" sz="2400" dirty="0">
                <a:solidFill>
                  <a:schemeClr val="bg1"/>
                </a:solidFill>
                <a:latin typeface="+mj-ea"/>
                <a:ea typeface="+mj-ea"/>
              </a:rPr>
              <a:t>1/2</a:t>
            </a:r>
            <a:r>
              <a:rPr lang="zh-TW" altLang="en-US" sz="2400" dirty="0">
                <a:solidFill>
                  <a:schemeClr val="bg1"/>
                </a:solidFill>
                <a:latin typeface="+mj-ea"/>
                <a:ea typeface="+mj-ea"/>
              </a:rPr>
              <a:t>英吋</a:t>
            </a:r>
          </a:p>
        </p:txBody>
      </p:sp>
      <p:pic>
        <p:nvPicPr>
          <p:cNvPr id="12" name="圖片 11" descr="一張含有 寫生, 平行, 行, 圖畫 的圖片&#10;&#10;AI 產生的內容可能不正確。">
            <a:extLst>
              <a:ext uri="{FF2B5EF4-FFF2-40B4-BE49-F238E27FC236}">
                <a16:creationId xmlns:a16="http://schemas.microsoft.com/office/drawing/2014/main" id="{EE7134CC-7664-30D7-6407-40FE0885C9EE}"/>
              </a:ext>
            </a:extLst>
          </p:cNvPr>
          <p:cNvPicPr>
            <a:picLocks noChangeAspect="1"/>
          </p:cNvPicPr>
          <p:nvPr/>
        </p:nvPicPr>
        <p:blipFill>
          <a:blip r:embed="rId3"/>
          <a:stretch>
            <a:fillRect/>
          </a:stretch>
        </p:blipFill>
        <p:spPr>
          <a:xfrm>
            <a:off x="8133346" y="1245164"/>
            <a:ext cx="3446637" cy="5358812"/>
          </a:xfrm>
          <a:prstGeom prst="rect">
            <a:avLst/>
          </a:prstGeom>
        </p:spPr>
      </p:pic>
      <p:sp>
        <p:nvSpPr>
          <p:cNvPr id="13" name="圖說文字: 直線加上強調線 12">
            <a:extLst>
              <a:ext uri="{FF2B5EF4-FFF2-40B4-BE49-F238E27FC236}">
                <a16:creationId xmlns:a16="http://schemas.microsoft.com/office/drawing/2014/main" id="{3DCFEB5A-AF04-A1E0-9191-09771C239073}"/>
              </a:ext>
            </a:extLst>
          </p:cNvPr>
          <p:cNvSpPr/>
          <p:nvPr/>
        </p:nvSpPr>
        <p:spPr>
          <a:xfrm>
            <a:off x="6589986" y="1382083"/>
            <a:ext cx="1615965" cy="709448"/>
          </a:xfrm>
          <a:prstGeom prst="accentCallout1">
            <a:avLst>
              <a:gd name="adj1" fmla="val 70972"/>
              <a:gd name="adj2" fmla="val 105129"/>
              <a:gd name="adj3" fmla="val 204722"/>
              <a:gd name="adj4" fmla="val 14056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t>黑色</a:t>
            </a:r>
            <a:r>
              <a:rPr lang="en-US" altLang="zh-TW"/>
              <a:t>:Fullness</a:t>
            </a:r>
            <a:r>
              <a:rPr lang="zh-TW" altLang="en-US"/>
              <a:t>擴展</a:t>
            </a:r>
          </a:p>
        </p:txBody>
      </p:sp>
      <p:sp>
        <p:nvSpPr>
          <p:cNvPr id="14" name="圖說文字: 直線加上強調線 13">
            <a:extLst>
              <a:ext uri="{FF2B5EF4-FFF2-40B4-BE49-F238E27FC236}">
                <a16:creationId xmlns:a16="http://schemas.microsoft.com/office/drawing/2014/main" id="{E323C97D-5CAA-C227-139B-F39F8B8ADFE3}"/>
              </a:ext>
            </a:extLst>
          </p:cNvPr>
          <p:cNvSpPr/>
          <p:nvPr/>
        </p:nvSpPr>
        <p:spPr>
          <a:xfrm>
            <a:off x="6589986" y="2154583"/>
            <a:ext cx="1615965" cy="709448"/>
          </a:xfrm>
          <a:prstGeom prst="accentCallout1">
            <a:avLst>
              <a:gd name="adj1" fmla="val 70972"/>
              <a:gd name="adj2" fmla="val 105129"/>
              <a:gd name="adj3" fmla="val 104721"/>
              <a:gd name="adj4" fmla="val 13032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t>剖面線</a:t>
            </a:r>
            <a:r>
              <a:rPr lang="en-US" altLang="zh-TW"/>
              <a:t>:</a:t>
            </a:r>
            <a:r>
              <a:rPr lang="zh-TW" altLang="en-US"/>
              <a:t>收邊擴展</a:t>
            </a:r>
          </a:p>
        </p:txBody>
      </p:sp>
      <p:sp>
        <p:nvSpPr>
          <p:cNvPr id="15" name="圖說文字: 直線加上強調線 14">
            <a:extLst>
              <a:ext uri="{FF2B5EF4-FFF2-40B4-BE49-F238E27FC236}">
                <a16:creationId xmlns:a16="http://schemas.microsoft.com/office/drawing/2014/main" id="{F10AFDB1-8C14-A20D-0648-F16EBA256AAF}"/>
              </a:ext>
            </a:extLst>
          </p:cNvPr>
          <p:cNvSpPr/>
          <p:nvPr/>
        </p:nvSpPr>
        <p:spPr>
          <a:xfrm>
            <a:off x="10423634" y="1245164"/>
            <a:ext cx="1615965" cy="709448"/>
          </a:xfrm>
          <a:prstGeom prst="accentCallout1">
            <a:avLst>
              <a:gd name="adj1" fmla="val 70972"/>
              <a:gd name="adj2" fmla="val 105129"/>
              <a:gd name="adj3" fmla="val 173610"/>
              <a:gd name="adj4" fmla="val -448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t>CROWN:</a:t>
            </a:r>
          </a:p>
          <a:p>
            <a:pPr algn="ctr"/>
            <a:r>
              <a:rPr lang="zh-TW" altLang="en-US"/>
              <a:t>單塊布料</a:t>
            </a:r>
          </a:p>
        </p:txBody>
      </p:sp>
    </p:spTree>
    <p:extLst>
      <p:ext uri="{BB962C8B-B14F-4D97-AF65-F5344CB8AC3E}">
        <p14:creationId xmlns:p14="http://schemas.microsoft.com/office/powerpoint/2010/main" val="2444333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4A4F7-0610-C2A2-9688-08C4F31383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E1860A-E4C8-822B-5712-4964B5106D2A}"/>
              </a:ext>
            </a:extLst>
          </p:cNvPr>
          <p:cNvSpPr>
            <a:spLocks noGrp="1"/>
          </p:cNvSpPr>
          <p:nvPr>
            <p:ph type="title"/>
          </p:nvPr>
        </p:nvSpPr>
        <p:spPr/>
        <p:txBody>
          <a:bodyPr/>
          <a:lstStyle/>
          <a:p>
            <a:r>
              <a:rPr lang="zh-TW" altLang="en-US"/>
              <a:t>主傘製造</a:t>
            </a:r>
            <a:endParaRPr lang="en-US"/>
          </a:p>
        </p:txBody>
      </p:sp>
      <p:sp>
        <p:nvSpPr>
          <p:cNvPr id="4" name="Text Placeholder 3">
            <a:extLst>
              <a:ext uri="{FF2B5EF4-FFF2-40B4-BE49-F238E27FC236}">
                <a16:creationId xmlns:a16="http://schemas.microsoft.com/office/drawing/2014/main" id="{1E404CAD-4A34-3A8C-C030-23C029A9D3F1}"/>
              </a:ext>
            </a:extLst>
          </p:cNvPr>
          <p:cNvSpPr>
            <a:spLocks noGrp="1"/>
          </p:cNvSpPr>
          <p:nvPr>
            <p:ph type="body" sz="quarter" idx="10"/>
          </p:nvPr>
        </p:nvSpPr>
        <p:spPr/>
        <p:txBody>
          <a:bodyPr>
            <a:normAutofit fontScale="92500" lnSpcReduction="10000"/>
          </a:bodyPr>
          <a:lstStyle/>
          <a:p>
            <a:r>
              <a:rPr lang="zh-TW" altLang="en-US">
                <a:solidFill>
                  <a:srgbClr val="66FFCC"/>
                </a:solidFill>
              </a:rPr>
              <a:t>主傘</a:t>
            </a:r>
          </a:p>
        </p:txBody>
      </p:sp>
      <p:sp>
        <p:nvSpPr>
          <p:cNvPr id="7" name="文字方塊 6">
            <a:extLst>
              <a:ext uri="{FF2B5EF4-FFF2-40B4-BE49-F238E27FC236}">
                <a16:creationId xmlns:a16="http://schemas.microsoft.com/office/drawing/2014/main" id="{52B535C6-110E-C9D5-F4E5-4ED7CA3525B4}"/>
              </a:ext>
            </a:extLst>
          </p:cNvPr>
          <p:cNvSpPr txBox="1"/>
          <p:nvPr/>
        </p:nvSpPr>
        <p:spPr>
          <a:xfrm>
            <a:off x="933450" y="1346200"/>
            <a:ext cx="5287046" cy="156966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zh-TW" altLang="en-US" sz="2400">
                <a:solidFill>
                  <a:schemeClr val="bg1"/>
                </a:solidFill>
                <a:ea typeface="微軟正黑體"/>
              </a:rPr>
              <a:t>主要參考</a:t>
            </a:r>
            <a:r>
              <a:rPr lang="en-US" altLang="zh-TW" sz="2400">
                <a:solidFill>
                  <a:schemeClr val="bg1"/>
                </a:solidFill>
                <a:ea typeface="微軟正黑體"/>
              </a:rPr>
              <a:t>Delft Aerospace Rocket Engineering</a:t>
            </a:r>
            <a:r>
              <a:rPr lang="zh-TW" altLang="en-US" sz="2400">
                <a:solidFill>
                  <a:schemeClr val="bg1"/>
                </a:solidFill>
                <a:ea typeface="微軟正黑體"/>
              </a:rPr>
              <a:t>於</a:t>
            </a:r>
            <a:r>
              <a:rPr lang="en-US" altLang="zh-TW" sz="2400">
                <a:solidFill>
                  <a:schemeClr val="bg1"/>
                </a:solidFill>
                <a:ea typeface="微軟正黑體"/>
              </a:rPr>
              <a:t>2022</a:t>
            </a:r>
            <a:r>
              <a:rPr lang="zh-TW" altLang="en-US" sz="2400">
                <a:solidFill>
                  <a:schemeClr val="bg1"/>
                </a:solidFill>
                <a:ea typeface="微軟正黑體"/>
              </a:rPr>
              <a:t>的方案，以盡量簡化製造為目標，降低工時及失敗的風險。</a:t>
            </a:r>
            <a:endParaRPr lang="en-US" altLang="zh-TW" sz="2400">
              <a:solidFill>
                <a:schemeClr val="bg1"/>
              </a:solidFill>
              <a:ea typeface="微軟正黑體"/>
            </a:endParaRPr>
          </a:p>
        </p:txBody>
      </p:sp>
      <p:sp>
        <p:nvSpPr>
          <p:cNvPr id="14" name="文字方塊 13">
            <a:extLst>
              <a:ext uri="{FF2B5EF4-FFF2-40B4-BE49-F238E27FC236}">
                <a16:creationId xmlns:a16="http://schemas.microsoft.com/office/drawing/2014/main" id="{D197920C-D2C9-60B1-39BE-1D4B83D28A86}"/>
              </a:ext>
            </a:extLst>
          </p:cNvPr>
          <p:cNvSpPr txBox="1"/>
          <p:nvPr/>
        </p:nvSpPr>
        <p:spPr>
          <a:xfrm>
            <a:off x="933450" y="2962027"/>
            <a:ext cx="5287046" cy="830997"/>
          </a:xfrm>
          <a:prstGeom prst="rect">
            <a:avLst/>
          </a:prstGeom>
          <a:noFill/>
        </p:spPr>
        <p:txBody>
          <a:bodyPr wrap="square" rtlCol="0">
            <a:spAutoFit/>
          </a:bodyPr>
          <a:lstStyle/>
          <a:p>
            <a:pPr marL="285750" indent="-285750">
              <a:buFont typeface="Arial" panose="020B0604020202020204" pitchFamily="34" charset="0"/>
              <a:buChar char="•"/>
            </a:pPr>
            <a:r>
              <a:rPr lang="zh-TW" altLang="en-US" sz="2400">
                <a:solidFill>
                  <a:schemeClr val="bg1"/>
                </a:solidFill>
              </a:rPr>
              <a:t>傘布裁減優先採用雷切機提高效率，印出模板後人力裁切為備選方案</a:t>
            </a:r>
            <a:endParaRPr lang="en-US" altLang="zh-TW" sz="2400">
              <a:solidFill>
                <a:schemeClr val="bg1"/>
              </a:solidFill>
            </a:endParaRPr>
          </a:p>
        </p:txBody>
      </p:sp>
      <p:sp>
        <p:nvSpPr>
          <p:cNvPr id="15" name="文字方塊 14">
            <a:extLst>
              <a:ext uri="{FF2B5EF4-FFF2-40B4-BE49-F238E27FC236}">
                <a16:creationId xmlns:a16="http://schemas.microsoft.com/office/drawing/2014/main" id="{AC67B049-47D7-9289-6FDE-4449E46DA6DB}"/>
              </a:ext>
            </a:extLst>
          </p:cNvPr>
          <p:cNvSpPr txBox="1"/>
          <p:nvPr/>
        </p:nvSpPr>
        <p:spPr>
          <a:xfrm>
            <a:off x="933450" y="4168116"/>
            <a:ext cx="4964181" cy="830997"/>
          </a:xfrm>
          <a:prstGeom prst="rect">
            <a:avLst/>
          </a:prstGeom>
          <a:noFill/>
        </p:spPr>
        <p:txBody>
          <a:bodyPr wrap="square" rtlCol="0">
            <a:spAutoFit/>
          </a:bodyPr>
          <a:lstStyle/>
          <a:p>
            <a:pPr marL="285750" indent="-285750">
              <a:buFont typeface="Arial" panose="020B0604020202020204" pitchFamily="34" charset="0"/>
              <a:buChar char="•"/>
            </a:pPr>
            <a:r>
              <a:rPr lang="zh-TW" altLang="en-US" sz="2400">
                <a:solidFill>
                  <a:schemeClr val="bg1"/>
                </a:solidFill>
              </a:rPr>
              <a:t>每塊帆獨立製作後以加強帶固定，最後再連接傘繩及測試</a:t>
            </a:r>
            <a:endParaRPr lang="en-US" altLang="zh-TW" sz="2400">
              <a:solidFill>
                <a:schemeClr val="bg1"/>
              </a:solidFill>
            </a:endParaRPr>
          </a:p>
        </p:txBody>
      </p:sp>
      <p:pic>
        <p:nvPicPr>
          <p:cNvPr id="16" name="圖片 15" descr="一張含有 螢幕擷取畫面, 圖表, 行, 設計 的圖片&#10;&#10;AI 產生的內容可能不正確。">
            <a:extLst>
              <a:ext uri="{FF2B5EF4-FFF2-40B4-BE49-F238E27FC236}">
                <a16:creationId xmlns:a16="http://schemas.microsoft.com/office/drawing/2014/main" id="{7C0152BB-E9A2-449D-92F0-A1C92BDDD035}"/>
              </a:ext>
            </a:extLst>
          </p:cNvPr>
          <p:cNvPicPr>
            <a:picLocks noChangeAspect="1"/>
          </p:cNvPicPr>
          <p:nvPr/>
        </p:nvPicPr>
        <p:blipFill>
          <a:blip r:embed="rId2"/>
          <a:stretch>
            <a:fillRect/>
          </a:stretch>
        </p:blipFill>
        <p:spPr>
          <a:xfrm>
            <a:off x="6172020" y="2184826"/>
            <a:ext cx="5694088" cy="3422293"/>
          </a:xfrm>
          <a:prstGeom prst="rect">
            <a:avLst/>
          </a:prstGeom>
        </p:spPr>
      </p:pic>
    </p:spTree>
    <p:extLst>
      <p:ext uri="{BB962C8B-B14F-4D97-AF65-F5344CB8AC3E}">
        <p14:creationId xmlns:p14="http://schemas.microsoft.com/office/powerpoint/2010/main" val="1184315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F62B-BF22-B23D-4BCB-00E285B917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D32025-B050-BE7F-B044-F265C5105516}"/>
              </a:ext>
            </a:extLst>
          </p:cNvPr>
          <p:cNvSpPr>
            <a:spLocks noGrp="1"/>
          </p:cNvSpPr>
          <p:nvPr>
            <p:ph type="title"/>
          </p:nvPr>
        </p:nvSpPr>
        <p:spPr/>
        <p:txBody>
          <a:bodyPr/>
          <a:lstStyle/>
          <a:p>
            <a:r>
              <a:rPr lang="zh-TW" altLang="en-US"/>
              <a:t>主傘細部製造</a:t>
            </a:r>
            <a:endParaRPr lang="en-US"/>
          </a:p>
        </p:txBody>
      </p:sp>
      <p:sp>
        <p:nvSpPr>
          <p:cNvPr id="4" name="Text Placeholder 3">
            <a:extLst>
              <a:ext uri="{FF2B5EF4-FFF2-40B4-BE49-F238E27FC236}">
                <a16:creationId xmlns:a16="http://schemas.microsoft.com/office/drawing/2014/main" id="{5FA460ED-0ED2-92A6-FEB4-C86BEC2343B6}"/>
              </a:ext>
            </a:extLst>
          </p:cNvPr>
          <p:cNvSpPr>
            <a:spLocks noGrp="1"/>
          </p:cNvSpPr>
          <p:nvPr>
            <p:ph type="body" sz="quarter" idx="10"/>
          </p:nvPr>
        </p:nvSpPr>
        <p:spPr/>
        <p:txBody>
          <a:bodyPr>
            <a:normAutofit fontScale="92500" lnSpcReduction="10000"/>
          </a:bodyPr>
          <a:lstStyle/>
          <a:p>
            <a:r>
              <a:rPr lang="zh-TW" altLang="en-US">
                <a:solidFill>
                  <a:srgbClr val="66FFCC"/>
                </a:solidFill>
              </a:rPr>
              <a:t>主傘</a:t>
            </a:r>
          </a:p>
        </p:txBody>
      </p:sp>
      <p:sp>
        <p:nvSpPr>
          <p:cNvPr id="6" name="文字方塊 5">
            <a:extLst>
              <a:ext uri="{FF2B5EF4-FFF2-40B4-BE49-F238E27FC236}">
                <a16:creationId xmlns:a16="http://schemas.microsoft.com/office/drawing/2014/main" id="{1C6365A9-9A96-23A9-CA97-75C6EBC651F2}"/>
              </a:ext>
            </a:extLst>
          </p:cNvPr>
          <p:cNvSpPr txBox="1"/>
          <p:nvPr/>
        </p:nvSpPr>
        <p:spPr>
          <a:xfrm>
            <a:off x="933450" y="1346200"/>
            <a:ext cx="2994606" cy="769441"/>
          </a:xfrm>
          <a:prstGeom prst="rect">
            <a:avLst/>
          </a:prstGeom>
          <a:noFill/>
        </p:spPr>
        <p:txBody>
          <a:bodyPr wrap="square" rtlCol="0">
            <a:spAutoFit/>
          </a:bodyPr>
          <a:lstStyle/>
          <a:p>
            <a:r>
              <a:rPr lang="zh-TW" altLang="en-US" sz="2400">
                <a:solidFill>
                  <a:schemeClr val="accent2">
                    <a:lumMod val="60000"/>
                    <a:lumOff val="40000"/>
                  </a:schemeClr>
                </a:solidFill>
              </a:rPr>
              <a:t>加強帶與帆</a:t>
            </a:r>
            <a:r>
              <a:rPr lang="en-US" altLang="zh-TW" sz="2400">
                <a:solidFill>
                  <a:schemeClr val="accent2">
                    <a:lumMod val="60000"/>
                    <a:lumOff val="40000"/>
                  </a:schemeClr>
                </a:solidFill>
              </a:rPr>
              <a:t>/</a:t>
            </a:r>
            <a:r>
              <a:rPr lang="zh-TW" altLang="en-US" sz="2400">
                <a:solidFill>
                  <a:schemeClr val="accent2">
                    <a:lumMod val="60000"/>
                    <a:lumOff val="40000"/>
                  </a:schemeClr>
                </a:solidFill>
              </a:rPr>
              <a:t>帆連接</a:t>
            </a:r>
            <a:r>
              <a:rPr lang="en-US" altLang="zh-TW" sz="2000">
                <a:solidFill>
                  <a:schemeClr val="bg2"/>
                </a:solidFill>
              </a:rPr>
              <a:t>(</a:t>
            </a:r>
            <a:r>
              <a:rPr lang="zh-TW" altLang="en-US" sz="2000">
                <a:solidFill>
                  <a:schemeClr val="bg2"/>
                </a:solidFill>
              </a:rPr>
              <a:t>交疊</a:t>
            </a:r>
            <a:r>
              <a:rPr lang="en-US" altLang="zh-TW" sz="2000">
                <a:solidFill>
                  <a:schemeClr val="bg2"/>
                </a:solidFill>
              </a:rPr>
              <a:t>1/2</a:t>
            </a:r>
            <a:r>
              <a:rPr lang="zh-TW" altLang="en-US" sz="2000">
                <a:solidFill>
                  <a:schemeClr val="bg2"/>
                </a:solidFill>
              </a:rPr>
              <a:t>英寸</a:t>
            </a:r>
            <a:r>
              <a:rPr lang="en-US" altLang="zh-TW" sz="2000">
                <a:solidFill>
                  <a:schemeClr val="bg2"/>
                </a:solidFill>
              </a:rPr>
              <a:t>)</a:t>
            </a:r>
            <a:endParaRPr lang="en-US" altLang="zh-TW" sz="2400">
              <a:solidFill>
                <a:schemeClr val="bg2"/>
              </a:solidFill>
            </a:endParaRPr>
          </a:p>
        </p:txBody>
      </p:sp>
      <p:pic>
        <p:nvPicPr>
          <p:cNvPr id="9" name="圖片 8" descr="一張含有 文字, 字型, 行, 螢幕擷取畫面 的圖片&#10;&#10;AI 產生的內容可能不正確。">
            <a:extLst>
              <a:ext uri="{FF2B5EF4-FFF2-40B4-BE49-F238E27FC236}">
                <a16:creationId xmlns:a16="http://schemas.microsoft.com/office/drawing/2014/main" id="{7D93A9C9-78E3-055D-85D0-6632314E1632}"/>
              </a:ext>
            </a:extLst>
          </p:cNvPr>
          <p:cNvPicPr>
            <a:picLocks noChangeAspect="1"/>
          </p:cNvPicPr>
          <p:nvPr/>
        </p:nvPicPr>
        <p:blipFill>
          <a:blip r:embed="rId3"/>
          <a:stretch>
            <a:fillRect/>
          </a:stretch>
        </p:blipFill>
        <p:spPr>
          <a:xfrm>
            <a:off x="1012999" y="2256322"/>
            <a:ext cx="2915057" cy="1476581"/>
          </a:xfrm>
          <a:prstGeom prst="rect">
            <a:avLst/>
          </a:prstGeom>
        </p:spPr>
      </p:pic>
      <p:sp>
        <p:nvSpPr>
          <p:cNvPr id="10" name="文字方塊 9">
            <a:extLst>
              <a:ext uri="{FF2B5EF4-FFF2-40B4-BE49-F238E27FC236}">
                <a16:creationId xmlns:a16="http://schemas.microsoft.com/office/drawing/2014/main" id="{11D0EEB8-9C0F-BA17-99E4-B2D6BF640CA1}"/>
              </a:ext>
            </a:extLst>
          </p:cNvPr>
          <p:cNvSpPr txBox="1"/>
          <p:nvPr/>
        </p:nvSpPr>
        <p:spPr>
          <a:xfrm>
            <a:off x="933450" y="3934397"/>
            <a:ext cx="2994606" cy="769441"/>
          </a:xfrm>
          <a:prstGeom prst="rect">
            <a:avLst/>
          </a:prstGeom>
          <a:noFill/>
        </p:spPr>
        <p:txBody>
          <a:bodyPr wrap="square" rtlCol="0">
            <a:spAutoFit/>
          </a:bodyPr>
          <a:lstStyle/>
          <a:p>
            <a:r>
              <a:rPr lang="zh-TW" altLang="en-US" sz="2400">
                <a:solidFill>
                  <a:schemeClr val="accent2">
                    <a:lumMod val="60000"/>
                    <a:lumOff val="40000"/>
                  </a:schemeClr>
                </a:solidFill>
              </a:rPr>
              <a:t>傘帆外側收邊</a:t>
            </a:r>
            <a:endParaRPr lang="en-US" altLang="zh-TW" sz="2400">
              <a:solidFill>
                <a:schemeClr val="accent2">
                  <a:lumMod val="60000"/>
                  <a:lumOff val="40000"/>
                </a:schemeClr>
              </a:solidFill>
            </a:endParaRPr>
          </a:p>
          <a:p>
            <a:r>
              <a:rPr lang="en-US" altLang="zh-TW" sz="2000">
                <a:solidFill>
                  <a:schemeClr val="bg2"/>
                </a:solidFill>
              </a:rPr>
              <a:t>(</a:t>
            </a:r>
            <a:r>
              <a:rPr lang="zh-TW" altLang="en-US" sz="2000">
                <a:solidFill>
                  <a:schemeClr val="bg2"/>
                </a:solidFill>
              </a:rPr>
              <a:t>交疊</a:t>
            </a:r>
            <a:r>
              <a:rPr lang="en-US" altLang="zh-TW" sz="2000">
                <a:solidFill>
                  <a:schemeClr val="bg2"/>
                </a:solidFill>
              </a:rPr>
              <a:t>1</a:t>
            </a:r>
            <a:r>
              <a:rPr lang="zh-TW" altLang="en-US" sz="2000">
                <a:solidFill>
                  <a:schemeClr val="bg2"/>
                </a:solidFill>
              </a:rPr>
              <a:t>公分</a:t>
            </a:r>
            <a:r>
              <a:rPr lang="en-US" altLang="zh-TW" sz="2000">
                <a:solidFill>
                  <a:schemeClr val="bg2"/>
                </a:solidFill>
              </a:rPr>
              <a:t>)</a:t>
            </a:r>
            <a:endParaRPr lang="en-US" altLang="zh-TW" sz="2400">
              <a:solidFill>
                <a:schemeClr val="bg2"/>
              </a:solidFill>
            </a:endParaRPr>
          </a:p>
        </p:txBody>
      </p:sp>
      <p:pic>
        <p:nvPicPr>
          <p:cNvPr id="12" name="圖片 11" descr="一張含有 文字, 行, 字型, 螢幕擷取畫面 的圖片&#10;&#10;AI 產生的內容可能不正確。">
            <a:extLst>
              <a:ext uri="{FF2B5EF4-FFF2-40B4-BE49-F238E27FC236}">
                <a16:creationId xmlns:a16="http://schemas.microsoft.com/office/drawing/2014/main" id="{2F368271-2A7E-3FE6-E584-8A4459CFAA44}"/>
              </a:ext>
            </a:extLst>
          </p:cNvPr>
          <p:cNvPicPr>
            <a:picLocks noChangeAspect="1"/>
          </p:cNvPicPr>
          <p:nvPr/>
        </p:nvPicPr>
        <p:blipFill>
          <a:blip r:embed="rId4"/>
          <a:srcRect t="7827"/>
          <a:stretch>
            <a:fillRect/>
          </a:stretch>
        </p:blipFill>
        <p:spPr>
          <a:xfrm>
            <a:off x="1012999" y="4821141"/>
            <a:ext cx="2638793" cy="1381318"/>
          </a:xfrm>
          <a:prstGeom prst="rect">
            <a:avLst/>
          </a:prstGeom>
        </p:spPr>
      </p:pic>
      <p:sp>
        <p:nvSpPr>
          <p:cNvPr id="13" name="文字方塊 12">
            <a:extLst>
              <a:ext uri="{FF2B5EF4-FFF2-40B4-BE49-F238E27FC236}">
                <a16:creationId xmlns:a16="http://schemas.microsoft.com/office/drawing/2014/main" id="{4D80DB61-71F8-770B-9897-C0673F33180F}"/>
              </a:ext>
            </a:extLst>
          </p:cNvPr>
          <p:cNvSpPr txBox="1"/>
          <p:nvPr/>
        </p:nvSpPr>
        <p:spPr>
          <a:xfrm>
            <a:off x="4762767" y="3770440"/>
            <a:ext cx="4336156" cy="1077218"/>
          </a:xfrm>
          <a:prstGeom prst="rect">
            <a:avLst/>
          </a:prstGeom>
          <a:noFill/>
        </p:spPr>
        <p:txBody>
          <a:bodyPr wrap="square" rtlCol="0">
            <a:spAutoFit/>
          </a:bodyPr>
          <a:lstStyle/>
          <a:p>
            <a:r>
              <a:rPr lang="zh-TW" altLang="en-US" sz="2400">
                <a:solidFill>
                  <a:schemeClr val="accent2">
                    <a:lumMod val="60000"/>
                    <a:lumOff val="40000"/>
                  </a:schemeClr>
                </a:solidFill>
              </a:rPr>
              <a:t>加強帶收尾反摺成環</a:t>
            </a:r>
            <a:endParaRPr lang="en-US" altLang="zh-TW" sz="2400">
              <a:solidFill>
                <a:schemeClr val="accent2">
                  <a:lumMod val="60000"/>
                  <a:lumOff val="40000"/>
                </a:schemeClr>
              </a:solidFill>
            </a:endParaRPr>
          </a:p>
          <a:p>
            <a:r>
              <a:rPr lang="en-US" altLang="zh-TW" sz="2000">
                <a:solidFill>
                  <a:schemeClr val="bg2"/>
                </a:solidFill>
              </a:rPr>
              <a:t>(</a:t>
            </a:r>
            <a:r>
              <a:rPr lang="zh-TW" altLang="en-US" sz="2000">
                <a:solidFill>
                  <a:schemeClr val="bg2"/>
                </a:solidFill>
              </a:rPr>
              <a:t>交疊</a:t>
            </a:r>
            <a:r>
              <a:rPr lang="en-US" altLang="zh-TW" sz="2000">
                <a:solidFill>
                  <a:schemeClr val="bg2"/>
                </a:solidFill>
              </a:rPr>
              <a:t>3</a:t>
            </a:r>
            <a:r>
              <a:rPr lang="zh-TW" altLang="en-US" sz="2000">
                <a:solidFill>
                  <a:schemeClr val="bg2"/>
                </a:solidFill>
              </a:rPr>
              <a:t>公分</a:t>
            </a:r>
            <a:r>
              <a:rPr lang="en-US" altLang="zh-TW" sz="2000">
                <a:solidFill>
                  <a:schemeClr val="bg2"/>
                </a:solidFill>
              </a:rPr>
              <a:t>)</a:t>
            </a:r>
          </a:p>
          <a:p>
            <a:r>
              <a:rPr lang="zh-TW" altLang="en-US" sz="2000">
                <a:solidFill>
                  <a:schemeClr val="bg2"/>
                </a:solidFill>
              </a:rPr>
              <a:t>容</a:t>
            </a:r>
            <a:r>
              <a:rPr lang="en-US" altLang="zh-TW" sz="2000">
                <a:solidFill>
                  <a:schemeClr val="bg2"/>
                </a:solidFill>
              </a:rPr>
              <a:t>suspension line / reefing line</a:t>
            </a:r>
            <a:r>
              <a:rPr lang="zh-TW" altLang="en-US" sz="2000">
                <a:solidFill>
                  <a:schemeClr val="bg2"/>
                </a:solidFill>
              </a:rPr>
              <a:t>穿過</a:t>
            </a:r>
            <a:endParaRPr lang="en-US" altLang="zh-TW" sz="2400">
              <a:solidFill>
                <a:schemeClr val="bg2"/>
              </a:solidFill>
            </a:endParaRPr>
          </a:p>
        </p:txBody>
      </p:sp>
      <p:sp>
        <p:nvSpPr>
          <p:cNvPr id="16" name="文字方塊 15">
            <a:extLst>
              <a:ext uri="{FF2B5EF4-FFF2-40B4-BE49-F238E27FC236}">
                <a16:creationId xmlns:a16="http://schemas.microsoft.com/office/drawing/2014/main" id="{4F5CBB0F-6F63-98DE-9EC3-2EF9B73383D6}"/>
              </a:ext>
            </a:extLst>
          </p:cNvPr>
          <p:cNvSpPr txBox="1"/>
          <p:nvPr/>
        </p:nvSpPr>
        <p:spPr>
          <a:xfrm>
            <a:off x="4762767" y="1396875"/>
            <a:ext cx="3550546" cy="769441"/>
          </a:xfrm>
          <a:prstGeom prst="rect">
            <a:avLst/>
          </a:prstGeom>
          <a:noFill/>
        </p:spPr>
        <p:txBody>
          <a:bodyPr wrap="square" rtlCol="0">
            <a:spAutoFit/>
          </a:bodyPr>
          <a:lstStyle/>
          <a:p>
            <a:r>
              <a:rPr lang="zh-TW" altLang="en-US" sz="2400">
                <a:solidFill>
                  <a:schemeClr val="accent2">
                    <a:lumMod val="60000"/>
                    <a:lumOff val="40000"/>
                  </a:schemeClr>
                </a:solidFill>
              </a:rPr>
              <a:t>傘帆內側以加強帶收邊</a:t>
            </a:r>
            <a:endParaRPr lang="en-US" altLang="zh-TW" sz="2400">
              <a:solidFill>
                <a:schemeClr val="accent2">
                  <a:lumMod val="60000"/>
                  <a:lumOff val="40000"/>
                </a:schemeClr>
              </a:solidFill>
            </a:endParaRPr>
          </a:p>
          <a:p>
            <a:r>
              <a:rPr lang="en-US" altLang="zh-TW" sz="2000">
                <a:solidFill>
                  <a:schemeClr val="bg2"/>
                </a:solidFill>
              </a:rPr>
              <a:t>(</a:t>
            </a:r>
            <a:r>
              <a:rPr lang="zh-TW" altLang="en-US" sz="2000">
                <a:solidFill>
                  <a:schemeClr val="bg2"/>
                </a:solidFill>
              </a:rPr>
              <a:t>交疊</a:t>
            </a:r>
            <a:r>
              <a:rPr lang="en-US" altLang="zh-TW" sz="2000">
                <a:solidFill>
                  <a:schemeClr val="bg2"/>
                </a:solidFill>
              </a:rPr>
              <a:t>1/2</a:t>
            </a:r>
            <a:r>
              <a:rPr lang="zh-TW" altLang="en-US" sz="2000">
                <a:solidFill>
                  <a:schemeClr val="bg2"/>
                </a:solidFill>
              </a:rPr>
              <a:t>英寸</a:t>
            </a:r>
            <a:r>
              <a:rPr lang="en-US" altLang="zh-TW" sz="2000">
                <a:solidFill>
                  <a:schemeClr val="bg2"/>
                </a:solidFill>
              </a:rPr>
              <a:t>)</a:t>
            </a:r>
            <a:endParaRPr lang="en-US" altLang="zh-TW" sz="2400">
              <a:solidFill>
                <a:schemeClr val="bg2"/>
              </a:solidFill>
            </a:endParaRPr>
          </a:p>
        </p:txBody>
      </p:sp>
      <p:pic>
        <p:nvPicPr>
          <p:cNvPr id="18" name="圖片 17" descr="一張含有 文字, 行, 字型, 靜止的 的圖片&#10;&#10;AI 產生的內容可能不正確。">
            <a:extLst>
              <a:ext uri="{FF2B5EF4-FFF2-40B4-BE49-F238E27FC236}">
                <a16:creationId xmlns:a16="http://schemas.microsoft.com/office/drawing/2014/main" id="{73BE0FDD-27EC-8E26-1AE6-7E8866581974}"/>
              </a:ext>
            </a:extLst>
          </p:cNvPr>
          <p:cNvPicPr>
            <a:picLocks noChangeAspect="1"/>
          </p:cNvPicPr>
          <p:nvPr/>
        </p:nvPicPr>
        <p:blipFill>
          <a:blip r:embed="rId5"/>
          <a:srcRect t="5554"/>
          <a:stretch>
            <a:fillRect/>
          </a:stretch>
        </p:blipFill>
        <p:spPr>
          <a:xfrm>
            <a:off x="4762768" y="2296954"/>
            <a:ext cx="2837352" cy="1435949"/>
          </a:xfrm>
          <a:prstGeom prst="rect">
            <a:avLst/>
          </a:prstGeom>
        </p:spPr>
      </p:pic>
      <mc:AlternateContent xmlns:mc="http://schemas.openxmlformats.org/markup-compatibility/2006" xmlns:p14="http://schemas.microsoft.com/office/powerpoint/2010/main">
        <mc:Choice Requires="p14">
          <p:contentPart p14:bwMode="auto" r:id="rId6">
            <p14:nvContentPartPr>
              <p14:cNvPr id="5" name="筆跡 4">
                <a:extLst>
                  <a:ext uri="{FF2B5EF4-FFF2-40B4-BE49-F238E27FC236}">
                    <a16:creationId xmlns:a16="http://schemas.microsoft.com/office/drawing/2014/main" id="{ACEDFF54-F7B1-3F06-911A-AEFA8EEA78BF}"/>
                  </a:ext>
                </a:extLst>
              </p14:cNvPr>
              <p14:cNvContentPartPr/>
              <p14:nvPr/>
            </p14:nvContentPartPr>
            <p14:xfrm>
              <a:off x="5650848" y="5004391"/>
              <a:ext cx="374" cy="1005410"/>
            </p14:xfrm>
          </p:contentPart>
        </mc:Choice>
        <mc:Fallback xmlns="">
          <p:pic>
            <p:nvPicPr>
              <p:cNvPr id="5" name="筆跡 4">
                <a:extLst>
                  <a:ext uri="{FF2B5EF4-FFF2-40B4-BE49-F238E27FC236}">
                    <a16:creationId xmlns:a16="http://schemas.microsoft.com/office/drawing/2014/main" id="{ACEDFF54-F7B1-3F06-911A-AEFA8EEA78BF}"/>
                  </a:ext>
                </a:extLst>
              </p:cNvPr>
              <p:cNvPicPr/>
              <p:nvPr/>
            </p:nvPicPr>
            <p:blipFill>
              <a:blip r:embed="rId7"/>
              <a:stretch>
                <a:fillRect/>
              </a:stretch>
            </p:blipFill>
            <p:spPr>
              <a:xfrm>
                <a:off x="5641498" y="4995392"/>
                <a:ext cx="18700" cy="102304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筆跡 6">
                <a:extLst>
                  <a:ext uri="{FF2B5EF4-FFF2-40B4-BE49-F238E27FC236}">
                    <a16:creationId xmlns:a16="http://schemas.microsoft.com/office/drawing/2014/main" id="{2394B210-797A-62EB-DE8A-BD6AD6221B84}"/>
                  </a:ext>
                </a:extLst>
              </p14:cNvPr>
              <p14:cNvContentPartPr/>
              <p14:nvPr/>
            </p14:nvContentPartPr>
            <p14:xfrm>
              <a:off x="5655339" y="6015500"/>
              <a:ext cx="111157" cy="106647"/>
            </p14:xfrm>
          </p:contentPart>
        </mc:Choice>
        <mc:Fallback xmlns="">
          <p:pic>
            <p:nvPicPr>
              <p:cNvPr id="7" name="筆跡 6">
                <a:extLst>
                  <a:ext uri="{FF2B5EF4-FFF2-40B4-BE49-F238E27FC236}">
                    <a16:creationId xmlns:a16="http://schemas.microsoft.com/office/drawing/2014/main" id="{2394B210-797A-62EB-DE8A-BD6AD6221B84}"/>
                  </a:ext>
                </a:extLst>
              </p:cNvPr>
              <p:cNvPicPr/>
              <p:nvPr/>
            </p:nvPicPr>
            <p:blipFill>
              <a:blip r:embed="rId9"/>
              <a:stretch>
                <a:fillRect/>
              </a:stretch>
            </p:blipFill>
            <p:spPr>
              <a:xfrm>
                <a:off x="5646346" y="6006462"/>
                <a:ext cx="128784" cy="12436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筆跡 10">
                <a:extLst>
                  <a:ext uri="{FF2B5EF4-FFF2-40B4-BE49-F238E27FC236}">
                    <a16:creationId xmlns:a16="http://schemas.microsoft.com/office/drawing/2014/main" id="{B63EC847-E647-490F-89A5-2B908A924383}"/>
                  </a:ext>
                </a:extLst>
              </p14:cNvPr>
              <p14:cNvContentPartPr/>
              <p14:nvPr/>
            </p14:nvContentPartPr>
            <p14:xfrm>
              <a:off x="5789326" y="5306421"/>
              <a:ext cx="8982" cy="727396"/>
            </p14:xfrm>
          </p:contentPart>
        </mc:Choice>
        <mc:Fallback xmlns="">
          <p:pic>
            <p:nvPicPr>
              <p:cNvPr id="11" name="筆跡 10">
                <a:extLst>
                  <a:ext uri="{FF2B5EF4-FFF2-40B4-BE49-F238E27FC236}">
                    <a16:creationId xmlns:a16="http://schemas.microsoft.com/office/drawing/2014/main" id="{B63EC847-E647-490F-89A5-2B908A924383}"/>
                  </a:ext>
                </a:extLst>
              </p:cNvPr>
              <p:cNvPicPr/>
              <p:nvPr/>
            </p:nvPicPr>
            <p:blipFill>
              <a:blip r:embed="rId11"/>
              <a:stretch>
                <a:fillRect/>
              </a:stretch>
            </p:blipFill>
            <p:spPr>
              <a:xfrm>
                <a:off x="5780344" y="5297419"/>
                <a:ext cx="26587" cy="745041"/>
              </a:xfrm>
              <a:prstGeom prst="rect">
                <a:avLst/>
              </a:prstGeom>
            </p:spPr>
          </p:pic>
        </mc:Fallback>
      </mc:AlternateContent>
      <p:grpSp>
        <p:nvGrpSpPr>
          <p:cNvPr id="17" name="群組 16">
            <a:extLst>
              <a:ext uri="{FF2B5EF4-FFF2-40B4-BE49-F238E27FC236}">
                <a16:creationId xmlns:a16="http://schemas.microsoft.com/office/drawing/2014/main" id="{37DE74C2-F7CA-E300-DDF2-9ECC9B345D85}"/>
              </a:ext>
            </a:extLst>
          </p:cNvPr>
          <p:cNvGrpSpPr/>
          <p:nvPr/>
        </p:nvGrpSpPr>
        <p:grpSpPr>
          <a:xfrm>
            <a:off x="5323367" y="5630025"/>
            <a:ext cx="1018373" cy="445311"/>
            <a:chOff x="5323367" y="5630025"/>
            <a:chExt cx="1018373" cy="445311"/>
          </a:xfrm>
        </p:grpSpPr>
        <mc:AlternateContent xmlns:mc="http://schemas.openxmlformats.org/markup-compatibility/2006" xmlns:p14="http://schemas.microsoft.com/office/powerpoint/2010/main">
          <mc:Choice Requires="p14">
            <p:contentPart p14:bwMode="auto" r:id="rId12">
              <p14:nvContentPartPr>
                <p14:cNvPr id="14" name="筆跡 13">
                  <a:extLst>
                    <a:ext uri="{FF2B5EF4-FFF2-40B4-BE49-F238E27FC236}">
                      <a16:creationId xmlns:a16="http://schemas.microsoft.com/office/drawing/2014/main" id="{D942AF3B-326C-0A20-44D9-650DF09F92B1}"/>
                    </a:ext>
                  </a:extLst>
                </p14:cNvPr>
                <p14:cNvContentPartPr/>
                <p14:nvPr/>
              </p14:nvContentPartPr>
              <p14:xfrm>
                <a:off x="5727947" y="6025676"/>
                <a:ext cx="613793" cy="49660"/>
              </p14:xfrm>
            </p:contentPart>
          </mc:Choice>
          <mc:Fallback xmlns="">
            <p:pic>
              <p:nvPicPr>
                <p:cNvPr id="14" name="筆跡 13">
                  <a:extLst>
                    <a:ext uri="{FF2B5EF4-FFF2-40B4-BE49-F238E27FC236}">
                      <a16:creationId xmlns:a16="http://schemas.microsoft.com/office/drawing/2014/main" id="{D942AF3B-326C-0A20-44D9-650DF09F92B1}"/>
                    </a:ext>
                  </a:extLst>
                </p:cNvPr>
                <p:cNvPicPr/>
                <p:nvPr/>
              </p:nvPicPr>
              <p:blipFill>
                <a:blip r:embed="rId13"/>
                <a:stretch>
                  <a:fillRect/>
                </a:stretch>
              </p:blipFill>
              <p:spPr>
                <a:xfrm>
                  <a:off x="5709947" y="6007683"/>
                  <a:ext cx="649433" cy="85286"/>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筆跡 14">
                  <a:extLst>
                    <a:ext uri="{FF2B5EF4-FFF2-40B4-BE49-F238E27FC236}">
                      <a16:creationId xmlns:a16="http://schemas.microsoft.com/office/drawing/2014/main" id="{643B12C5-A076-636C-7129-A9F7A1FB11CE}"/>
                    </a:ext>
                  </a:extLst>
                </p14:cNvPr>
                <p14:cNvContentPartPr/>
                <p14:nvPr/>
              </p14:nvContentPartPr>
              <p14:xfrm>
                <a:off x="5323367" y="5630025"/>
                <a:ext cx="290429" cy="345177"/>
              </p14:xfrm>
            </p:contentPart>
          </mc:Choice>
          <mc:Fallback xmlns="">
            <p:pic>
              <p:nvPicPr>
                <p:cNvPr id="15" name="筆跡 14">
                  <a:extLst>
                    <a:ext uri="{FF2B5EF4-FFF2-40B4-BE49-F238E27FC236}">
                      <a16:creationId xmlns:a16="http://schemas.microsoft.com/office/drawing/2014/main" id="{643B12C5-A076-636C-7129-A9F7A1FB11CE}"/>
                    </a:ext>
                  </a:extLst>
                </p:cNvPr>
                <p:cNvPicPr/>
                <p:nvPr/>
              </p:nvPicPr>
              <p:blipFill>
                <a:blip r:embed="rId15"/>
                <a:stretch>
                  <a:fillRect/>
                </a:stretch>
              </p:blipFill>
              <p:spPr>
                <a:xfrm>
                  <a:off x="5305350" y="5612028"/>
                  <a:ext cx="326102" cy="380810"/>
                </a:xfrm>
                <a:prstGeom prst="rect">
                  <a:avLst/>
                </a:prstGeom>
              </p:spPr>
            </p:pic>
          </mc:Fallback>
        </mc:AlternateContent>
      </p:grpSp>
      <p:grpSp>
        <p:nvGrpSpPr>
          <p:cNvPr id="23" name="群組 22">
            <a:extLst>
              <a:ext uri="{FF2B5EF4-FFF2-40B4-BE49-F238E27FC236}">
                <a16:creationId xmlns:a16="http://schemas.microsoft.com/office/drawing/2014/main" id="{79B57FE5-C947-054F-5053-68A211A1A79F}"/>
              </a:ext>
            </a:extLst>
          </p:cNvPr>
          <p:cNvGrpSpPr/>
          <p:nvPr/>
        </p:nvGrpSpPr>
        <p:grpSpPr>
          <a:xfrm>
            <a:off x="5636252" y="5966654"/>
            <a:ext cx="304278" cy="880853"/>
            <a:chOff x="5636252" y="5966654"/>
            <a:chExt cx="304278" cy="880853"/>
          </a:xfrm>
        </p:grpSpPr>
        <mc:AlternateContent xmlns:mc="http://schemas.openxmlformats.org/markup-compatibility/2006" xmlns:p14="http://schemas.microsoft.com/office/powerpoint/2010/main">
          <mc:Choice Requires="p14">
            <p:contentPart p14:bwMode="auto" r:id="rId16">
              <p14:nvContentPartPr>
                <p14:cNvPr id="19" name="筆跡 18">
                  <a:extLst>
                    <a:ext uri="{FF2B5EF4-FFF2-40B4-BE49-F238E27FC236}">
                      <a16:creationId xmlns:a16="http://schemas.microsoft.com/office/drawing/2014/main" id="{E9457FF7-5755-B2A9-4F21-76EBF8E1FB2C}"/>
                    </a:ext>
                  </a:extLst>
                </p14:cNvPr>
                <p14:cNvContentPartPr/>
                <p14:nvPr/>
              </p14:nvContentPartPr>
              <p14:xfrm>
                <a:off x="5726450" y="5966654"/>
                <a:ext cx="214080" cy="880853"/>
              </p14:xfrm>
            </p:contentPart>
          </mc:Choice>
          <mc:Fallback xmlns="">
            <p:pic>
              <p:nvPicPr>
                <p:cNvPr id="19" name="筆跡 18">
                  <a:extLst>
                    <a:ext uri="{FF2B5EF4-FFF2-40B4-BE49-F238E27FC236}">
                      <a16:creationId xmlns:a16="http://schemas.microsoft.com/office/drawing/2014/main" id="{E9457FF7-5755-B2A9-4F21-76EBF8E1FB2C}"/>
                    </a:ext>
                  </a:extLst>
                </p:cNvPr>
                <p:cNvPicPr/>
                <p:nvPr/>
              </p:nvPicPr>
              <p:blipFill>
                <a:blip r:embed="rId17"/>
                <a:stretch>
                  <a:fillRect/>
                </a:stretch>
              </p:blipFill>
              <p:spPr>
                <a:xfrm>
                  <a:off x="5708460" y="5948663"/>
                  <a:ext cx="249700" cy="916476"/>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筆跡 19">
                  <a:extLst>
                    <a:ext uri="{FF2B5EF4-FFF2-40B4-BE49-F238E27FC236}">
                      <a16:creationId xmlns:a16="http://schemas.microsoft.com/office/drawing/2014/main" id="{24F30412-6551-7227-20CC-2EEFF3DF4072}"/>
                    </a:ext>
                  </a:extLst>
                </p14:cNvPr>
                <p14:cNvContentPartPr/>
                <p14:nvPr/>
              </p14:nvContentPartPr>
              <p14:xfrm>
                <a:off x="5686029" y="5996368"/>
                <a:ext cx="37801" cy="14654"/>
              </p14:xfrm>
            </p:contentPart>
          </mc:Choice>
          <mc:Fallback xmlns="">
            <p:pic>
              <p:nvPicPr>
                <p:cNvPr id="20" name="筆跡 19">
                  <a:extLst>
                    <a:ext uri="{FF2B5EF4-FFF2-40B4-BE49-F238E27FC236}">
                      <a16:creationId xmlns:a16="http://schemas.microsoft.com/office/drawing/2014/main" id="{24F30412-6551-7227-20CC-2EEFF3DF4072}"/>
                    </a:ext>
                  </a:extLst>
                </p:cNvPr>
                <p:cNvPicPr/>
                <p:nvPr/>
              </p:nvPicPr>
              <p:blipFill>
                <a:blip r:embed="rId19"/>
                <a:stretch>
                  <a:fillRect/>
                </a:stretch>
              </p:blipFill>
              <p:spPr>
                <a:xfrm>
                  <a:off x="5667855" y="5978497"/>
                  <a:ext cx="73785" cy="50038"/>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筆跡 20">
                  <a:extLst>
                    <a:ext uri="{FF2B5EF4-FFF2-40B4-BE49-F238E27FC236}">
                      <a16:creationId xmlns:a16="http://schemas.microsoft.com/office/drawing/2014/main" id="{B05883C7-9ED8-C977-1FCD-1D888EDE460F}"/>
                    </a:ext>
                  </a:extLst>
                </p14:cNvPr>
                <p14:cNvContentPartPr/>
                <p14:nvPr/>
              </p14:nvContentPartPr>
              <p14:xfrm>
                <a:off x="5636252" y="6098131"/>
                <a:ext cx="163179" cy="101355"/>
              </p14:xfrm>
            </p:contentPart>
          </mc:Choice>
          <mc:Fallback xmlns="">
            <p:pic>
              <p:nvPicPr>
                <p:cNvPr id="21" name="筆跡 20">
                  <a:extLst>
                    <a:ext uri="{FF2B5EF4-FFF2-40B4-BE49-F238E27FC236}">
                      <a16:creationId xmlns:a16="http://schemas.microsoft.com/office/drawing/2014/main" id="{B05883C7-9ED8-C977-1FCD-1D888EDE460F}"/>
                    </a:ext>
                  </a:extLst>
                </p:cNvPr>
                <p:cNvPicPr/>
                <p:nvPr/>
              </p:nvPicPr>
              <p:blipFill>
                <a:blip r:embed="rId21"/>
                <a:stretch>
                  <a:fillRect/>
                </a:stretch>
              </p:blipFill>
              <p:spPr>
                <a:xfrm>
                  <a:off x="5618241" y="6080096"/>
                  <a:ext cx="198841" cy="137064"/>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筆跡 21">
                  <a:extLst>
                    <a:ext uri="{FF2B5EF4-FFF2-40B4-BE49-F238E27FC236}">
                      <a16:creationId xmlns:a16="http://schemas.microsoft.com/office/drawing/2014/main" id="{C880DB97-437E-180C-9760-E0426185DB25}"/>
                    </a:ext>
                  </a:extLst>
                </p14:cNvPr>
                <p14:cNvContentPartPr/>
                <p14:nvPr/>
              </p14:nvContentPartPr>
              <p14:xfrm>
                <a:off x="5748905" y="6158374"/>
                <a:ext cx="41543" cy="40298"/>
              </p14:xfrm>
            </p:contentPart>
          </mc:Choice>
          <mc:Fallback xmlns="">
            <p:pic>
              <p:nvPicPr>
                <p:cNvPr id="22" name="筆跡 21">
                  <a:extLst>
                    <a:ext uri="{FF2B5EF4-FFF2-40B4-BE49-F238E27FC236}">
                      <a16:creationId xmlns:a16="http://schemas.microsoft.com/office/drawing/2014/main" id="{C880DB97-437E-180C-9760-E0426185DB25}"/>
                    </a:ext>
                  </a:extLst>
                </p:cNvPr>
                <p:cNvPicPr/>
                <p:nvPr/>
              </p:nvPicPr>
              <p:blipFill>
                <a:blip r:embed="rId23"/>
                <a:stretch>
                  <a:fillRect/>
                </a:stretch>
              </p:blipFill>
              <p:spPr>
                <a:xfrm>
                  <a:off x="5730999" y="6140384"/>
                  <a:ext cx="76998" cy="75919"/>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5" name="筆跡 24">
                <a:extLst>
                  <a:ext uri="{FF2B5EF4-FFF2-40B4-BE49-F238E27FC236}">
                    <a16:creationId xmlns:a16="http://schemas.microsoft.com/office/drawing/2014/main" id="{DD8732E2-2479-80F3-9732-511AF8A09834}"/>
                  </a:ext>
                </a:extLst>
              </p14:cNvPr>
              <p14:cNvContentPartPr/>
              <p14:nvPr/>
            </p14:nvContentPartPr>
            <p14:xfrm>
              <a:off x="5570382" y="5472904"/>
              <a:ext cx="307271" cy="32157"/>
            </p14:xfrm>
          </p:contentPart>
        </mc:Choice>
        <mc:Fallback xmlns="">
          <p:pic>
            <p:nvPicPr>
              <p:cNvPr id="25" name="筆跡 24">
                <a:extLst>
                  <a:ext uri="{FF2B5EF4-FFF2-40B4-BE49-F238E27FC236}">
                    <a16:creationId xmlns:a16="http://schemas.microsoft.com/office/drawing/2014/main" id="{DD8732E2-2479-80F3-9732-511AF8A09834}"/>
                  </a:ext>
                </a:extLst>
              </p:cNvPr>
              <p:cNvPicPr/>
              <p:nvPr/>
            </p:nvPicPr>
            <p:blipFill>
              <a:blip r:embed="rId25"/>
              <a:stretch>
                <a:fillRect/>
              </a:stretch>
            </p:blipFill>
            <p:spPr>
              <a:xfrm>
                <a:off x="5552371" y="5454838"/>
                <a:ext cx="342933" cy="67927"/>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筆跡 26">
                <a:extLst>
                  <a:ext uri="{FF2B5EF4-FFF2-40B4-BE49-F238E27FC236}">
                    <a16:creationId xmlns:a16="http://schemas.microsoft.com/office/drawing/2014/main" id="{0380DD9D-9326-467D-8052-EFF432ECC63C}"/>
                  </a:ext>
                </a:extLst>
              </p14:cNvPr>
              <p14:cNvContentPartPr/>
              <p14:nvPr/>
            </p14:nvContentPartPr>
            <p14:xfrm>
              <a:off x="5602193" y="5727309"/>
              <a:ext cx="252629" cy="1221"/>
            </p14:xfrm>
          </p:contentPart>
        </mc:Choice>
        <mc:Fallback xmlns="">
          <p:pic>
            <p:nvPicPr>
              <p:cNvPr id="27" name="筆跡 26">
                <a:extLst>
                  <a:ext uri="{FF2B5EF4-FFF2-40B4-BE49-F238E27FC236}">
                    <a16:creationId xmlns:a16="http://schemas.microsoft.com/office/drawing/2014/main" id="{0380DD9D-9326-467D-8052-EFF432ECC63C}"/>
                  </a:ext>
                </a:extLst>
              </p:cNvPr>
              <p:cNvPicPr/>
              <p:nvPr/>
            </p:nvPicPr>
            <p:blipFill>
              <a:blip r:embed="rId27"/>
              <a:stretch>
                <a:fillRect/>
              </a:stretch>
            </p:blipFill>
            <p:spPr>
              <a:xfrm>
                <a:off x="5584199" y="5712046"/>
                <a:ext cx="288256" cy="31441"/>
              </a:xfrm>
              <a:prstGeom prst="rect">
                <a:avLst/>
              </a:prstGeom>
            </p:spPr>
          </p:pic>
        </mc:Fallback>
      </mc:AlternateContent>
      <p:sp>
        <p:nvSpPr>
          <p:cNvPr id="56" name="文字方塊 55">
            <a:extLst>
              <a:ext uri="{FF2B5EF4-FFF2-40B4-BE49-F238E27FC236}">
                <a16:creationId xmlns:a16="http://schemas.microsoft.com/office/drawing/2014/main" id="{2252466C-72E2-EF83-EF51-67C8B0098FF1}"/>
              </a:ext>
            </a:extLst>
          </p:cNvPr>
          <p:cNvSpPr txBox="1"/>
          <p:nvPr/>
        </p:nvSpPr>
        <p:spPr>
          <a:xfrm>
            <a:off x="5940529" y="6432997"/>
            <a:ext cx="2005735" cy="369332"/>
          </a:xfrm>
          <a:prstGeom prst="rect">
            <a:avLst/>
          </a:prstGeom>
          <a:noFill/>
        </p:spPr>
        <p:txBody>
          <a:bodyPr wrap="square" rtlCol="0">
            <a:spAutoFit/>
          </a:bodyPr>
          <a:lstStyle/>
          <a:p>
            <a:r>
              <a:rPr lang="en-US" altLang="zh-TW">
                <a:solidFill>
                  <a:srgbClr val="92D050"/>
                </a:solidFill>
              </a:rPr>
              <a:t>Suspension Line</a:t>
            </a:r>
            <a:endParaRPr lang="zh-TW" altLang="en-US">
              <a:solidFill>
                <a:srgbClr val="92D050"/>
              </a:solidFill>
            </a:endParaRPr>
          </a:p>
        </p:txBody>
      </p:sp>
      <p:sp>
        <p:nvSpPr>
          <p:cNvPr id="57" name="文字方塊 56">
            <a:extLst>
              <a:ext uri="{FF2B5EF4-FFF2-40B4-BE49-F238E27FC236}">
                <a16:creationId xmlns:a16="http://schemas.microsoft.com/office/drawing/2014/main" id="{BB430BA8-D23A-D18C-059E-509EC5AA3C28}"/>
              </a:ext>
            </a:extLst>
          </p:cNvPr>
          <p:cNvSpPr txBox="1"/>
          <p:nvPr/>
        </p:nvSpPr>
        <p:spPr>
          <a:xfrm>
            <a:off x="6307578" y="5929312"/>
            <a:ext cx="2005735" cy="369332"/>
          </a:xfrm>
          <a:prstGeom prst="rect">
            <a:avLst/>
          </a:prstGeom>
          <a:noFill/>
        </p:spPr>
        <p:txBody>
          <a:bodyPr wrap="square" rtlCol="0">
            <a:spAutoFit/>
          </a:bodyPr>
          <a:lstStyle/>
          <a:p>
            <a:r>
              <a:rPr lang="en-US" altLang="zh-TW">
                <a:solidFill>
                  <a:srgbClr val="FF0000"/>
                </a:solidFill>
              </a:rPr>
              <a:t>(Reefing Line)</a:t>
            </a:r>
            <a:endParaRPr lang="zh-TW" altLang="en-US">
              <a:solidFill>
                <a:srgbClr val="FF0000"/>
              </a:solidFill>
            </a:endParaRPr>
          </a:p>
        </p:txBody>
      </p:sp>
      <p:sp>
        <p:nvSpPr>
          <p:cNvPr id="58" name="文字方塊 57">
            <a:extLst>
              <a:ext uri="{FF2B5EF4-FFF2-40B4-BE49-F238E27FC236}">
                <a16:creationId xmlns:a16="http://schemas.microsoft.com/office/drawing/2014/main" id="{6FB8F0F5-81A3-3E4F-A040-2CB7B3F57874}"/>
              </a:ext>
            </a:extLst>
          </p:cNvPr>
          <p:cNvSpPr txBox="1"/>
          <p:nvPr/>
        </p:nvSpPr>
        <p:spPr>
          <a:xfrm>
            <a:off x="5587946" y="4825965"/>
            <a:ext cx="2005735" cy="369332"/>
          </a:xfrm>
          <a:prstGeom prst="rect">
            <a:avLst/>
          </a:prstGeom>
          <a:noFill/>
        </p:spPr>
        <p:txBody>
          <a:bodyPr wrap="square" rtlCol="0">
            <a:spAutoFit/>
          </a:bodyPr>
          <a:lstStyle/>
          <a:p>
            <a:r>
              <a:rPr lang="en-US" altLang="zh-TW">
                <a:solidFill>
                  <a:schemeClr val="bg1"/>
                </a:solidFill>
              </a:rPr>
              <a:t>---Reinforce Tape</a:t>
            </a:r>
            <a:endParaRPr lang="zh-TW" altLang="en-US">
              <a:solidFill>
                <a:schemeClr val="bg1"/>
              </a:solidFill>
            </a:endParaRPr>
          </a:p>
        </p:txBody>
      </p:sp>
      <p:sp>
        <p:nvSpPr>
          <p:cNvPr id="59" name="文字方塊 58">
            <a:extLst>
              <a:ext uri="{FF2B5EF4-FFF2-40B4-BE49-F238E27FC236}">
                <a16:creationId xmlns:a16="http://schemas.microsoft.com/office/drawing/2014/main" id="{AA2BB3D2-20EB-34C4-3C90-1452FF6A2792}"/>
              </a:ext>
            </a:extLst>
          </p:cNvPr>
          <p:cNvSpPr txBox="1"/>
          <p:nvPr/>
        </p:nvSpPr>
        <p:spPr>
          <a:xfrm>
            <a:off x="5846015" y="5327132"/>
            <a:ext cx="2005735" cy="369332"/>
          </a:xfrm>
          <a:prstGeom prst="rect">
            <a:avLst/>
          </a:prstGeom>
          <a:noFill/>
        </p:spPr>
        <p:txBody>
          <a:bodyPr wrap="square" rtlCol="0">
            <a:spAutoFit/>
          </a:bodyPr>
          <a:lstStyle/>
          <a:p>
            <a:r>
              <a:rPr lang="en-US" altLang="zh-TW">
                <a:solidFill>
                  <a:schemeClr val="bg1"/>
                </a:solidFill>
              </a:rPr>
              <a:t>---Stiching</a:t>
            </a:r>
            <a:endParaRPr lang="zh-TW" altLang="en-US">
              <a:solidFill>
                <a:schemeClr val="bg1"/>
              </a:solidFill>
            </a:endParaRPr>
          </a:p>
        </p:txBody>
      </p:sp>
    </p:spTree>
    <p:extLst>
      <p:ext uri="{BB962C8B-B14F-4D97-AF65-F5344CB8AC3E}">
        <p14:creationId xmlns:p14="http://schemas.microsoft.com/office/powerpoint/2010/main" val="2326660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55415-4B4F-30B7-7EDA-71A09676A9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3261D8-20D8-E310-0F77-C721158D5110}"/>
              </a:ext>
            </a:extLst>
          </p:cNvPr>
          <p:cNvSpPr>
            <a:spLocks noGrp="1"/>
          </p:cNvSpPr>
          <p:nvPr>
            <p:ph type="title"/>
          </p:nvPr>
        </p:nvSpPr>
        <p:spPr/>
        <p:txBody>
          <a:bodyPr/>
          <a:lstStyle/>
          <a:p>
            <a:r>
              <a:rPr lang="zh-TW" altLang="en-US"/>
              <a:t>主傘開傘</a:t>
            </a:r>
            <a:r>
              <a:rPr lang="en-US" altLang="zh-TW"/>
              <a:t>-Reefing Line</a:t>
            </a:r>
            <a:r>
              <a:rPr lang="en-US" altLang="zh-TW">
                <a:solidFill>
                  <a:srgbClr val="FF0000"/>
                </a:solidFill>
              </a:rPr>
              <a:t>(</a:t>
            </a:r>
            <a:r>
              <a:rPr lang="zh-TW" altLang="en-US">
                <a:solidFill>
                  <a:srgbClr val="FF0000"/>
                </a:solidFill>
              </a:rPr>
              <a:t>等太空中心回覆規則</a:t>
            </a:r>
            <a:r>
              <a:rPr lang="en-US" altLang="zh-TW">
                <a:solidFill>
                  <a:srgbClr val="FF0000"/>
                </a:solidFill>
              </a:rPr>
              <a:t>)</a:t>
            </a:r>
            <a:endParaRPr lang="en-US">
              <a:solidFill>
                <a:srgbClr val="FF0000"/>
              </a:solidFill>
            </a:endParaRPr>
          </a:p>
        </p:txBody>
      </p:sp>
      <p:sp>
        <p:nvSpPr>
          <p:cNvPr id="4" name="Text Placeholder 3">
            <a:extLst>
              <a:ext uri="{FF2B5EF4-FFF2-40B4-BE49-F238E27FC236}">
                <a16:creationId xmlns:a16="http://schemas.microsoft.com/office/drawing/2014/main" id="{07EC9C19-D4B8-6A5E-738A-666E0C36C153}"/>
              </a:ext>
            </a:extLst>
          </p:cNvPr>
          <p:cNvSpPr>
            <a:spLocks noGrp="1"/>
          </p:cNvSpPr>
          <p:nvPr>
            <p:ph type="body" sz="quarter" idx="10"/>
          </p:nvPr>
        </p:nvSpPr>
        <p:spPr/>
        <p:txBody>
          <a:bodyPr>
            <a:normAutofit fontScale="92500" lnSpcReduction="10000"/>
          </a:bodyPr>
          <a:lstStyle/>
          <a:p>
            <a:r>
              <a:rPr lang="zh-TW" altLang="en-US">
                <a:solidFill>
                  <a:schemeClr val="accent6"/>
                </a:solidFill>
              </a:rPr>
              <a:t>設計構想</a:t>
            </a:r>
          </a:p>
        </p:txBody>
      </p:sp>
      <p:sp>
        <p:nvSpPr>
          <p:cNvPr id="7" name="文字方塊 6">
            <a:extLst>
              <a:ext uri="{FF2B5EF4-FFF2-40B4-BE49-F238E27FC236}">
                <a16:creationId xmlns:a16="http://schemas.microsoft.com/office/drawing/2014/main" id="{C7F3D057-9006-6685-9742-678A909D0188}"/>
              </a:ext>
            </a:extLst>
          </p:cNvPr>
          <p:cNvSpPr txBox="1"/>
          <p:nvPr/>
        </p:nvSpPr>
        <p:spPr>
          <a:xfrm>
            <a:off x="933450" y="1346200"/>
            <a:ext cx="7677150" cy="1200329"/>
          </a:xfrm>
          <a:prstGeom prst="rect">
            <a:avLst/>
          </a:prstGeom>
          <a:noFill/>
        </p:spPr>
        <p:txBody>
          <a:bodyPr wrap="square" rtlCol="0">
            <a:spAutoFit/>
          </a:bodyPr>
          <a:lstStyle/>
          <a:p>
            <a:pPr marL="285750" indent="-285750">
              <a:buFont typeface="Arial" panose="020B0604020202020204" pitchFamily="34" charset="0"/>
              <a:buChar char="•"/>
            </a:pPr>
            <a:r>
              <a:rPr lang="zh-TW" altLang="en-US" sz="2400">
                <a:solidFill>
                  <a:schemeClr val="bg1"/>
                </a:solidFill>
              </a:rPr>
              <a:t>控制線連接著傘裙邊的限制繩</a:t>
            </a:r>
            <a:endParaRPr lang="en-US" altLang="zh-TW" sz="2400">
              <a:solidFill>
                <a:schemeClr val="bg1"/>
              </a:solidFill>
            </a:endParaRPr>
          </a:p>
          <a:p>
            <a:pPr marL="285750" indent="-285750">
              <a:buFont typeface="Arial" panose="020B0604020202020204" pitchFamily="34" charset="0"/>
              <a:buChar char="•"/>
            </a:pPr>
            <a:r>
              <a:rPr lang="zh-TW" altLang="en-US" sz="2400">
                <a:solidFill>
                  <a:schemeClr val="bg1"/>
                </a:solidFill>
              </a:rPr>
              <a:t>控制繩由尼龍繩通過、通電燒斷</a:t>
            </a:r>
            <a:endParaRPr lang="en-US" altLang="zh-TW" sz="2400">
              <a:solidFill>
                <a:schemeClr val="bg1"/>
              </a:solidFill>
            </a:endParaRPr>
          </a:p>
          <a:p>
            <a:pPr marL="285750" indent="-285750">
              <a:buFont typeface="Arial" panose="020B0604020202020204" pitchFamily="34" charset="0"/>
              <a:buChar char="•"/>
            </a:pPr>
            <a:r>
              <a:rPr lang="zh-TW" altLang="en-US" sz="2400">
                <a:solidFill>
                  <a:schemeClr val="bg1"/>
                </a:solidFill>
              </a:rPr>
              <a:t>燒斷後主傘張開</a:t>
            </a:r>
          </a:p>
        </p:txBody>
      </p:sp>
      <p:grpSp>
        <p:nvGrpSpPr>
          <p:cNvPr id="11" name="群組 10">
            <a:extLst>
              <a:ext uri="{FF2B5EF4-FFF2-40B4-BE49-F238E27FC236}">
                <a16:creationId xmlns:a16="http://schemas.microsoft.com/office/drawing/2014/main" id="{26CACBEC-7A4B-5A68-D05B-E266A64D84A9}"/>
              </a:ext>
            </a:extLst>
          </p:cNvPr>
          <p:cNvGrpSpPr/>
          <p:nvPr/>
        </p:nvGrpSpPr>
        <p:grpSpPr>
          <a:xfrm>
            <a:off x="1164070" y="2725051"/>
            <a:ext cx="7215909" cy="2708556"/>
            <a:chOff x="1749158" y="2789934"/>
            <a:chExt cx="7215909" cy="2708556"/>
          </a:xfrm>
        </p:grpSpPr>
        <p:pic>
          <p:nvPicPr>
            <p:cNvPr id="6" name="圖片 5">
              <a:extLst>
                <a:ext uri="{FF2B5EF4-FFF2-40B4-BE49-F238E27FC236}">
                  <a16:creationId xmlns:a16="http://schemas.microsoft.com/office/drawing/2014/main" id="{C984232D-CA3A-C2C9-9237-9531E210F1E6}"/>
                </a:ext>
              </a:extLst>
            </p:cNvPr>
            <p:cNvPicPr>
              <a:picLocks noChangeAspect="1"/>
            </p:cNvPicPr>
            <p:nvPr/>
          </p:nvPicPr>
          <p:blipFill>
            <a:blip r:embed="rId2"/>
            <a:stretch>
              <a:fillRect/>
            </a:stretch>
          </p:blipFill>
          <p:spPr>
            <a:xfrm>
              <a:off x="1749158" y="2789934"/>
              <a:ext cx="7215909" cy="2540000"/>
            </a:xfrm>
            <a:prstGeom prst="rect">
              <a:avLst/>
            </a:prstGeom>
          </p:spPr>
        </p:pic>
        <p:grpSp>
          <p:nvGrpSpPr>
            <p:cNvPr id="10" name="群組 9">
              <a:extLst>
                <a:ext uri="{FF2B5EF4-FFF2-40B4-BE49-F238E27FC236}">
                  <a16:creationId xmlns:a16="http://schemas.microsoft.com/office/drawing/2014/main" id="{69D12FAE-6341-4513-3F04-8165B6E399C4}"/>
                </a:ext>
              </a:extLst>
            </p:cNvPr>
            <p:cNvGrpSpPr/>
            <p:nvPr/>
          </p:nvGrpSpPr>
          <p:grpSpPr>
            <a:xfrm>
              <a:off x="7397350" y="3136890"/>
              <a:ext cx="1395720" cy="2361600"/>
              <a:chOff x="7397350" y="3136890"/>
              <a:chExt cx="1395720" cy="2361600"/>
            </a:xfrm>
          </p:grpSpPr>
          <mc:AlternateContent xmlns:mc="http://schemas.openxmlformats.org/markup-compatibility/2006" xmlns:p14="http://schemas.microsoft.com/office/powerpoint/2010/main">
            <mc:Choice Requires="p14">
              <p:contentPart p14:bwMode="auto" r:id="rId3">
                <p14:nvContentPartPr>
                  <p14:cNvPr id="8" name="筆跡 7">
                    <a:extLst>
                      <a:ext uri="{FF2B5EF4-FFF2-40B4-BE49-F238E27FC236}">
                        <a16:creationId xmlns:a16="http://schemas.microsoft.com/office/drawing/2014/main" id="{1A2C749F-CFBD-4B70-B828-0EAABC048FA8}"/>
                      </a:ext>
                    </a:extLst>
                  </p14:cNvPr>
                  <p14:cNvContentPartPr/>
                  <p14:nvPr/>
                </p14:nvContentPartPr>
                <p14:xfrm>
                  <a:off x="7397350" y="3136890"/>
                  <a:ext cx="1236960" cy="2361600"/>
                </p14:xfrm>
              </p:contentPart>
            </mc:Choice>
            <mc:Fallback xmlns="">
              <p:pic>
                <p:nvPicPr>
                  <p:cNvPr id="8" name="筆跡 7">
                    <a:extLst>
                      <a:ext uri="{FF2B5EF4-FFF2-40B4-BE49-F238E27FC236}">
                        <a16:creationId xmlns:a16="http://schemas.microsoft.com/office/drawing/2014/main" id="{1A2C749F-CFBD-4B70-B828-0EAABC048FA8}"/>
                      </a:ext>
                    </a:extLst>
                  </p:cNvPr>
                  <p:cNvPicPr/>
                  <p:nvPr/>
                </p:nvPicPr>
                <p:blipFill>
                  <a:blip r:embed="rId4"/>
                  <a:stretch>
                    <a:fillRect/>
                  </a:stretch>
                </p:blipFill>
                <p:spPr>
                  <a:xfrm>
                    <a:off x="7391230" y="3130770"/>
                    <a:ext cx="1249200" cy="2373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筆跡 8">
                    <a:extLst>
                      <a:ext uri="{FF2B5EF4-FFF2-40B4-BE49-F238E27FC236}">
                        <a16:creationId xmlns:a16="http://schemas.microsoft.com/office/drawing/2014/main" id="{715727A8-2B8A-B12F-D18D-C4A501AF261A}"/>
                      </a:ext>
                    </a:extLst>
                  </p14:cNvPr>
                  <p14:cNvContentPartPr/>
                  <p14:nvPr/>
                </p14:nvContentPartPr>
                <p14:xfrm>
                  <a:off x="7581310" y="3268290"/>
                  <a:ext cx="1211760" cy="1869120"/>
                </p14:xfrm>
              </p:contentPart>
            </mc:Choice>
            <mc:Fallback xmlns="">
              <p:pic>
                <p:nvPicPr>
                  <p:cNvPr id="9" name="筆跡 8">
                    <a:extLst>
                      <a:ext uri="{FF2B5EF4-FFF2-40B4-BE49-F238E27FC236}">
                        <a16:creationId xmlns:a16="http://schemas.microsoft.com/office/drawing/2014/main" id="{715727A8-2B8A-B12F-D18D-C4A501AF261A}"/>
                      </a:ext>
                    </a:extLst>
                  </p:cNvPr>
                  <p:cNvPicPr/>
                  <p:nvPr/>
                </p:nvPicPr>
                <p:blipFill>
                  <a:blip r:embed="rId6"/>
                  <a:stretch>
                    <a:fillRect/>
                  </a:stretch>
                </p:blipFill>
                <p:spPr>
                  <a:xfrm>
                    <a:off x="7575190" y="3262170"/>
                    <a:ext cx="1224000" cy="1881360"/>
                  </a:xfrm>
                  <a:prstGeom prst="rect">
                    <a:avLst/>
                  </a:prstGeom>
                </p:spPr>
              </p:pic>
            </mc:Fallback>
          </mc:AlternateContent>
        </p:grpSp>
      </p:grpSp>
    </p:spTree>
    <p:extLst>
      <p:ext uri="{BB962C8B-B14F-4D97-AF65-F5344CB8AC3E}">
        <p14:creationId xmlns:p14="http://schemas.microsoft.com/office/powerpoint/2010/main" val="1349086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0AC98-2B84-0D78-345F-D871AF81571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8B3BF9-07E8-0249-7F78-8560213F65E9}"/>
              </a:ext>
            </a:extLst>
          </p:cNvPr>
          <p:cNvSpPr>
            <a:spLocks noGrp="1"/>
          </p:cNvSpPr>
          <p:nvPr>
            <p:ph type="title"/>
          </p:nvPr>
        </p:nvSpPr>
        <p:spPr/>
        <p:txBody>
          <a:bodyPr/>
          <a:lstStyle/>
          <a:p>
            <a:r>
              <a:rPr lang="zh-TW" altLang="en-US"/>
              <a:t>主傘開傘</a:t>
            </a:r>
            <a:r>
              <a:rPr lang="en-US" altLang="zh-TW"/>
              <a:t>-</a:t>
            </a:r>
            <a:r>
              <a:rPr lang="zh-TW" altLang="en-US"/>
              <a:t>電磁鐵抽銷</a:t>
            </a:r>
            <a:r>
              <a:rPr lang="en-US" altLang="zh-TW">
                <a:solidFill>
                  <a:srgbClr val="FF0000"/>
                </a:solidFill>
              </a:rPr>
              <a:t>(reefing</a:t>
            </a:r>
            <a:r>
              <a:rPr lang="zh-TW" altLang="en-US">
                <a:solidFill>
                  <a:srgbClr val="FF0000"/>
                </a:solidFill>
              </a:rPr>
              <a:t>備選方案</a:t>
            </a:r>
            <a:r>
              <a:rPr lang="en-US" altLang="zh-TW">
                <a:solidFill>
                  <a:srgbClr val="FF0000"/>
                </a:solidFill>
              </a:rPr>
              <a:t>)</a:t>
            </a:r>
            <a:endParaRPr lang="en-US">
              <a:solidFill>
                <a:srgbClr val="FF0000"/>
              </a:solidFill>
            </a:endParaRPr>
          </a:p>
        </p:txBody>
      </p:sp>
      <p:sp>
        <p:nvSpPr>
          <p:cNvPr id="4" name="Text Placeholder 3">
            <a:extLst>
              <a:ext uri="{FF2B5EF4-FFF2-40B4-BE49-F238E27FC236}">
                <a16:creationId xmlns:a16="http://schemas.microsoft.com/office/drawing/2014/main" id="{268AE462-F7B8-836A-04F1-AE1BE358D1B8}"/>
              </a:ext>
            </a:extLst>
          </p:cNvPr>
          <p:cNvSpPr>
            <a:spLocks noGrp="1"/>
          </p:cNvSpPr>
          <p:nvPr>
            <p:ph type="body" sz="quarter" idx="10"/>
          </p:nvPr>
        </p:nvSpPr>
        <p:spPr/>
        <p:txBody>
          <a:bodyPr>
            <a:normAutofit fontScale="92500" lnSpcReduction="10000"/>
          </a:bodyPr>
          <a:lstStyle/>
          <a:p>
            <a:r>
              <a:rPr lang="zh-TW" altLang="en-US">
                <a:solidFill>
                  <a:schemeClr val="accent6"/>
                </a:solidFill>
              </a:rPr>
              <a:t>設計構想</a:t>
            </a:r>
          </a:p>
        </p:txBody>
      </p:sp>
      <p:pic>
        <p:nvPicPr>
          <p:cNvPr id="5" name="圖片 4" descr="一張含有 圓形, 螢幕擷取畫面 的圖片&#10;&#10;AI 產生的內容可能不正確。">
            <a:extLst>
              <a:ext uri="{FF2B5EF4-FFF2-40B4-BE49-F238E27FC236}">
                <a16:creationId xmlns:a16="http://schemas.microsoft.com/office/drawing/2014/main" id="{C6B8CC4E-1D8A-A1E4-152D-7419E04C7C25}"/>
              </a:ext>
            </a:extLst>
          </p:cNvPr>
          <p:cNvPicPr>
            <a:picLocks noChangeAspect="1"/>
          </p:cNvPicPr>
          <p:nvPr/>
        </p:nvPicPr>
        <p:blipFill>
          <a:blip r:embed="rId2"/>
          <a:stretch>
            <a:fillRect/>
          </a:stretch>
        </p:blipFill>
        <p:spPr>
          <a:xfrm>
            <a:off x="3107267" y="1614179"/>
            <a:ext cx="4620645" cy="4236287"/>
          </a:xfrm>
          <a:prstGeom prst="rect">
            <a:avLst/>
          </a:prstGeom>
        </p:spPr>
      </p:pic>
    </p:spTree>
    <p:extLst>
      <p:ext uri="{BB962C8B-B14F-4D97-AF65-F5344CB8AC3E}">
        <p14:creationId xmlns:p14="http://schemas.microsoft.com/office/powerpoint/2010/main" val="2174204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C1E86-A529-D10F-B0D8-7A61774B8B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E0A4C6F-564D-2DEE-71B8-0A46649DB25E}"/>
              </a:ext>
            </a:extLst>
          </p:cNvPr>
          <p:cNvSpPr>
            <a:spLocks noGrp="1"/>
          </p:cNvSpPr>
          <p:nvPr>
            <p:ph type="title"/>
          </p:nvPr>
        </p:nvSpPr>
        <p:spPr/>
        <p:txBody>
          <a:bodyPr/>
          <a:lstStyle/>
          <a:p>
            <a:r>
              <a:rPr lang="en-US" dirty="0"/>
              <a:t>Opening Force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A4F64479-8D09-39C8-F675-FAD58059DF07}"/>
                  </a:ext>
                </a:extLst>
              </p:cNvPr>
              <p:cNvSpPr>
                <a:spLocks noGrp="1"/>
              </p:cNvSpPr>
              <p:nvPr>
                <p:ph type="body" sz="quarter" idx="10"/>
              </p:nvPr>
            </p:nvSpPr>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altLang="zh-TW" b="0" i="1" smtClean="0">
                              <a:solidFill>
                                <a:srgbClr val="66FFCC"/>
                              </a:solidFill>
                              <a:latin typeface="Cambria Math" panose="02040503050406030204" pitchFamily="18" charset="0"/>
                            </a:rPr>
                          </m:ctrlPr>
                        </m:sSubPr>
                        <m:e>
                          <m:r>
                            <a:rPr lang="en-US" altLang="zh-TW" b="0" i="1" smtClean="0">
                              <a:solidFill>
                                <a:srgbClr val="66FFCC"/>
                              </a:solidFill>
                              <a:latin typeface="Cambria Math" panose="02040503050406030204" pitchFamily="18" charset="0"/>
                            </a:rPr>
                            <m:t>𝐶</m:t>
                          </m:r>
                        </m:e>
                        <m:sub>
                          <m:r>
                            <a:rPr lang="en-US" altLang="zh-TW" b="0" i="1" smtClean="0">
                              <a:solidFill>
                                <a:srgbClr val="66FFCC"/>
                              </a:solidFill>
                              <a:latin typeface="Cambria Math" panose="02040503050406030204" pitchFamily="18" charset="0"/>
                            </a:rPr>
                            <m:t>𝑘</m:t>
                          </m:r>
                        </m:sub>
                      </m:sSub>
                      <m:r>
                        <a:rPr lang="zh-TW" altLang="en-US" i="1">
                          <a:solidFill>
                            <a:srgbClr val="66FFCC"/>
                          </a:solidFill>
                          <a:latin typeface="Cambria Math" panose="02040503050406030204" pitchFamily="18" charset="0"/>
                        </a:rPr>
                        <m:t>算法</m:t>
                      </m:r>
                    </m:oMath>
                  </m:oMathPara>
                </a14:m>
                <a:endParaRPr lang="zh-TW" altLang="en-US" dirty="0">
                  <a:solidFill>
                    <a:srgbClr val="66FFCC"/>
                  </a:solidFill>
                </a:endParaRPr>
              </a:p>
            </p:txBody>
          </p:sp>
        </mc:Choice>
        <mc:Fallback xmlns="">
          <p:sp>
            <p:nvSpPr>
              <p:cNvPr id="4" name="Text Placeholder 3">
                <a:extLst>
                  <a:ext uri="{FF2B5EF4-FFF2-40B4-BE49-F238E27FC236}">
                    <a16:creationId xmlns:a16="http://schemas.microsoft.com/office/drawing/2014/main" id="{A4F64479-8D09-39C8-F675-FAD58059DF07}"/>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174" t="-4286" b="-10000"/>
                </a:stretch>
              </a:blipFill>
            </p:spPr>
            <p:txBody>
              <a:bodyPr/>
              <a:lstStyle/>
              <a:p>
                <a:r>
                  <a:rPr lang="zh-TW" altLang="en-US">
                    <a:noFill/>
                  </a:rPr>
                  <a:t> </a:t>
                </a:r>
              </a:p>
            </p:txBody>
          </p:sp>
        </mc:Fallback>
      </mc:AlternateContent>
      <p:sp>
        <p:nvSpPr>
          <p:cNvPr id="6" name="文字方塊 5">
            <a:extLst>
              <a:ext uri="{FF2B5EF4-FFF2-40B4-BE49-F238E27FC236}">
                <a16:creationId xmlns:a16="http://schemas.microsoft.com/office/drawing/2014/main" id="{C4F23140-BA62-83AF-2AB4-75B1E283310F}"/>
              </a:ext>
            </a:extLst>
          </p:cNvPr>
          <p:cNvSpPr txBox="1"/>
          <p:nvPr/>
        </p:nvSpPr>
        <p:spPr>
          <a:xfrm>
            <a:off x="762000" y="1752600"/>
            <a:ext cx="2888673" cy="369332"/>
          </a:xfrm>
          <a:prstGeom prst="rect">
            <a:avLst/>
          </a:prstGeom>
          <a:noFill/>
        </p:spPr>
        <p:txBody>
          <a:bodyPr wrap="square" rtlCol="0">
            <a:spAutoFit/>
          </a:bodyPr>
          <a:lstStyle/>
          <a:p>
            <a:r>
              <a:rPr lang="en-US" altLang="zh-TW" b="1" dirty="0">
                <a:solidFill>
                  <a:schemeClr val="bg1"/>
                </a:solidFill>
              </a:rPr>
              <a:t>1.</a:t>
            </a:r>
            <a:r>
              <a:rPr lang="zh-TW" altLang="en-US" b="1" dirty="0">
                <a:solidFill>
                  <a:schemeClr val="bg1"/>
                </a:solidFill>
              </a:rPr>
              <a:t> 先計算</a:t>
            </a:r>
            <a:r>
              <a:rPr lang="en-US" altLang="zh-TW" b="1" dirty="0">
                <a:solidFill>
                  <a:schemeClr val="bg1"/>
                </a:solidFill>
              </a:rPr>
              <a:t>mass ratio</a:t>
            </a:r>
            <a:endParaRPr lang="zh-TW" altLang="en-US" b="1" dirty="0">
              <a:solidFill>
                <a:schemeClr val="bg1"/>
              </a:solidFill>
            </a:endParaRPr>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CA9FFC96-4921-C468-3EDF-CF00E90B3C0C}"/>
                  </a:ext>
                </a:extLst>
              </p:cNvPr>
              <p:cNvSpPr txBox="1"/>
              <p:nvPr/>
            </p:nvSpPr>
            <p:spPr>
              <a:xfrm>
                <a:off x="5576455" y="1770133"/>
                <a:ext cx="2888673" cy="369332"/>
              </a:xfrm>
              <a:prstGeom prst="rect">
                <a:avLst/>
              </a:prstGeom>
              <a:noFill/>
            </p:spPr>
            <p:txBody>
              <a:bodyPr wrap="square" rtlCol="0">
                <a:spAutoFit/>
              </a:bodyPr>
              <a:lstStyle/>
              <a:p>
                <a:r>
                  <a:rPr lang="en-US" altLang="zh-TW" b="1" dirty="0">
                    <a:solidFill>
                      <a:schemeClr val="bg1"/>
                    </a:solidFill>
                  </a:rPr>
                  <a:t>2.</a:t>
                </a:r>
                <a:r>
                  <a:rPr lang="zh-TW" altLang="en-US" b="1" dirty="0">
                    <a:solidFill>
                      <a:schemeClr val="bg1"/>
                    </a:solidFill>
                  </a:rPr>
                  <a:t> 查</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a:rPr lang="en-US" altLang="zh-TW" b="1" i="1" smtClean="0">
                            <a:solidFill>
                              <a:schemeClr val="bg1"/>
                            </a:solidFill>
                            <a:latin typeface="Cambria Math" panose="02040503050406030204" pitchFamily="18" charset="0"/>
                          </a:rPr>
                          <m:t>𝑹</m:t>
                        </m:r>
                      </m:e>
                      <m:sub>
                        <m:r>
                          <a:rPr lang="en-US" altLang="zh-TW" b="1" i="1" smtClean="0">
                            <a:solidFill>
                              <a:schemeClr val="bg1"/>
                            </a:solidFill>
                            <a:latin typeface="Cambria Math" panose="02040503050406030204" pitchFamily="18" charset="0"/>
                          </a:rPr>
                          <m:t>𝒎</m:t>
                        </m:r>
                      </m:sub>
                    </m:sSub>
                  </m:oMath>
                </a14:m>
                <a:r>
                  <a:rPr lang="en-US" altLang="zh-TW" b="1" dirty="0">
                    <a:solidFill>
                      <a:schemeClr val="bg1"/>
                    </a:solidFill>
                  </a:rPr>
                  <a:t>/</a:t>
                </a:r>
                <a14:m>
                  <m:oMath xmlns:m="http://schemas.openxmlformats.org/officeDocument/2006/math">
                    <m:sSub>
                      <m:sSubPr>
                        <m:ctrlPr>
                          <a:rPr lang="en-US" altLang="zh-TW" b="1" i="1" dirty="0" smtClean="0">
                            <a:solidFill>
                              <a:schemeClr val="bg1"/>
                            </a:solidFill>
                            <a:latin typeface="Cambria Math" panose="02040503050406030204" pitchFamily="18" charset="0"/>
                          </a:rPr>
                        </m:ctrlPr>
                      </m:sSubPr>
                      <m:e>
                        <m:r>
                          <a:rPr lang="en-US" altLang="zh-TW" b="1" i="1" dirty="0" smtClean="0">
                            <a:solidFill>
                              <a:schemeClr val="bg1"/>
                            </a:solidFill>
                            <a:latin typeface="Cambria Math" panose="02040503050406030204" pitchFamily="18" charset="0"/>
                          </a:rPr>
                          <m:t>𝑪</m:t>
                        </m:r>
                      </m:e>
                      <m:sub>
                        <m:r>
                          <a:rPr lang="en-US" altLang="zh-TW" b="1" i="1" dirty="0" smtClean="0">
                            <a:solidFill>
                              <a:schemeClr val="bg1"/>
                            </a:solidFill>
                            <a:latin typeface="Cambria Math" panose="02040503050406030204" pitchFamily="18" charset="0"/>
                          </a:rPr>
                          <m:t>𝒌</m:t>
                        </m:r>
                      </m:sub>
                    </m:sSub>
                  </m:oMath>
                </a14:m>
                <a:r>
                  <a:rPr lang="zh-TW" altLang="en-US" b="1" dirty="0">
                    <a:solidFill>
                      <a:schemeClr val="bg1"/>
                    </a:solidFill>
                  </a:rPr>
                  <a:t>表獲得</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a:rPr lang="en-US" altLang="zh-TW" b="1" i="1" smtClean="0">
                            <a:solidFill>
                              <a:schemeClr val="bg1"/>
                            </a:solidFill>
                            <a:latin typeface="Cambria Math" panose="02040503050406030204" pitchFamily="18" charset="0"/>
                          </a:rPr>
                          <m:t>𝑪</m:t>
                        </m:r>
                      </m:e>
                      <m:sub>
                        <m:r>
                          <a:rPr lang="en-US" altLang="zh-TW" b="1" i="1" smtClean="0">
                            <a:solidFill>
                              <a:schemeClr val="bg1"/>
                            </a:solidFill>
                            <a:latin typeface="Cambria Math" panose="02040503050406030204" pitchFamily="18" charset="0"/>
                          </a:rPr>
                          <m:t>𝒌</m:t>
                        </m:r>
                      </m:sub>
                    </m:sSub>
                  </m:oMath>
                </a14:m>
                <a:endParaRPr lang="en-US" altLang="zh-TW" b="1" dirty="0">
                  <a:solidFill>
                    <a:schemeClr val="bg1"/>
                  </a:solidFill>
                </a:endParaRPr>
              </a:p>
            </p:txBody>
          </p:sp>
        </mc:Choice>
        <mc:Fallback xmlns="">
          <p:sp>
            <p:nvSpPr>
              <p:cNvPr id="7" name="文字方塊 6">
                <a:extLst>
                  <a:ext uri="{FF2B5EF4-FFF2-40B4-BE49-F238E27FC236}">
                    <a16:creationId xmlns:a16="http://schemas.microsoft.com/office/drawing/2014/main" id="{CA9FFC96-4921-C468-3EDF-CF00E90B3C0C}"/>
                  </a:ext>
                </a:extLst>
              </p:cNvPr>
              <p:cNvSpPr txBox="1">
                <a:spLocks noRot="1" noChangeAspect="1" noMove="1" noResize="1" noEditPoints="1" noAdjustHandles="1" noChangeArrowheads="1" noChangeShapeType="1" noTextEdit="1"/>
              </p:cNvSpPr>
              <p:nvPr/>
            </p:nvSpPr>
            <p:spPr>
              <a:xfrm>
                <a:off x="5576455" y="1770133"/>
                <a:ext cx="2888673" cy="369332"/>
              </a:xfrm>
              <a:prstGeom prst="rect">
                <a:avLst/>
              </a:prstGeom>
              <a:blipFill>
                <a:blip r:embed="rId4"/>
                <a:stretch>
                  <a:fillRect l="-1899"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B50B4833-5161-5237-85A5-2B6A08E66BBE}"/>
                  </a:ext>
                </a:extLst>
              </p:cNvPr>
              <p:cNvGraphicFramePr>
                <a:graphicFrameLocks noGrp="1"/>
              </p:cNvGraphicFramePr>
              <p:nvPr>
                <p:extLst>
                  <p:ext uri="{D42A27DB-BD31-4B8C-83A1-F6EECF244321}">
                    <p14:modId xmlns:p14="http://schemas.microsoft.com/office/powerpoint/2010/main" val="1061244068"/>
                  </p:ext>
                </p:extLst>
              </p:nvPr>
            </p:nvGraphicFramePr>
            <p:xfrm>
              <a:off x="847458" y="3429000"/>
              <a:ext cx="4080165" cy="1841120"/>
            </p:xfrm>
            <a:graphic>
              <a:graphicData uri="http://schemas.openxmlformats.org/drawingml/2006/table">
                <a:tbl>
                  <a:tblPr firstRow="1" bandRow="1">
                    <a:tableStyleId>{5C22544A-7EE6-4342-B048-85BDC9FD1C3A}</a:tableStyleId>
                  </a:tblPr>
                  <a:tblGrid>
                    <a:gridCol w="686649">
                      <a:extLst>
                        <a:ext uri="{9D8B030D-6E8A-4147-A177-3AD203B41FA5}">
                          <a16:colId xmlns:a16="http://schemas.microsoft.com/office/drawing/2014/main" val="3510396991"/>
                        </a:ext>
                      </a:extLst>
                    </a:gridCol>
                    <a:gridCol w="2033461">
                      <a:extLst>
                        <a:ext uri="{9D8B030D-6E8A-4147-A177-3AD203B41FA5}">
                          <a16:colId xmlns:a16="http://schemas.microsoft.com/office/drawing/2014/main" val="1163364437"/>
                        </a:ext>
                      </a:extLst>
                    </a:gridCol>
                    <a:gridCol w="1360055">
                      <a:extLst>
                        <a:ext uri="{9D8B030D-6E8A-4147-A177-3AD203B41FA5}">
                          <a16:colId xmlns:a16="http://schemas.microsoft.com/office/drawing/2014/main" val="3543877168"/>
                        </a:ext>
                      </a:extLst>
                    </a:gridCol>
                  </a:tblGrid>
                  <a:tr h="256292">
                    <a:tc>
                      <a:txBody>
                        <a:bodyPr/>
                        <a:lstStyle/>
                        <a:p>
                          <a:r>
                            <a:rPr lang="zh-TW" altLang="en-US" dirty="0"/>
                            <a:t>項目</a:t>
                          </a:r>
                        </a:p>
                      </a:txBody>
                      <a:tcPr/>
                    </a:tc>
                    <a:tc>
                      <a:txBody>
                        <a:bodyPr/>
                        <a:lstStyle/>
                        <a:p>
                          <a:r>
                            <a:rPr lang="zh-TW" altLang="en-US" dirty="0"/>
                            <a:t>意義</a:t>
                          </a:r>
                        </a:p>
                      </a:txBody>
                      <a:tcPr/>
                    </a:tc>
                    <a:tc>
                      <a:txBody>
                        <a:bodyPr/>
                        <a:lstStyle/>
                        <a:p>
                          <a:r>
                            <a:rPr lang="zh-TW" altLang="en-US" dirty="0"/>
                            <a:t>數值</a:t>
                          </a:r>
                        </a:p>
                      </a:txBody>
                      <a:tcPr/>
                    </a:tc>
                    <a:extLst>
                      <a:ext uri="{0D108BD9-81ED-4DB2-BD59-A6C34878D82A}">
                        <a16:rowId xmlns:a16="http://schemas.microsoft.com/office/drawing/2014/main" val="1498088001"/>
                      </a:ext>
                    </a:extLst>
                  </a:tr>
                  <a:tr h="304816">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n-US" altLang="zh-TW" i="1" smtClean="0">
                                        <a:latin typeface="Cambria Math" panose="02040503050406030204" pitchFamily="18" charset="0"/>
                                      </a:rPr>
                                      <m:t>R</m:t>
                                    </m:r>
                                  </m:e>
                                  <m:sub>
                                    <m:r>
                                      <a:rPr lang="en-US" altLang="zh-TW" b="0" i="1" smtClean="0">
                                        <a:latin typeface="Cambria Math" panose="02040503050406030204" pitchFamily="18" charset="0"/>
                                      </a:rPr>
                                      <m:t>𝑚</m:t>
                                    </m:r>
                                  </m:sub>
                                </m:sSub>
                              </m:oMath>
                            </m:oMathPara>
                          </a14:m>
                          <a:endParaRPr lang="zh-TW" altLang="en-US" dirty="0"/>
                        </a:p>
                      </a:txBody>
                      <a:tcPr/>
                    </a:tc>
                    <a:tc>
                      <a:txBody>
                        <a:bodyPr/>
                        <a:lstStyle/>
                        <a:p>
                          <a:r>
                            <a:rPr lang="zh-TW" altLang="en-US" dirty="0"/>
                            <a:t>火箭</a:t>
                          </a:r>
                          <a:r>
                            <a:rPr lang="en-US" altLang="zh-TW" dirty="0"/>
                            <a:t>/</a:t>
                          </a:r>
                          <a:r>
                            <a:rPr lang="zh-TW" altLang="en-US" dirty="0"/>
                            <a:t>傘重量比</a:t>
                          </a:r>
                        </a:p>
                      </a:txBody>
                      <a:tcPr/>
                    </a:tc>
                    <a:tc>
                      <a:txBody>
                        <a:bodyPr/>
                        <a:lstStyle/>
                        <a:p>
                          <a:r>
                            <a:rPr lang="zh-TW" altLang="en-US" dirty="0"/>
                            <a:t>所求</a:t>
                          </a:r>
                        </a:p>
                      </a:txBody>
                      <a:tcPr/>
                    </a:tc>
                    <a:extLst>
                      <a:ext uri="{0D108BD9-81ED-4DB2-BD59-A6C34878D82A}">
                        <a16:rowId xmlns:a16="http://schemas.microsoft.com/office/drawing/2014/main" val="970680897"/>
                      </a:ext>
                    </a:extLst>
                  </a:tr>
                  <a:tr h="304816">
                    <a:tc>
                      <a:txBody>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𝜌</m:t>
                                </m:r>
                              </m:oMath>
                            </m:oMathPara>
                          </a14:m>
                          <a:endParaRPr lang="zh-TW" altLang="en-US" dirty="0"/>
                        </a:p>
                      </a:txBody>
                      <a:tcPr/>
                    </a:tc>
                    <a:tc>
                      <a:txBody>
                        <a:bodyPr/>
                        <a:lstStyle/>
                        <a:p>
                          <a:r>
                            <a:rPr lang="zh-TW" altLang="en-US" dirty="0"/>
                            <a:t>空氣密度</a:t>
                          </a:r>
                        </a:p>
                      </a:txBody>
                      <a:tcPr/>
                    </a:tc>
                    <a:tc>
                      <a:txBody>
                        <a:bodyPr/>
                        <a:lstStyle/>
                        <a:p>
                          <a:r>
                            <a:rPr lang="en-US" altLang="zh-TW" dirty="0"/>
                            <a:t>1.1</a:t>
                          </a:r>
                          <a:r>
                            <a:rPr lang="zh-TW" altLang="en-US" dirty="0"/>
                            <a:t> </a:t>
                          </a:r>
                          <a14:m>
                            <m:oMath xmlns:m="http://schemas.openxmlformats.org/officeDocument/2006/math">
                              <m:r>
                                <a:rPr lang="en-US" altLang="zh-TW" b="0" i="1" smtClean="0">
                                  <a:latin typeface="Cambria Math" panose="02040503050406030204" pitchFamily="18" charset="0"/>
                                </a:rPr>
                                <m:t>𝑘𝑔</m:t>
                              </m:r>
                              <m:r>
                                <m:rPr>
                                  <m:lit/>
                                </m:rP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𝑚</m:t>
                                  </m:r>
                                </m:e>
                                <m:sup>
                                  <m:r>
                                    <a:rPr lang="en-US" altLang="zh-TW" b="0" i="1" smtClean="0">
                                      <a:latin typeface="Cambria Math" panose="02040503050406030204" pitchFamily="18" charset="0"/>
                                    </a:rPr>
                                    <m:t>3</m:t>
                                  </m:r>
                                </m:sup>
                              </m:sSup>
                            </m:oMath>
                          </a14:m>
                          <a:endParaRPr lang="en-US" altLang="zh-TW" b="0" dirty="0"/>
                        </a:p>
                      </a:txBody>
                      <a:tcPr/>
                    </a:tc>
                    <a:extLst>
                      <a:ext uri="{0D108BD9-81ED-4DB2-BD59-A6C34878D82A}">
                        <a16:rowId xmlns:a16="http://schemas.microsoft.com/office/drawing/2014/main" val="4198389816"/>
                      </a:ext>
                    </a:extLst>
                  </a:tr>
                  <a:tr h="304816">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n-US" altLang="zh-TW" i="1" smtClean="0">
                                        <a:latin typeface="Cambria Math" panose="02040503050406030204" pitchFamily="18" charset="0"/>
                                      </a:rPr>
                                      <m:t>C</m:t>
                                    </m:r>
                                  </m:e>
                                  <m:sub>
                                    <m:r>
                                      <a:rPr lang="en-US" altLang="zh-TW" b="0" i="1" smtClean="0">
                                        <a:latin typeface="Cambria Math" panose="02040503050406030204" pitchFamily="18" charset="0"/>
                                      </a:rPr>
                                      <m:t>𝐷</m:t>
                                    </m:r>
                                  </m:sub>
                                </m:sSub>
                                <m:r>
                                  <a:rPr lang="en-US" altLang="zh-TW" b="0" i="1" smtClean="0">
                                    <a:latin typeface="Cambria Math" panose="02040503050406030204" pitchFamily="18" charset="0"/>
                                  </a:rPr>
                                  <m:t>𝑆</m:t>
                                </m:r>
                              </m:oMath>
                            </m:oMathPara>
                          </a14:m>
                          <a:endParaRPr lang="zh-TW" altLang="en-US" dirty="0"/>
                        </a:p>
                      </a:txBody>
                      <a:tcPr/>
                    </a:tc>
                    <a:tc>
                      <a:txBody>
                        <a:bodyPr/>
                        <a:lstStyle/>
                        <a:p>
                          <a:r>
                            <a:rPr lang="zh-TW" altLang="en-US" dirty="0"/>
                            <a:t>拖曳面積</a:t>
                          </a:r>
                        </a:p>
                      </a:txBody>
                      <a:tcPr/>
                    </a:tc>
                    <a:tc>
                      <a:txBody>
                        <a:bodyPr/>
                        <a:lstStyle/>
                        <a:p>
                          <a:r>
                            <a:rPr lang="en-US" altLang="zh-TW" dirty="0"/>
                            <a:t>5.085 </a:t>
                          </a:r>
                          <a14:m>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𝑚</m:t>
                                  </m:r>
                                </m:e>
                                <m:sup>
                                  <m:r>
                                    <a:rPr lang="en-US" altLang="zh-TW" b="0" i="1" smtClean="0">
                                      <a:latin typeface="Cambria Math" panose="02040503050406030204" pitchFamily="18" charset="0"/>
                                    </a:rPr>
                                    <m:t>2</m:t>
                                  </m:r>
                                </m:sup>
                              </m:sSup>
                            </m:oMath>
                          </a14:m>
                          <a:endParaRPr lang="zh-TW" altLang="en-US" dirty="0"/>
                        </a:p>
                      </a:txBody>
                      <a:tcPr/>
                    </a:tc>
                    <a:extLst>
                      <a:ext uri="{0D108BD9-81ED-4DB2-BD59-A6C34878D82A}">
                        <a16:rowId xmlns:a16="http://schemas.microsoft.com/office/drawing/2014/main" val="1807228588"/>
                      </a:ext>
                    </a:extLst>
                  </a:tr>
                  <a:tr h="304816">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𝑡</m:t>
                                    </m:r>
                                  </m:sub>
                                </m:sSub>
                              </m:oMath>
                            </m:oMathPara>
                          </a14:m>
                          <a:endParaRPr lang="zh-TW" altLang="en-US" dirty="0"/>
                        </a:p>
                      </a:txBody>
                      <a:tcPr/>
                    </a:tc>
                    <a:tc>
                      <a:txBody>
                        <a:bodyPr/>
                        <a:lstStyle/>
                        <a:p>
                          <a:r>
                            <a:rPr lang="zh-TW" altLang="en-US" dirty="0"/>
                            <a:t>總重</a:t>
                          </a:r>
                        </a:p>
                      </a:txBody>
                      <a:tcPr/>
                    </a:tc>
                    <a:tc>
                      <a:txBody>
                        <a:bodyPr/>
                        <a:lstStyle/>
                        <a:p>
                          <a:r>
                            <a:rPr lang="en-US" altLang="zh-TW" dirty="0"/>
                            <a:t>28 </a:t>
                          </a:r>
                          <a14:m>
                            <m:oMath xmlns:m="http://schemas.openxmlformats.org/officeDocument/2006/math">
                              <m:r>
                                <m:rPr>
                                  <m:sty m:val="p"/>
                                </m:rPr>
                                <a:rPr lang="en-US" altLang="zh-TW" b="0" i="1" smtClean="0">
                                  <a:latin typeface="Cambria Math" panose="02040503050406030204" pitchFamily="18" charset="0"/>
                                </a:rPr>
                                <m:t>kg</m:t>
                              </m:r>
                            </m:oMath>
                          </a14:m>
                          <a:endParaRPr lang="zh-TW" altLang="en-US" dirty="0"/>
                        </a:p>
                      </a:txBody>
                      <a:tcPr/>
                    </a:tc>
                    <a:extLst>
                      <a:ext uri="{0D108BD9-81ED-4DB2-BD59-A6C34878D82A}">
                        <a16:rowId xmlns:a16="http://schemas.microsoft.com/office/drawing/2014/main" val="2858108726"/>
                      </a:ext>
                    </a:extLst>
                  </a:tr>
                </a:tbl>
              </a:graphicData>
            </a:graphic>
          </p:graphicFrame>
        </mc:Choice>
        <mc:Fallback xmlns="">
          <p:graphicFrame>
            <p:nvGraphicFramePr>
              <p:cNvPr id="8" name="表格 7">
                <a:extLst>
                  <a:ext uri="{FF2B5EF4-FFF2-40B4-BE49-F238E27FC236}">
                    <a16:creationId xmlns:a16="http://schemas.microsoft.com/office/drawing/2014/main" id="{B50B4833-5161-5237-85A5-2B6A08E66BBE}"/>
                  </a:ext>
                </a:extLst>
              </p:cNvPr>
              <p:cNvGraphicFramePr>
                <a:graphicFrameLocks noGrp="1"/>
              </p:cNvGraphicFramePr>
              <p:nvPr>
                <p:extLst>
                  <p:ext uri="{D42A27DB-BD31-4B8C-83A1-F6EECF244321}">
                    <p14:modId xmlns:p14="http://schemas.microsoft.com/office/powerpoint/2010/main" val="1061244068"/>
                  </p:ext>
                </p:extLst>
              </p:nvPr>
            </p:nvGraphicFramePr>
            <p:xfrm>
              <a:off x="847458" y="3429000"/>
              <a:ext cx="4080165" cy="1828800"/>
            </p:xfrm>
            <a:graphic>
              <a:graphicData uri="http://schemas.openxmlformats.org/drawingml/2006/table">
                <a:tbl>
                  <a:tblPr firstRow="1" bandRow="1">
                    <a:tableStyleId>{5C22544A-7EE6-4342-B048-85BDC9FD1C3A}</a:tableStyleId>
                  </a:tblPr>
                  <a:tblGrid>
                    <a:gridCol w="686649">
                      <a:extLst>
                        <a:ext uri="{9D8B030D-6E8A-4147-A177-3AD203B41FA5}">
                          <a16:colId xmlns:a16="http://schemas.microsoft.com/office/drawing/2014/main" val="3510396991"/>
                        </a:ext>
                      </a:extLst>
                    </a:gridCol>
                    <a:gridCol w="2033461">
                      <a:extLst>
                        <a:ext uri="{9D8B030D-6E8A-4147-A177-3AD203B41FA5}">
                          <a16:colId xmlns:a16="http://schemas.microsoft.com/office/drawing/2014/main" val="1163364437"/>
                        </a:ext>
                      </a:extLst>
                    </a:gridCol>
                    <a:gridCol w="1360055">
                      <a:extLst>
                        <a:ext uri="{9D8B030D-6E8A-4147-A177-3AD203B41FA5}">
                          <a16:colId xmlns:a16="http://schemas.microsoft.com/office/drawing/2014/main" val="3543877168"/>
                        </a:ext>
                      </a:extLst>
                    </a:gridCol>
                  </a:tblGrid>
                  <a:tr h="365760">
                    <a:tc>
                      <a:txBody>
                        <a:bodyPr/>
                        <a:lstStyle/>
                        <a:p>
                          <a:r>
                            <a:rPr lang="zh-TW" altLang="en-US" dirty="0"/>
                            <a:t>項目</a:t>
                          </a:r>
                        </a:p>
                      </a:txBody>
                      <a:tcPr/>
                    </a:tc>
                    <a:tc>
                      <a:txBody>
                        <a:bodyPr/>
                        <a:lstStyle/>
                        <a:p>
                          <a:r>
                            <a:rPr lang="zh-TW" altLang="en-US" dirty="0"/>
                            <a:t>意義</a:t>
                          </a:r>
                        </a:p>
                      </a:txBody>
                      <a:tcPr/>
                    </a:tc>
                    <a:tc>
                      <a:txBody>
                        <a:bodyPr/>
                        <a:lstStyle/>
                        <a:p>
                          <a:r>
                            <a:rPr lang="zh-TW" altLang="en-US" dirty="0"/>
                            <a:t>數值</a:t>
                          </a:r>
                        </a:p>
                      </a:txBody>
                      <a:tcPr/>
                    </a:tc>
                    <a:extLst>
                      <a:ext uri="{0D108BD9-81ED-4DB2-BD59-A6C34878D82A}">
                        <a16:rowId xmlns:a16="http://schemas.microsoft.com/office/drawing/2014/main" val="1498088001"/>
                      </a:ext>
                    </a:extLst>
                  </a:tr>
                  <a:tr h="365760">
                    <a:tc>
                      <a:txBody>
                        <a:bodyPr/>
                        <a:lstStyle/>
                        <a:p>
                          <a:endParaRPr lang="zh-TW"/>
                        </a:p>
                      </a:txBody>
                      <a:tcPr>
                        <a:blipFill>
                          <a:blip r:embed="rId5"/>
                          <a:stretch>
                            <a:fillRect l="-1770" t="-108333" r="-496460" b="-326667"/>
                          </a:stretch>
                        </a:blipFill>
                      </a:tcPr>
                    </a:tc>
                    <a:tc>
                      <a:txBody>
                        <a:bodyPr/>
                        <a:lstStyle/>
                        <a:p>
                          <a:r>
                            <a:rPr lang="zh-TW" altLang="en-US" dirty="0"/>
                            <a:t>火箭</a:t>
                          </a:r>
                          <a:r>
                            <a:rPr lang="en-US" altLang="zh-TW" dirty="0"/>
                            <a:t>/</a:t>
                          </a:r>
                          <a:r>
                            <a:rPr lang="zh-TW" altLang="en-US" dirty="0"/>
                            <a:t>傘重量比</a:t>
                          </a:r>
                        </a:p>
                      </a:txBody>
                      <a:tcPr/>
                    </a:tc>
                    <a:tc>
                      <a:txBody>
                        <a:bodyPr/>
                        <a:lstStyle/>
                        <a:p>
                          <a:r>
                            <a:rPr lang="zh-TW" altLang="en-US" dirty="0"/>
                            <a:t>所求</a:t>
                          </a:r>
                        </a:p>
                      </a:txBody>
                      <a:tcPr/>
                    </a:tc>
                    <a:extLst>
                      <a:ext uri="{0D108BD9-81ED-4DB2-BD59-A6C34878D82A}">
                        <a16:rowId xmlns:a16="http://schemas.microsoft.com/office/drawing/2014/main" val="970680897"/>
                      </a:ext>
                    </a:extLst>
                  </a:tr>
                  <a:tr h="365760">
                    <a:tc>
                      <a:txBody>
                        <a:bodyPr/>
                        <a:lstStyle/>
                        <a:p>
                          <a:endParaRPr lang="zh-TW"/>
                        </a:p>
                      </a:txBody>
                      <a:tcPr>
                        <a:blipFill>
                          <a:blip r:embed="rId5"/>
                          <a:stretch>
                            <a:fillRect l="-1770" t="-204918" r="-496460" b="-221311"/>
                          </a:stretch>
                        </a:blipFill>
                      </a:tcPr>
                    </a:tc>
                    <a:tc>
                      <a:txBody>
                        <a:bodyPr/>
                        <a:lstStyle/>
                        <a:p>
                          <a:r>
                            <a:rPr lang="zh-TW" altLang="en-US" dirty="0"/>
                            <a:t>空氣密度</a:t>
                          </a:r>
                        </a:p>
                      </a:txBody>
                      <a:tcPr/>
                    </a:tc>
                    <a:tc>
                      <a:txBody>
                        <a:bodyPr/>
                        <a:lstStyle/>
                        <a:p>
                          <a:endParaRPr lang="zh-TW"/>
                        </a:p>
                      </a:txBody>
                      <a:tcPr>
                        <a:blipFill>
                          <a:blip r:embed="rId5"/>
                          <a:stretch>
                            <a:fillRect l="-201345" t="-204918" r="-1794" b="-221311"/>
                          </a:stretch>
                        </a:blipFill>
                      </a:tcPr>
                    </a:tc>
                    <a:extLst>
                      <a:ext uri="{0D108BD9-81ED-4DB2-BD59-A6C34878D82A}">
                        <a16:rowId xmlns:a16="http://schemas.microsoft.com/office/drawing/2014/main" val="4198389816"/>
                      </a:ext>
                    </a:extLst>
                  </a:tr>
                  <a:tr h="365760">
                    <a:tc>
                      <a:txBody>
                        <a:bodyPr/>
                        <a:lstStyle/>
                        <a:p>
                          <a:endParaRPr lang="zh-TW"/>
                        </a:p>
                      </a:txBody>
                      <a:tcPr>
                        <a:blipFill>
                          <a:blip r:embed="rId5"/>
                          <a:stretch>
                            <a:fillRect l="-1770" t="-310000" r="-496460" b="-125000"/>
                          </a:stretch>
                        </a:blipFill>
                      </a:tcPr>
                    </a:tc>
                    <a:tc>
                      <a:txBody>
                        <a:bodyPr/>
                        <a:lstStyle/>
                        <a:p>
                          <a:r>
                            <a:rPr lang="zh-TW" altLang="en-US" dirty="0"/>
                            <a:t>拖曳面積</a:t>
                          </a:r>
                        </a:p>
                      </a:txBody>
                      <a:tcPr/>
                    </a:tc>
                    <a:tc>
                      <a:txBody>
                        <a:bodyPr/>
                        <a:lstStyle/>
                        <a:p>
                          <a:endParaRPr lang="zh-TW"/>
                        </a:p>
                      </a:txBody>
                      <a:tcPr>
                        <a:blipFill>
                          <a:blip r:embed="rId5"/>
                          <a:stretch>
                            <a:fillRect l="-201345" t="-310000" r="-1794" b="-125000"/>
                          </a:stretch>
                        </a:blipFill>
                      </a:tcPr>
                    </a:tc>
                    <a:extLst>
                      <a:ext uri="{0D108BD9-81ED-4DB2-BD59-A6C34878D82A}">
                        <a16:rowId xmlns:a16="http://schemas.microsoft.com/office/drawing/2014/main" val="1807228588"/>
                      </a:ext>
                    </a:extLst>
                  </a:tr>
                  <a:tr h="365760">
                    <a:tc>
                      <a:txBody>
                        <a:bodyPr/>
                        <a:lstStyle/>
                        <a:p>
                          <a:endParaRPr lang="zh-TW"/>
                        </a:p>
                      </a:txBody>
                      <a:tcPr>
                        <a:blipFill>
                          <a:blip r:embed="rId5"/>
                          <a:stretch>
                            <a:fillRect l="-1770" t="-410000" r="-496460" b="-25000"/>
                          </a:stretch>
                        </a:blipFill>
                      </a:tcPr>
                    </a:tc>
                    <a:tc>
                      <a:txBody>
                        <a:bodyPr/>
                        <a:lstStyle/>
                        <a:p>
                          <a:r>
                            <a:rPr lang="zh-TW" altLang="en-US" dirty="0"/>
                            <a:t>總重</a:t>
                          </a:r>
                        </a:p>
                      </a:txBody>
                      <a:tcPr/>
                    </a:tc>
                    <a:tc>
                      <a:txBody>
                        <a:bodyPr/>
                        <a:lstStyle/>
                        <a:p>
                          <a:endParaRPr lang="zh-TW"/>
                        </a:p>
                      </a:txBody>
                      <a:tcPr>
                        <a:blipFill>
                          <a:blip r:embed="rId5"/>
                          <a:stretch>
                            <a:fillRect l="-201345" t="-410000" r="-1794" b="-25000"/>
                          </a:stretch>
                        </a:blipFill>
                      </a:tcPr>
                    </a:tc>
                    <a:extLst>
                      <a:ext uri="{0D108BD9-81ED-4DB2-BD59-A6C34878D82A}">
                        <a16:rowId xmlns:a16="http://schemas.microsoft.com/office/drawing/2014/main" val="2858108726"/>
                      </a:ext>
                    </a:extLst>
                  </a:tr>
                </a:tbl>
              </a:graphicData>
            </a:graphic>
          </p:graphicFrame>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D78102D2-3977-2CCE-683F-B908462F208C}"/>
                  </a:ext>
                </a:extLst>
              </p:cNvPr>
              <p:cNvSpPr txBox="1"/>
              <p:nvPr/>
            </p:nvSpPr>
            <p:spPr>
              <a:xfrm>
                <a:off x="761999" y="5454652"/>
                <a:ext cx="2888673" cy="1200329"/>
              </a:xfrm>
              <a:prstGeom prst="rect">
                <a:avLst/>
              </a:prstGeom>
              <a:noFill/>
            </p:spPr>
            <p:txBody>
              <a:bodyPr wrap="square" rtlCol="0">
                <a:spAutoFit/>
              </a:bodyPr>
              <a:lstStyle/>
              <a:p>
                <a:r>
                  <a:rPr lang="zh-TW" altLang="en-US" b="1" dirty="0">
                    <a:solidFill>
                      <a:schemeClr val="bg1"/>
                    </a:solidFill>
                  </a:rPr>
                  <a:t>解方程式得出</a:t>
                </a:r>
                <a:r>
                  <a:rPr lang="en-US" altLang="zh-TW" b="1" dirty="0">
                    <a:solidFill>
                      <a:schemeClr val="bg1"/>
                    </a:solidFill>
                  </a:rPr>
                  <a:t>:</a:t>
                </a:r>
              </a:p>
              <a:p>
                <a:r>
                  <a:rPr lang="en-US" altLang="zh-TW" b="1" dirty="0">
                    <a:solidFill>
                      <a:schemeClr val="bg1"/>
                    </a:solidFill>
                  </a:rPr>
                  <a:t>	</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a:rPr lang="en-US" altLang="zh-TW" b="1" i="1" smtClean="0">
                            <a:solidFill>
                              <a:schemeClr val="bg1"/>
                            </a:solidFill>
                            <a:latin typeface="Cambria Math" panose="02040503050406030204" pitchFamily="18" charset="0"/>
                          </a:rPr>
                          <m:t>𝑹</m:t>
                        </m:r>
                      </m:e>
                      <m:sub>
                        <m:r>
                          <a:rPr lang="en-US" altLang="zh-TW" b="1" i="1" smtClean="0">
                            <a:solidFill>
                              <a:schemeClr val="bg1"/>
                            </a:solidFill>
                            <a:latin typeface="Cambria Math" panose="02040503050406030204" pitchFamily="18" charset="0"/>
                          </a:rPr>
                          <m:t>𝒎</m:t>
                        </m:r>
                      </m:sub>
                    </m:sSub>
                    <m:r>
                      <a:rPr lang="en-US" altLang="zh-TW" b="1" i="1" smtClean="0">
                        <a:solidFill>
                          <a:schemeClr val="bg1"/>
                        </a:solidFill>
                        <a:latin typeface="Cambria Math" panose="02040503050406030204" pitchFamily="18" charset="0"/>
                      </a:rPr>
                      <m:t>=</m:t>
                    </m:r>
                    <m:r>
                      <a:rPr lang="en-US" altLang="zh-TW" b="1" i="1" smtClean="0">
                        <a:solidFill>
                          <a:srgbClr val="66FFCC"/>
                        </a:solidFill>
                        <a:latin typeface="Cambria Math" panose="02040503050406030204" pitchFamily="18" charset="0"/>
                      </a:rPr>
                      <m:t>𝟎</m:t>
                    </m:r>
                    <m:r>
                      <a:rPr lang="en-US" altLang="zh-TW" b="1" i="1" smtClean="0">
                        <a:solidFill>
                          <a:srgbClr val="66FFCC"/>
                        </a:solidFill>
                        <a:latin typeface="Cambria Math" panose="02040503050406030204" pitchFamily="18" charset="0"/>
                      </a:rPr>
                      <m:t>.</m:t>
                    </m:r>
                    <m:r>
                      <a:rPr lang="en-US" altLang="zh-TW" b="1" i="1" smtClean="0">
                        <a:solidFill>
                          <a:srgbClr val="66FFCC"/>
                        </a:solidFill>
                        <a:latin typeface="Cambria Math" panose="02040503050406030204" pitchFamily="18" charset="0"/>
                      </a:rPr>
                      <m:t>𝟒𝟓</m:t>
                    </m:r>
                  </m:oMath>
                </a14:m>
                <a:endParaRPr lang="en-US" altLang="zh-TW" b="1" dirty="0">
                  <a:solidFill>
                    <a:srgbClr val="66FFCC"/>
                  </a:solidFill>
                </a:endParaRPr>
              </a:p>
              <a:p>
                <a:endParaRPr lang="en-US" altLang="zh-TW" b="1" dirty="0">
                  <a:solidFill>
                    <a:srgbClr val="66FFCC"/>
                  </a:solidFill>
                </a:endParaRPr>
              </a:p>
              <a:p>
                <a:endParaRPr lang="zh-TW" altLang="en-US" b="1" dirty="0">
                  <a:solidFill>
                    <a:schemeClr val="bg1"/>
                  </a:solidFill>
                </a:endParaRPr>
              </a:p>
            </p:txBody>
          </p:sp>
        </mc:Choice>
        <mc:Fallback xmlns="">
          <p:sp>
            <p:nvSpPr>
              <p:cNvPr id="9" name="文字方塊 8">
                <a:extLst>
                  <a:ext uri="{FF2B5EF4-FFF2-40B4-BE49-F238E27FC236}">
                    <a16:creationId xmlns:a16="http://schemas.microsoft.com/office/drawing/2014/main" id="{D78102D2-3977-2CCE-683F-B908462F208C}"/>
                  </a:ext>
                </a:extLst>
              </p:cNvPr>
              <p:cNvSpPr txBox="1">
                <a:spLocks noRot="1" noChangeAspect="1" noMove="1" noResize="1" noEditPoints="1" noAdjustHandles="1" noChangeArrowheads="1" noChangeShapeType="1" noTextEdit="1"/>
              </p:cNvSpPr>
              <p:nvPr/>
            </p:nvSpPr>
            <p:spPr>
              <a:xfrm>
                <a:off x="761999" y="5454652"/>
                <a:ext cx="2888673" cy="1200329"/>
              </a:xfrm>
              <a:prstGeom prst="rect">
                <a:avLst/>
              </a:prstGeom>
              <a:blipFill>
                <a:blip r:embed="rId6"/>
                <a:stretch>
                  <a:fillRect l="-1688" t="-3046"/>
                </a:stretch>
              </a:blipFill>
            </p:spPr>
            <p:txBody>
              <a:bodyPr/>
              <a:lstStyle/>
              <a:p>
                <a:r>
                  <a:rPr lang="zh-TW" altLang="en-US">
                    <a:noFill/>
                  </a:rPr>
                  <a:t> </a:t>
                </a:r>
              </a:p>
            </p:txBody>
          </p:sp>
        </mc:Fallback>
      </mc:AlternateContent>
      <p:pic>
        <p:nvPicPr>
          <p:cNvPr id="12" name="圖片 11" descr="一張含有 圖表, 行, 文字 的圖片&#10;&#10;AI 產生的內容可能不正確。">
            <a:extLst>
              <a:ext uri="{FF2B5EF4-FFF2-40B4-BE49-F238E27FC236}">
                <a16:creationId xmlns:a16="http://schemas.microsoft.com/office/drawing/2014/main" id="{16E1772C-2384-3ACA-FEF8-9186145095E3}"/>
              </a:ext>
            </a:extLst>
          </p:cNvPr>
          <p:cNvPicPr>
            <a:picLocks noChangeAspect="1"/>
          </p:cNvPicPr>
          <p:nvPr/>
        </p:nvPicPr>
        <p:blipFill>
          <a:blip r:embed="rId7"/>
          <a:stretch>
            <a:fillRect/>
          </a:stretch>
        </p:blipFill>
        <p:spPr>
          <a:xfrm>
            <a:off x="5576455" y="2362200"/>
            <a:ext cx="5469529" cy="2963515"/>
          </a:xfrm>
          <a:prstGeom prst="rect">
            <a:avLst/>
          </a:prstGeom>
        </p:spPr>
      </p:pic>
      <p:sp>
        <p:nvSpPr>
          <p:cNvPr id="21" name="文字方塊 20">
            <a:extLst>
              <a:ext uri="{FF2B5EF4-FFF2-40B4-BE49-F238E27FC236}">
                <a16:creationId xmlns:a16="http://schemas.microsoft.com/office/drawing/2014/main" id="{AB63021F-219C-3B1D-3B11-35F37F57BD9A}"/>
              </a:ext>
            </a:extLst>
          </p:cNvPr>
          <p:cNvSpPr txBox="1"/>
          <p:nvPr/>
        </p:nvSpPr>
        <p:spPr>
          <a:xfrm>
            <a:off x="5468504" y="5548450"/>
            <a:ext cx="4405746" cy="369332"/>
          </a:xfrm>
          <a:prstGeom prst="rect">
            <a:avLst/>
          </a:prstGeom>
          <a:noFill/>
        </p:spPr>
        <p:txBody>
          <a:bodyPr wrap="square" rtlCol="0">
            <a:spAutoFit/>
          </a:bodyPr>
          <a:lstStyle/>
          <a:p>
            <a:r>
              <a:rPr lang="zh-TW" altLang="en-US" b="1" dirty="0">
                <a:solidFill>
                  <a:schemeClr val="bg1"/>
                </a:solidFill>
              </a:rPr>
              <a:t>因為超出圖面無法查表</a:t>
            </a:r>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8771517A-0D9D-F9F7-1D37-478231D1F248}"/>
                  </a:ext>
                </a:extLst>
              </p:cNvPr>
              <p:cNvSpPr txBox="1"/>
              <p:nvPr/>
            </p:nvSpPr>
            <p:spPr>
              <a:xfrm>
                <a:off x="1149064" y="2318784"/>
                <a:ext cx="2356136" cy="6687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solidFill>
                                <a:schemeClr val="bg1"/>
                              </a:solidFill>
                              <a:latin typeface="Cambria Math" panose="02040503050406030204" pitchFamily="18" charset="0"/>
                            </a:rPr>
                          </m:ctrlPr>
                        </m:sSubPr>
                        <m:e>
                          <m:r>
                            <a:rPr lang="zh-TW" altLang="en-US" i="1" smtClean="0">
                              <a:solidFill>
                                <a:schemeClr val="bg1"/>
                              </a:solidFill>
                              <a:latin typeface="Cambria Math" panose="02040503050406030204" pitchFamily="18" charset="0"/>
                            </a:rPr>
                            <m:t>𝑅</m:t>
                          </m:r>
                        </m:e>
                        <m:sub>
                          <m:r>
                            <a:rPr lang="zh-TW" altLang="en-US" i="1" smtClean="0">
                              <a:solidFill>
                                <a:schemeClr val="bg1"/>
                              </a:solidFill>
                              <a:latin typeface="Cambria Math" panose="02040503050406030204" pitchFamily="18" charset="0"/>
                            </a:rPr>
                            <m:t>𝑚</m:t>
                          </m:r>
                        </m:sub>
                      </m:sSub>
                      <m:r>
                        <a:rPr lang="zh-TW" altLang="en-US" i="1" smtClean="0">
                          <a:solidFill>
                            <a:schemeClr val="bg1"/>
                          </a:solidFill>
                          <a:latin typeface="Cambria Math" panose="02040503050406030204" pitchFamily="18" charset="0"/>
                        </a:rPr>
                        <m:t>=</m:t>
                      </m:r>
                      <m:f>
                        <m:fPr>
                          <m:ctrlPr>
                            <a:rPr lang="zh-TW" altLang="en-US" i="1" smtClean="0">
                              <a:solidFill>
                                <a:schemeClr val="bg1"/>
                              </a:solidFill>
                              <a:latin typeface="Cambria Math" panose="02040503050406030204" pitchFamily="18" charset="0"/>
                            </a:rPr>
                          </m:ctrlPr>
                        </m:fPr>
                        <m:num>
                          <m:r>
                            <a:rPr lang="zh-TW" altLang="en-US" i="1" smtClean="0">
                              <a:solidFill>
                                <a:schemeClr val="bg1"/>
                              </a:solidFill>
                              <a:latin typeface="Cambria Math" panose="02040503050406030204" pitchFamily="18" charset="0"/>
                            </a:rPr>
                            <m:t>𝜌</m:t>
                          </m:r>
                          <m:r>
                            <a:rPr lang="zh-TW" altLang="en-US" i="1" smtClean="0">
                              <a:solidFill>
                                <a:schemeClr val="bg1"/>
                              </a:solidFill>
                              <a:latin typeface="Cambria Math" panose="02040503050406030204" pitchFamily="18" charset="0"/>
                            </a:rPr>
                            <m:t> </m:t>
                          </m:r>
                          <m:sSubSup>
                            <m:sSubSupPr>
                              <m:ctrlPr>
                                <a:rPr lang="zh-TW" altLang="en-US" i="1" smtClean="0">
                                  <a:solidFill>
                                    <a:schemeClr val="bg1"/>
                                  </a:solidFill>
                                  <a:latin typeface="Cambria Math" panose="02040503050406030204" pitchFamily="18" charset="0"/>
                                </a:rPr>
                              </m:ctrlPr>
                            </m:sSubSupPr>
                            <m:e>
                              <m:d>
                                <m:dPr>
                                  <m:ctrlPr>
                                    <a:rPr lang="zh-TW" altLang="en-US" i="1" smtClean="0">
                                      <a:solidFill>
                                        <a:schemeClr val="bg1"/>
                                      </a:solidFill>
                                      <a:latin typeface="Cambria Math" panose="02040503050406030204" pitchFamily="18" charset="0"/>
                                    </a:rPr>
                                  </m:ctrlPr>
                                </m:dPr>
                                <m:e>
                                  <m:sSub>
                                    <m:sSubPr>
                                      <m:ctrlPr>
                                        <a:rPr lang="zh-TW" altLang="en-US" i="1" smtClean="0">
                                          <a:solidFill>
                                            <a:schemeClr val="bg1"/>
                                          </a:solidFill>
                                          <a:latin typeface="Cambria Math" panose="02040503050406030204" pitchFamily="18" charset="0"/>
                                        </a:rPr>
                                      </m:ctrlPr>
                                    </m:sSubPr>
                                    <m:e>
                                      <m:r>
                                        <a:rPr lang="zh-TW" altLang="en-US" i="1" smtClean="0">
                                          <a:solidFill>
                                            <a:schemeClr val="bg1"/>
                                          </a:solidFill>
                                          <a:latin typeface="Cambria Math" panose="02040503050406030204" pitchFamily="18" charset="0"/>
                                        </a:rPr>
                                        <m:t>𝐶</m:t>
                                      </m:r>
                                    </m:e>
                                    <m:sub>
                                      <m:r>
                                        <a:rPr lang="zh-TW" altLang="en-US" i="1" smtClean="0">
                                          <a:solidFill>
                                            <a:schemeClr val="bg1"/>
                                          </a:solidFill>
                                          <a:latin typeface="Cambria Math" panose="02040503050406030204" pitchFamily="18" charset="0"/>
                                        </a:rPr>
                                        <m:t>𝐷</m:t>
                                      </m:r>
                                    </m:sub>
                                  </m:sSub>
                                  <m:r>
                                    <a:rPr lang="zh-TW" altLang="en-US" i="1" smtClean="0">
                                      <a:solidFill>
                                        <a:schemeClr val="bg1"/>
                                      </a:solidFill>
                                      <a:latin typeface="Cambria Math" panose="02040503050406030204" pitchFamily="18" charset="0"/>
                                    </a:rPr>
                                    <m:t>𝑆</m:t>
                                  </m:r>
                                </m:e>
                              </m:d>
                            </m:e>
                            <m:sub>
                              <m:r>
                                <a:rPr lang="zh-TW" altLang="en-US" i="1" smtClean="0">
                                  <a:solidFill>
                                    <a:schemeClr val="bg1"/>
                                  </a:solidFill>
                                  <a:latin typeface="Cambria Math" panose="02040503050406030204" pitchFamily="18" charset="0"/>
                                </a:rPr>
                                <m:t>𝑝</m:t>
                              </m:r>
                            </m:sub>
                            <m:sup>
                              <m:r>
                                <a:rPr lang="zh-TW" altLang="en-US" i="1" smtClean="0">
                                  <a:solidFill>
                                    <a:schemeClr val="bg1"/>
                                  </a:solidFill>
                                  <a:latin typeface="Cambria Math" panose="02040503050406030204" pitchFamily="18" charset="0"/>
                                </a:rPr>
                                <m:t>3</m:t>
                              </m:r>
                              <m:r>
                                <m:rPr>
                                  <m:lit/>
                                </m:rPr>
                                <a:rPr lang="zh-TW" altLang="en-US" i="1" smtClean="0">
                                  <a:solidFill>
                                    <a:schemeClr val="bg1"/>
                                  </a:solidFill>
                                  <a:latin typeface="Cambria Math" panose="02040503050406030204" pitchFamily="18" charset="0"/>
                                </a:rPr>
                                <m:t>/</m:t>
                              </m:r>
                              <m:r>
                                <a:rPr lang="zh-TW" altLang="en-US" i="1" smtClean="0">
                                  <a:solidFill>
                                    <a:schemeClr val="bg1"/>
                                  </a:solidFill>
                                  <a:latin typeface="Cambria Math" panose="02040503050406030204" pitchFamily="18" charset="0"/>
                                </a:rPr>
                                <m:t>2</m:t>
                              </m:r>
                            </m:sup>
                          </m:sSubSup>
                        </m:num>
                        <m:den>
                          <m:sSub>
                            <m:sSubPr>
                              <m:ctrlPr>
                                <a:rPr lang="zh-TW" altLang="en-US" i="1" smtClean="0">
                                  <a:solidFill>
                                    <a:schemeClr val="bg1"/>
                                  </a:solidFill>
                                  <a:latin typeface="Cambria Math" panose="02040503050406030204" pitchFamily="18" charset="0"/>
                                </a:rPr>
                              </m:ctrlPr>
                            </m:sSubPr>
                            <m:e>
                              <m:r>
                                <a:rPr lang="zh-TW" altLang="en-US" i="1" smtClean="0">
                                  <a:solidFill>
                                    <a:schemeClr val="bg1"/>
                                  </a:solidFill>
                                  <a:latin typeface="Cambria Math" panose="02040503050406030204" pitchFamily="18" charset="0"/>
                                </a:rPr>
                                <m:t>𝑚</m:t>
                              </m:r>
                            </m:e>
                            <m:sub>
                              <m:r>
                                <a:rPr lang="zh-TW" altLang="en-US" i="1" smtClean="0">
                                  <a:solidFill>
                                    <a:schemeClr val="bg1"/>
                                  </a:solidFill>
                                  <a:latin typeface="Cambria Math" panose="02040503050406030204" pitchFamily="18" charset="0"/>
                                </a:rPr>
                                <m:t>𝑡</m:t>
                              </m:r>
                            </m:sub>
                          </m:sSub>
                        </m:den>
                      </m:f>
                    </m:oMath>
                  </m:oMathPara>
                </a14:m>
                <a:endParaRPr lang="zh-TW" altLang="en-US" dirty="0">
                  <a:solidFill>
                    <a:schemeClr val="bg1"/>
                  </a:solidFill>
                </a:endParaRPr>
              </a:p>
            </p:txBody>
          </p:sp>
        </mc:Choice>
        <mc:Fallback xmlns="">
          <p:sp>
            <p:nvSpPr>
              <p:cNvPr id="25" name="文字方塊 24">
                <a:extLst>
                  <a:ext uri="{FF2B5EF4-FFF2-40B4-BE49-F238E27FC236}">
                    <a16:creationId xmlns:a16="http://schemas.microsoft.com/office/drawing/2014/main" id="{8771517A-0D9D-F9F7-1D37-478231D1F248}"/>
                  </a:ext>
                </a:extLst>
              </p:cNvPr>
              <p:cNvSpPr txBox="1">
                <a:spLocks noRot="1" noChangeAspect="1" noMove="1" noResize="1" noEditPoints="1" noAdjustHandles="1" noChangeArrowheads="1" noChangeShapeType="1" noTextEdit="1"/>
              </p:cNvSpPr>
              <p:nvPr/>
            </p:nvSpPr>
            <p:spPr>
              <a:xfrm>
                <a:off x="1149064" y="2318784"/>
                <a:ext cx="2356136" cy="668709"/>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1101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descr="一張含有 文字, 數字, 字型, 螢幕擷取畫面 的圖片&#10;&#10;AI 產生的內容可能不正確。">
            <a:extLst>
              <a:ext uri="{FF2B5EF4-FFF2-40B4-BE49-F238E27FC236}">
                <a16:creationId xmlns:a16="http://schemas.microsoft.com/office/drawing/2014/main" id="{A4EBB61F-5838-C05D-1AFC-C4B8B059A126}"/>
              </a:ext>
            </a:extLst>
          </p:cNvPr>
          <p:cNvPicPr>
            <a:picLocks noGrp="1" noChangeAspect="1"/>
          </p:cNvPicPr>
          <p:nvPr>
            <p:ph idx="1"/>
          </p:nvPr>
        </p:nvPicPr>
        <p:blipFill>
          <a:blip r:embed="rId2"/>
          <a:stretch>
            <a:fillRect/>
          </a:stretch>
        </p:blipFill>
        <p:spPr>
          <a:xfrm>
            <a:off x="847458" y="2651776"/>
            <a:ext cx="5257800" cy="1554448"/>
          </a:xfrm>
          <a:prstGeom prst="rect">
            <a:avLst/>
          </a:prstGeom>
        </p:spPr>
      </p:pic>
      <p:sp>
        <p:nvSpPr>
          <p:cNvPr id="3" name="標題 2">
            <a:extLst>
              <a:ext uri="{FF2B5EF4-FFF2-40B4-BE49-F238E27FC236}">
                <a16:creationId xmlns:a16="http://schemas.microsoft.com/office/drawing/2014/main" id="{0D4EC744-1745-7DE1-A3AE-88132E1136A5}"/>
              </a:ext>
            </a:extLst>
          </p:cNvPr>
          <p:cNvSpPr>
            <a:spLocks noGrp="1"/>
          </p:cNvSpPr>
          <p:nvPr>
            <p:ph type="title"/>
          </p:nvPr>
        </p:nvSpPr>
        <p:spPr/>
        <p:txBody>
          <a:bodyPr/>
          <a:lstStyle/>
          <a:p>
            <a:r>
              <a:rPr lang="en-US" altLang="zh-TW" dirty="0"/>
              <a:t>Opening Force</a:t>
            </a:r>
            <a:endParaRPr lang="zh-TW" altLang="en-US" dirty="0"/>
          </a:p>
        </p:txBody>
      </p:sp>
      <mc:AlternateContent xmlns:mc="http://schemas.openxmlformats.org/markup-compatibility/2006" xmlns:a14="http://schemas.microsoft.com/office/drawing/2010/main">
        <mc:Choice Requires="a14">
          <p:sp>
            <p:nvSpPr>
              <p:cNvPr id="4" name="文字版面配置區 3">
                <a:extLst>
                  <a:ext uri="{FF2B5EF4-FFF2-40B4-BE49-F238E27FC236}">
                    <a16:creationId xmlns:a16="http://schemas.microsoft.com/office/drawing/2014/main" id="{9007C725-0FA4-4599-DB5A-12EA4B773DC8}"/>
                  </a:ext>
                </a:extLst>
              </p:cNvPr>
              <p:cNvSpPr>
                <a:spLocks noGrp="1"/>
              </p:cNvSpPr>
              <p:nvPr>
                <p:ph type="body" sz="quarter" idx="10"/>
              </p:nvPr>
            </p:nvSpPr>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altLang="zh-TW" i="1">
                              <a:solidFill>
                                <a:srgbClr val="66FFCC"/>
                              </a:solidFill>
                              <a:latin typeface="Cambria Math" panose="02040503050406030204" pitchFamily="18" charset="0"/>
                            </a:rPr>
                          </m:ctrlPr>
                        </m:sSubPr>
                        <m:e>
                          <m:r>
                            <a:rPr lang="en-US" altLang="zh-TW" i="1">
                              <a:solidFill>
                                <a:srgbClr val="66FFCC"/>
                              </a:solidFill>
                              <a:latin typeface="Cambria Math" panose="02040503050406030204" pitchFamily="18" charset="0"/>
                            </a:rPr>
                            <m:t>𝐶</m:t>
                          </m:r>
                        </m:e>
                        <m:sub>
                          <m:r>
                            <a:rPr lang="en-US" altLang="zh-TW" i="1">
                              <a:solidFill>
                                <a:srgbClr val="66FFCC"/>
                              </a:solidFill>
                              <a:latin typeface="Cambria Math" panose="02040503050406030204" pitchFamily="18" charset="0"/>
                            </a:rPr>
                            <m:t>𝑘</m:t>
                          </m:r>
                        </m:sub>
                      </m:sSub>
                      <m:r>
                        <a:rPr lang="zh-TW" altLang="en-US" i="1">
                          <a:solidFill>
                            <a:srgbClr val="66FFCC"/>
                          </a:solidFill>
                          <a:latin typeface="Cambria Math" panose="02040503050406030204" pitchFamily="18" charset="0"/>
                        </a:rPr>
                        <m:t>算法</m:t>
                      </m:r>
                    </m:oMath>
                  </m:oMathPara>
                </a14:m>
                <a:endParaRPr lang="zh-TW" altLang="en-US" dirty="0">
                  <a:solidFill>
                    <a:srgbClr val="66FFCC"/>
                  </a:solidFill>
                </a:endParaRPr>
              </a:p>
            </p:txBody>
          </p:sp>
        </mc:Choice>
        <mc:Fallback xmlns="">
          <p:sp>
            <p:nvSpPr>
              <p:cNvPr id="4" name="文字版面配置區 3">
                <a:extLst>
                  <a:ext uri="{FF2B5EF4-FFF2-40B4-BE49-F238E27FC236}">
                    <a16:creationId xmlns:a16="http://schemas.microsoft.com/office/drawing/2014/main" id="{9007C725-0FA4-4599-DB5A-12EA4B773DC8}"/>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174" t="-4286"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0701E6A3-F5C3-29F8-ADAF-3BF0227A1C3E}"/>
                  </a:ext>
                </a:extLst>
              </p:cNvPr>
              <p:cNvSpPr txBox="1"/>
              <p:nvPr/>
            </p:nvSpPr>
            <p:spPr>
              <a:xfrm>
                <a:off x="838199" y="1590874"/>
                <a:ext cx="5173133" cy="923330"/>
              </a:xfrm>
              <a:prstGeom prst="rect">
                <a:avLst/>
              </a:prstGeom>
              <a:noFill/>
            </p:spPr>
            <p:txBody>
              <a:bodyPr wrap="square" rtlCol="0">
                <a:spAutoFit/>
              </a:bodyPr>
              <a:lstStyle/>
              <a:p>
                <a:r>
                  <a:rPr lang="zh-TW" altLang="en-US" b="1" dirty="0">
                    <a:solidFill>
                      <a:schemeClr val="bg1"/>
                    </a:solidFill>
                  </a:rPr>
                  <a:t>因為超出圖面無法查表，且數值遠低於預期，引此採用</a:t>
                </a:r>
                <a:r>
                  <a:rPr lang="en-US" altLang="zh-TW" b="1" dirty="0">
                    <a:solidFill>
                      <a:schemeClr val="bg1"/>
                    </a:solidFill>
                  </a:rPr>
                  <a:t>SSEA</a:t>
                </a:r>
                <a:r>
                  <a:rPr lang="zh-TW" altLang="en-US" b="1" dirty="0">
                    <a:solidFill>
                      <a:schemeClr val="bg1"/>
                    </a:solidFill>
                  </a:rPr>
                  <a:t>類似作法的</a:t>
                </a:r>
                <a:r>
                  <a:rPr lang="en-US" altLang="zh-TW" b="1" dirty="0" err="1">
                    <a:solidFill>
                      <a:schemeClr val="bg1"/>
                    </a:solidFill>
                  </a:rPr>
                  <a:t>Ringsail</a:t>
                </a:r>
                <a:r>
                  <a:rPr lang="zh-TW" altLang="en-US" b="1" dirty="0">
                    <a:solidFill>
                      <a:schemeClr val="bg1"/>
                    </a:solidFill>
                  </a:rPr>
                  <a:t> </a:t>
                </a:r>
                <a:r>
                  <a:rPr lang="en-US" altLang="zh-TW" b="1" dirty="0">
                    <a:solidFill>
                      <a:schemeClr val="bg1"/>
                    </a:solidFill>
                  </a:rPr>
                  <a:t>B(modified)</a:t>
                </a:r>
                <a:r>
                  <a:rPr lang="zh-TW" altLang="en-US" b="1" dirty="0">
                    <a:solidFill>
                      <a:schemeClr val="bg1"/>
                    </a:solidFill>
                  </a:rPr>
                  <a:t> </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a:rPr lang="en-US" altLang="zh-TW" b="1" i="1" smtClean="0">
                            <a:solidFill>
                              <a:schemeClr val="bg1"/>
                            </a:solidFill>
                            <a:latin typeface="Cambria Math" panose="02040503050406030204" pitchFamily="18" charset="0"/>
                          </a:rPr>
                          <m:t>𝑪</m:t>
                        </m:r>
                      </m:e>
                      <m:sub>
                        <m:r>
                          <a:rPr lang="en-US" altLang="zh-TW" b="1" i="1" smtClean="0">
                            <a:solidFill>
                              <a:schemeClr val="bg1"/>
                            </a:solidFill>
                            <a:latin typeface="Cambria Math" panose="02040503050406030204" pitchFamily="18" charset="0"/>
                          </a:rPr>
                          <m:t>𝑲</m:t>
                        </m:r>
                      </m:sub>
                    </m:sSub>
                  </m:oMath>
                </a14:m>
                <a:r>
                  <a:rPr lang="zh-TW" altLang="en-US" b="1" dirty="0">
                    <a:solidFill>
                      <a:schemeClr val="bg1"/>
                    </a:solidFill>
                  </a:rPr>
                  <a:t>值 </a:t>
                </a:r>
                <a:r>
                  <a:rPr lang="en-US" altLang="zh-TW" b="1" dirty="0">
                    <a:solidFill>
                      <a:schemeClr val="bg1"/>
                    </a:solidFill>
                  </a:rPr>
                  <a:t>1.86 </a:t>
                </a:r>
                <a:r>
                  <a:rPr lang="zh-TW" altLang="en-US" b="1" dirty="0">
                    <a:solidFill>
                      <a:schemeClr val="bg1"/>
                    </a:solidFill>
                  </a:rPr>
                  <a:t>預測</a:t>
                </a:r>
                <a:endParaRPr lang="en-US" altLang="zh-TW" b="1" dirty="0">
                  <a:solidFill>
                    <a:schemeClr val="bg1"/>
                  </a:solidFill>
                </a:endParaRPr>
              </a:p>
            </p:txBody>
          </p:sp>
        </mc:Choice>
        <mc:Fallback xmlns="">
          <p:sp>
            <p:nvSpPr>
              <p:cNvPr id="7" name="文字方塊 6">
                <a:extLst>
                  <a:ext uri="{FF2B5EF4-FFF2-40B4-BE49-F238E27FC236}">
                    <a16:creationId xmlns:a16="http://schemas.microsoft.com/office/drawing/2014/main" id="{0701E6A3-F5C3-29F8-ADAF-3BF0227A1C3E}"/>
                  </a:ext>
                </a:extLst>
              </p:cNvPr>
              <p:cNvSpPr txBox="1">
                <a:spLocks noRot="1" noChangeAspect="1" noMove="1" noResize="1" noEditPoints="1" noAdjustHandles="1" noChangeArrowheads="1" noChangeShapeType="1" noTextEdit="1"/>
              </p:cNvSpPr>
              <p:nvPr/>
            </p:nvSpPr>
            <p:spPr>
              <a:xfrm>
                <a:off x="838199" y="1590874"/>
                <a:ext cx="5173133" cy="923330"/>
              </a:xfrm>
              <a:prstGeom prst="rect">
                <a:avLst/>
              </a:prstGeom>
              <a:blipFill>
                <a:blip r:embed="rId4"/>
                <a:stretch>
                  <a:fillRect l="-942" t="-3974" b="-9934"/>
                </a:stretch>
              </a:blipFill>
            </p:spPr>
            <p:txBody>
              <a:bodyPr/>
              <a:lstStyle/>
              <a:p>
                <a:r>
                  <a:rPr lang="zh-TW" altLang="en-US">
                    <a:noFill/>
                  </a:rPr>
                  <a:t> </a:t>
                </a:r>
              </a:p>
            </p:txBody>
          </p:sp>
        </mc:Fallback>
      </mc:AlternateContent>
      <p:cxnSp>
        <p:nvCxnSpPr>
          <p:cNvPr id="9" name="直線接點 8">
            <a:extLst>
              <a:ext uri="{FF2B5EF4-FFF2-40B4-BE49-F238E27FC236}">
                <a16:creationId xmlns:a16="http://schemas.microsoft.com/office/drawing/2014/main" id="{60E64F64-F983-339C-A6F4-935B75E80AA2}"/>
              </a:ext>
            </a:extLst>
          </p:cNvPr>
          <p:cNvCxnSpPr/>
          <p:nvPr/>
        </p:nvCxnSpPr>
        <p:spPr>
          <a:xfrm>
            <a:off x="4826000" y="3615267"/>
            <a:ext cx="347133" cy="0"/>
          </a:xfrm>
          <a:prstGeom prst="line">
            <a:avLst/>
          </a:prstGeom>
          <a:ln w="57150"/>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C45660F7-1B3F-BCAB-1AB8-7186972FA3A5}"/>
                  </a:ext>
                </a:extLst>
              </p:cNvPr>
              <p:cNvSpPr txBox="1"/>
              <p:nvPr/>
            </p:nvSpPr>
            <p:spPr>
              <a:xfrm>
                <a:off x="672546" y="4581014"/>
                <a:ext cx="3725144" cy="369332"/>
              </a:xfrm>
              <a:prstGeom prst="rect">
                <a:avLst/>
              </a:prstGeom>
              <a:noFill/>
            </p:spPr>
            <p:txBody>
              <a:bodyPr wrap="square" rtlCol="0">
                <a:spAutoFit/>
              </a:bodyPr>
              <a:lstStyle/>
              <a:p>
                <a:r>
                  <a:rPr lang="zh-TW" altLang="en-US" b="1" dirty="0">
                    <a:solidFill>
                      <a:schemeClr val="bg1"/>
                    </a:solidFill>
                  </a:rPr>
                  <a:t>將</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a:rPr lang="en-US" altLang="zh-TW" b="1" i="1" smtClean="0">
                            <a:solidFill>
                              <a:schemeClr val="bg1"/>
                            </a:solidFill>
                            <a:latin typeface="Cambria Math" panose="02040503050406030204" pitchFamily="18" charset="0"/>
                          </a:rPr>
                          <m:t>𝑪</m:t>
                        </m:r>
                      </m:e>
                      <m:sub>
                        <m:r>
                          <a:rPr lang="en-US" altLang="zh-TW" b="1" i="1" smtClean="0">
                            <a:solidFill>
                              <a:schemeClr val="bg1"/>
                            </a:solidFill>
                            <a:latin typeface="Cambria Math" panose="02040503050406030204" pitchFamily="18" charset="0"/>
                          </a:rPr>
                          <m:t>𝒌</m:t>
                        </m:r>
                      </m:sub>
                    </m:sSub>
                  </m:oMath>
                </a14:m>
                <a:r>
                  <a:rPr lang="zh-TW" altLang="en-US" b="1" dirty="0">
                    <a:solidFill>
                      <a:schemeClr val="bg1"/>
                    </a:solidFill>
                  </a:rPr>
                  <a:t>帶入公式求</a:t>
                </a:r>
                <a:r>
                  <a:rPr lang="en-US" altLang="zh-TW" b="1" dirty="0">
                    <a:solidFill>
                      <a:schemeClr val="bg1"/>
                    </a:solidFill>
                  </a:rPr>
                  <a:t>Opening Force</a:t>
                </a:r>
              </a:p>
            </p:txBody>
          </p:sp>
        </mc:Choice>
        <mc:Fallback xmlns="">
          <p:sp>
            <p:nvSpPr>
              <p:cNvPr id="10" name="文字方塊 9">
                <a:extLst>
                  <a:ext uri="{FF2B5EF4-FFF2-40B4-BE49-F238E27FC236}">
                    <a16:creationId xmlns:a16="http://schemas.microsoft.com/office/drawing/2014/main" id="{C45660F7-1B3F-BCAB-1AB8-7186972FA3A5}"/>
                  </a:ext>
                </a:extLst>
              </p:cNvPr>
              <p:cNvSpPr txBox="1">
                <a:spLocks noRot="1" noChangeAspect="1" noMove="1" noResize="1" noEditPoints="1" noAdjustHandles="1" noChangeArrowheads="1" noChangeShapeType="1" noTextEdit="1"/>
              </p:cNvSpPr>
              <p:nvPr/>
            </p:nvSpPr>
            <p:spPr>
              <a:xfrm>
                <a:off x="672546" y="4581014"/>
                <a:ext cx="3725144" cy="369332"/>
              </a:xfrm>
              <a:prstGeom prst="rect">
                <a:avLst/>
              </a:prstGeom>
              <a:blipFill>
                <a:blip r:embed="rId5"/>
                <a:stretch>
                  <a:fillRect l="-1309"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BE416262-DDDD-2327-73F8-A351782A051C}"/>
                  </a:ext>
                </a:extLst>
              </p:cNvPr>
              <p:cNvSpPr txBox="1"/>
              <p:nvPr/>
            </p:nvSpPr>
            <p:spPr>
              <a:xfrm>
                <a:off x="847458" y="5086615"/>
                <a:ext cx="3425540" cy="6223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solidFill>
                                <a:schemeClr val="bg1"/>
                              </a:solidFill>
                              <a:latin typeface="Cambria Math" panose="02040503050406030204" pitchFamily="18" charset="0"/>
                            </a:rPr>
                          </m:ctrlPr>
                        </m:sSubPr>
                        <m:e>
                          <m:r>
                            <a:rPr lang="zh-TW" altLang="en-US" i="1" smtClean="0">
                              <a:solidFill>
                                <a:schemeClr val="bg1"/>
                              </a:solidFill>
                              <a:latin typeface="Cambria Math" panose="02040503050406030204" pitchFamily="18" charset="0"/>
                            </a:rPr>
                            <m:t>𝐹</m:t>
                          </m:r>
                        </m:e>
                        <m:sub>
                          <m:r>
                            <a:rPr lang="zh-TW" altLang="en-US" i="1" smtClean="0">
                              <a:solidFill>
                                <a:schemeClr val="bg1"/>
                              </a:solidFill>
                              <a:latin typeface="Cambria Math" panose="02040503050406030204" pitchFamily="18" charset="0"/>
                            </a:rPr>
                            <m:t>𝑝</m:t>
                          </m:r>
                        </m:sub>
                      </m:sSub>
                      <m:r>
                        <a:rPr lang="zh-TW" altLang="en-US" i="1" smtClean="0">
                          <a:solidFill>
                            <a:schemeClr val="bg1"/>
                          </a:solidFill>
                          <a:latin typeface="Cambria Math" panose="02040503050406030204" pitchFamily="18" charset="0"/>
                        </a:rPr>
                        <m:t>=</m:t>
                      </m:r>
                      <m:sSub>
                        <m:sSubPr>
                          <m:ctrlPr>
                            <a:rPr lang="en-US" altLang="zh-TW" b="1" i="1">
                              <a:solidFill>
                                <a:schemeClr val="bg1"/>
                              </a:solidFill>
                              <a:latin typeface="Cambria Math" panose="02040503050406030204" pitchFamily="18" charset="0"/>
                            </a:rPr>
                          </m:ctrlPr>
                        </m:sSubPr>
                        <m:e>
                          <m:r>
                            <a:rPr lang="en-US" altLang="zh-TW" b="1" i="1">
                              <a:solidFill>
                                <a:schemeClr val="bg1"/>
                              </a:solidFill>
                              <a:latin typeface="Cambria Math" panose="02040503050406030204" pitchFamily="18" charset="0"/>
                            </a:rPr>
                            <m:t>𝑪</m:t>
                          </m:r>
                        </m:e>
                        <m:sub>
                          <m:r>
                            <a:rPr lang="en-US" altLang="zh-TW" b="1" i="1">
                              <a:solidFill>
                                <a:schemeClr val="bg1"/>
                              </a:solidFill>
                              <a:latin typeface="Cambria Math" panose="02040503050406030204" pitchFamily="18" charset="0"/>
                            </a:rPr>
                            <m:t>𝒌</m:t>
                          </m:r>
                        </m:sub>
                      </m:sSub>
                      <m:d>
                        <m:dPr>
                          <m:ctrlPr>
                            <a:rPr lang="zh-TW" altLang="en-US" i="1" smtClean="0">
                              <a:solidFill>
                                <a:schemeClr val="bg1"/>
                              </a:solidFill>
                              <a:latin typeface="Cambria Math" panose="02040503050406030204" pitchFamily="18" charset="0"/>
                            </a:rPr>
                          </m:ctrlPr>
                        </m:dPr>
                        <m:e>
                          <m:f>
                            <m:fPr>
                              <m:ctrlPr>
                                <a:rPr lang="zh-TW" altLang="en-US" i="1" smtClean="0">
                                  <a:solidFill>
                                    <a:schemeClr val="bg1"/>
                                  </a:solidFill>
                                  <a:latin typeface="Cambria Math" panose="02040503050406030204" pitchFamily="18" charset="0"/>
                                </a:rPr>
                              </m:ctrlPr>
                            </m:fPr>
                            <m:num>
                              <m:r>
                                <a:rPr lang="zh-TW" altLang="en-US" i="1" smtClean="0">
                                  <a:solidFill>
                                    <a:schemeClr val="bg1"/>
                                  </a:solidFill>
                                  <a:latin typeface="Cambria Math" panose="02040503050406030204" pitchFamily="18" charset="0"/>
                                </a:rPr>
                                <m:t>1</m:t>
                              </m:r>
                            </m:num>
                            <m:den>
                              <m:r>
                                <a:rPr lang="zh-TW" altLang="en-US" i="1" smtClean="0">
                                  <a:solidFill>
                                    <a:schemeClr val="bg1"/>
                                  </a:solidFill>
                                  <a:latin typeface="Cambria Math" panose="02040503050406030204" pitchFamily="18" charset="0"/>
                                </a:rPr>
                                <m:t>2</m:t>
                              </m:r>
                            </m:den>
                          </m:f>
                          <m:r>
                            <a:rPr lang="zh-TW" altLang="en-US" i="1" smtClean="0">
                              <a:solidFill>
                                <a:schemeClr val="bg1"/>
                              </a:solidFill>
                              <a:latin typeface="Cambria Math" panose="02040503050406030204" pitchFamily="18" charset="0"/>
                            </a:rPr>
                            <m:t>𝜌</m:t>
                          </m:r>
                          <m:sSubSup>
                            <m:sSubSupPr>
                              <m:ctrlPr>
                                <a:rPr lang="zh-TW" altLang="en-US" i="1" smtClean="0">
                                  <a:solidFill>
                                    <a:schemeClr val="bg1"/>
                                  </a:solidFill>
                                  <a:latin typeface="Cambria Math" panose="02040503050406030204" pitchFamily="18" charset="0"/>
                                </a:rPr>
                              </m:ctrlPr>
                            </m:sSubSupPr>
                            <m:e>
                              <m:r>
                                <a:rPr lang="zh-TW" altLang="en-US" i="1" smtClean="0">
                                  <a:solidFill>
                                    <a:schemeClr val="bg1"/>
                                  </a:solidFill>
                                  <a:latin typeface="Cambria Math" panose="02040503050406030204" pitchFamily="18" charset="0"/>
                                </a:rPr>
                                <m:t>𝑉</m:t>
                              </m:r>
                            </m:e>
                            <m:sub>
                              <m:r>
                                <a:rPr lang="zh-TW" altLang="en-US" i="1" smtClean="0">
                                  <a:solidFill>
                                    <a:schemeClr val="bg1"/>
                                  </a:solidFill>
                                  <a:latin typeface="Cambria Math" panose="02040503050406030204" pitchFamily="18" charset="0"/>
                                </a:rPr>
                                <m:t>1</m:t>
                              </m:r>
                            </m:sub>
                            <m:sup>
                              <m:r>
                                <a:rPr lang="zh-TW" altLang="en-US" i="1" smtClean="0">
                                  <a:solidFill>
                                    <a:schemeClr val="bg1"/>
                                  </a:solidFill>
                                  <a:latin typeface="Cambria Math" panose="02040503050406030204" pitchFamily="18" charset="0"/>
                                </a:rPr>
                                <m:t>2</m:t>
                              </m:r>
                            </m:sup>
                          </m:sSubSup>
                        </m:e>
                      </m:d>
                      <m:sSub>
                        <m:sSubPr>
                          <m:ctrlPr>
                            <a:rPr lang="zh-TW" altLang="en-US" i="1" smtClean="0">
                              <a:solidFill>
                                <a:schemeClr val="bg1"/>
                              </a:solidFill>
                              <a:latin typeface="Cambria Math" panose="02040503050406030204" pitchFamily="18" charset="0"/>
                            </a:rPr>
                          </m:ctrlPr>
                        </m:sSubPr>
                        <m:e>
                          <m:d>
                            <m:dPr>
                              <m:ctrlPr>
                                <a:rPr lang="zh-TW" altLang="en-US" i="1" smtClean="0">
                                  <a:solidFill>
                                    <a:schemeClr val="bg1"/>
                                  </a:solidFill>
                                  <a:latin typeface="Cambria Math" panose="02040503050406030204" pitchFamily="18" charset="0"/>
                                </a:rPr>
                              </m:ctrlPr>
                            </m:dPr>
                            <m:e>
                              <m:sSub>
                                <m:sSubPr>
                                  <m:ctrlPr>
                                    <a:rPr lang="zh-TW" altLang="en-US" i="1" smtClean="0">
                                      <a:solidFill>
                                        <a:schemeClr val="bg1"/>
                                      </a:solidFill>
                                      <a:latin typeface="Cambria Math" panose="02040503050406030204" pitchFamily="18" charset="0"/>
                                    </a:rPr>
                                  </m:ctrlPr>
                                </m:sSubPr>
                                <m:e>
                                  <m:r>
                                    <a:rPr lang="zh-TW" altLang="en-US" i="1" smtClean="0">
                                      <a:solidFill>
                                        <a:schemeClr val="bg1"/>
                                      </a:solidFill>
                                      <a:latin typeface="Cambria Math" panose="02040503050406030204" pitchFamily="18" charset="0"/>
                                    </a:rPr>
                                    <m:t>𝐶</m:t>
                                  </m:r>
                                </m:e>
                                <m:sub>
                                  <m:r>
                                    <a:rPr lang="zh-TW" altLang="en-US" i="1" smtClean="0">
                                      <a:solidFill>
                                        <a:schemeClr val="bg1"/>
                                      </a:solidFill>
                                      <a:latin typeface="Cambria Math" panose="02040503050406030204" pitchFamily="18" charset="0"/>
                                    </a:rPr>
                                    <m:t>𝐷</m:t>
                                  </m:r>
                                </m:sub>
                              </m:sSub>
                              <m:r>
                                <a:rPr lang="zh-TW" altLang="en-US" i="1" smtClean="0">
                                  <a:solidFill>
                                    <a:schemeClr val="bg1"/>
                                  </a:solidFill>
                                  <a:latin typeface="Cambria Math" panose="02040503050406030204" pitchFamily="18" charset="0"/>
                                </a:rPr>
                                <m:t>𝑆</m:t>
                              </m:r>
                            </m:e>
                          </m:d>
                        </m:e>
                        <m:sub>
                          <m:r>
                            <a:rPr lang="zh-TW" altLang="en-US" i="1" smtClean="0">
                              <a:solidFill>
                                <a:schemeClr val="bg1"/>
                              </a:solidFill>
                              <a:latin typeface="Cambria Math" panose="02040503050406030204" pitchFamily="18" charset="0"/>
                            </a:rPr>
                            <m:t>𝑝</m:t>
                          </m:r>
                        </m:sub>
                      </m:sSub>
                    </m:oMath>
                  </m:oMathPara>
                </a14:m>
                <a:endParaRPr lang="en-US" altLang="zh-TW" dirty="0">
                  <a:solidFill>
                    <a:schemeClr val="bg1"/>
                  </a:solidFill>
                </a:endParaRPr>
              </a:p>
            </p:txBody>
          </p:sp>
        </mc:Choice>
        <mc:Fallback xmlns="">
          <p:sp>
            <p:nvSpPr>
              <p:cNvPr id="11" name="文字方塊 10">
                <a:extLst>
                  <a:ext uri="{FF2B5EF4-FFF2-40B4-BE49-F238E27FC236}">
                    <a16:creationId xmlns:a16="http://schemas.microsoft.com/office/drawing/2014/main" id="{BE416262-DDDD-2327-73F8-A351782A051C}"/>
                  </a:ext>
                </a:extLst>
              </p:cNvPr>
              <p:cNvSpPr txBox="1">
                <a:spLocks noRot="1" noChangeAspect="1" noMove="1" noResize="1" noEditPoints="1" noAdjustHandles="1" noChangeArrowheads="1" noChangeShapeType="1" noTextEdit="1"/>
              </p:cNvSpPr>
              <p:nvPr/>
            </p:nvSpPr>
            <p:spPr>
              <a:xfrm>
                <a:off x="847458" y="5086615"/>
                <a:ext cx="3425540" cy="622350"/>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A0CB3B53-9719-62B5-0B10-7E720DC523A8}"/>
                  </a:ext>
                </a:extLst>
              </p:cNvPr>
              <p:cNvGraphicFramePr>
                <a:graphicFrameLocks noGrp="1"/>
              </p:cNvGraphicFramePr>
              <p:nvPr>
                <p:extLst>
                  <p:ext uri="{D42A27DB-BD31-4B8C-83A1-F6EECF244321}">
                    <p14:modId xmlns:p14="http://schemas.microsoft.com/office/powerpoint/2010/main" val="2840992701"/>
                  </p:ext>
                </p:extLst>
              </p:nvPr>
            </p:nvGraphicFramePr>
            <p:xfrm>
              <a:off x="6713486" y="1433534"/>
              <a:ext cx="4475020" cy="2524253"/>
            </p:xfrm>
            <a:graphic>
              <a:graphicData uri="http://schemas.openxmlformats.org/drawingml/2006/table">
                <a:tbl>
                  <a:tblPr firstRow="1" bandRow="1">
                    <a:tableStyleId>{5C22544A-7EE6-4342-B048-85BDC9FD1C3A}</a:tableStyleId>
                  </a:tblPr>
                  <a:tblGrid>
                    <a:gridCol w="886369">
                      <a:extLst>
                        <a:ext uri="{9D8B030D-6E8A-4147-A177-3AD203B41FA5}">
                          <a16:colId xmlns:a16="http://schemas.microsoft.com/office/drawing/2014/main" val="3510396991"/>
                        </a:ext>
                      </a:extLst>
                    </a:gridCol>
                    <a:gridCol w="2096978">
                      <a:extLst>
                        <a:ext uri="{9D8B030D-6E8A-4147-A177-3AD203B41FA5}">
                          <a16:colId xmlns:a16="http://schemas.microsoft.com/office/drawing/2014/main" val="1163364437"/>
                        </a:ext>
                      </a:extLst>
                    </a:gridCol>
                    <a:gridCol w="1491673">
                      <a:extLst>
                        <a:ext uri="{9D8B030D-6E8A-4147-A177-3AD203B41FA5}">
                          <a16:colId xmlns:a16="http://schemas.microsoft.com/office/drawing/2014/main" val="3543877168"/>
                        </a:ext>
                      </a:extLst>
                    </a:gridCol>
                  </a:tblGrid>
                  <a:tr h="335244">
                    <a:tc>
                      <a:txBody>
                        <a:bodyPr/>
                        <a:lstStyle/>
                        <a:p>
                          <a:r>
                            <a:rPr lang="zh-TW" altLang="en-US" dirty="0"/>
                            <a:t>項目</a:t>
                          </a:r>
                        </a:p>
                      </a:txBody>
                      <a:tcPr/>
                    </a:tc>
                    <a:tc>
                      <a:txBody>
                        <a:bodyPr/>
                        <a:lstStyle/>
                        <a:p>
                          <a:r>
                            <a:rPr lang="zh-TW" altLang="en-US" dirty="0"/>
                            <a:t>意義</a:t>
                          </a:r>
                        </a:p>
                      </a:txBody>
                      <a:tcPr/>
                    </a:tc>
                    <a:tc>
                      <a:txBody>
                        <a:bodyPr/>
                        <a:lstStyle/>
                        <a:p>
                          <a:r>
                            <a:rPr lang="zh-TW" altLang="en-US" dirty="0"/>
                            <a:t>數值</a:t>
                          </a:r>
                        </a:p>
                      </a:txBody>
                      <a:tcPr/>
                    </a:tc>
                    <a:extLst>
                      <a:ext uri="{0D108BD9-81ED-4DB2-BD59-A6C34878D82A}">
                        <a16:rowId xmlns:a16="http://schemas.microsoft.com/office/drawing/2014/main" val="1498088001"/>
                      </a:ext>
                    </a:extLst>
                  </a:tr>
                  <a:tr h="335244">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r>
                            <a:rPr lang="zh-TW" altLang="en-US" dirty="0"/>
                            <a:t>開傘衝擊</a:t>
                          </a:r>
                        </a:p>
                      </a:txBody>
                      <a:tcPr/>
                    </a:tc>
                    <a:tc>
                      <a:txBody>
                        <a:bodyPr/>
                        <a:lstStyle/>
                        <a:p>
                          <a:r>
                            <a:rPr lang="zh-TW" altLang="en-US" dirty="0"/>
                            <a:t>所求</a:t>
                          </a:r>
                        </a:p>
                      </a:txBody>
                      <a:tcPr/>
                    </a:tc>
                    <a:extLst>
                      <a:ext uri="{0D108BD9-81ED-4DB2-BD59-A6C34878D82A}">
                        <a16:rowId xmlns:a16="http://schemas.microsoft.com/office/drawing/2014/main" val="970680897"/>
                      </a:ext>
                    </a:extLst>
                  </a:tr>
                  <a:tr h="335244">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m:rPr>
                                        <m:sty m:val="p"/>
                                      </m:rPr>
                                      <a:rPr lang="en-US" altLang="zh-TW" b="0" i="1" smtClean="0">
                                        <a:latin typeface="Cambria Math" panose="02040503050406030204" pitchFamily="18" charset="0"/>
                                      </a:rPr>
                                      <m:t>C</m:t>
                                    </m:r>
                                  </m:e>
                                  <m:sub>
                                    <m:r>
                                      <m:rPr>
                                        <m:sty m:val="p"/>
                                      </m:rPr>
                                      <a:rPr lang="en-US" altLang="zh-TW" b="0" i="1" smtClean="0">
                                        <a:latin typeface="Cambria Math" panose="02040503050406030204" pitchFamily="18" charset="0"/>
                                      </a:rPr>
                                      <m:t>k</m:t>
                                    </m:r>
                                  </m:sub>
                                </m:sSub>
                              </m:oMath>
                            </m:oMathPara>
                          </a14:m>
                          <a:endParaRPr lang="zh-TW" altLang="en-US" dirty="0"/>
                        </a:p>
                      </a:txBody>
                      <a:tcPr/>
                    </a:tc>
                    <a:tc>
                      <a:txBody>
                        <a:bodyPr/>
                        <a:lstStyle/>
                        <a:p>
                          <a:r>
                            <a:rPr lang="zh-TW" altLang="en-US" dirty="0"/>
                            <a:t>開傘載荷系數</a:t>
                          </a:r>
                        </a:p>
                      </a:txBody>
                      <a:tcPr/>
                    </a:tc>
                    <a:tc>
                      <a:txBody>
                        <a:bodyPr/>
                        <a:lstStyle/>
                        <a:p>
                          <a:r>
                            <a:rPr lang="en-US" altLang="zh-TW" b="0" dirty="0"/>
                            <a:t>1.86</a:t>
                          </a:r>
                        </a:p>
                      </a:txBody>
                      <a:tcPr/>
                    </a:tc>
                    <a:extLst>
                      <a:ext uri="{0D108BD9-81ED-4DB2-BD59-A6C34878D82A}">
                        <a16:rowId xmlns:a16="http://schemas.microsoft.com/office/drawing/2014/main" val="4198389816"/>
                      </a:ext>
                    </a:extLst>
                  </a:tr>
                  <a:tr h="357652">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𝐷</m:t>
                                            </m:r>
                                          </m:sub>
                                        </m:sSub>
                                        <m:r>
                                          <a:rPr lang="en-US" altLang="zh-TW" b="0" i="1" smtClean="0">
                                            <a:latin typeface="Cambria Math" panose="02040503050406030204" pitchFamily="18" charset="0"/>
                                          </a:rPr>
                                          <m:t>𝑆</m:t>
                                        </m:r>
                                      </m:e>
                                    </m:d>
                                  </m:e>
                                  <m:sub>
                                    <m:r>
                                      <m:rPr>
                                        <m:sty m:val="p"/>
                                      </m:rPr>
                                      <a:rPr lang="en-US" altLang="zh-TW" b="0" i="1" smtClean="0">
                                        <a:latin typeface="Cambria Math" panose="02040503050406030204" pitchFamily="18" charset="0"/>
                                      </a:rPr>
                                      <m:t>p</m:t>
                                    </m:r>
                                  </m:sub>
                                </m:sSub>
                              </m:oMath>
                            </m:oMathPara>
                          </a14:m>
                          <a:endParaRPr lang="zh-TW" altLang="en-US" dirty="0"/>
                        </a:p>
                      </a:txBody>
                      <a:tcPr/>
                    </a:tc>
                    <a:tc>
                      <a:txBody>
                        <a:bodyPr/>
                        <a:lstStyle/>
                        <a:p>
                          <a:r>
                            <a:rPr lang="zh-TW" altLang="en-US" dirty="0"/>
                            <a:t>拖曳面積</a:t>
                          </a:r>
                        </a:p>
                      </a:txBody>
                      <a:tcPr/>
                    </a:tc>
                    <a:tc>
                      <a:txBody>
                        <a:bodyPr/>
                        <a:lstStyle/>
                        <a:p>
                          <a:r>
                            <a:rPr lang="en-US" altLang="zh-TW" dirty="0"/>
                            <a:t>5.085 </a:t>
                          </a:r>
                          <a14:m>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𝑚</m:t>
                                  </m:r>
                                </m:e>
                                <m:sup>
                                  <m:r>
                                    <a:rPr lang="en-US" altLang="zh-TW" b="0" i="1" smtClean="0">
                                      <a:latin typeface="Cambria Math" panose="02040503050406030204" pitchFamily="18" charset="0"/>
                                    </a:rPr>
                                    <m:t>2</m:t>
                                  </m:r>
                                </m:sup>
                              </m:sSup>
                            </m:oMath>
                          </a14:m>
                          <a:endParaRPr lang="zh-TW" altLang="en-US" dirty="0"/>
                        </a:p>
                      </a:txBody>
                      <a:tcPr/>
                    </a:tc>
                    <a:extLst>
                      <a:ext uri="{0D108BD9-81ED-4DB2-BD59-A6C34878D82A}">
                        <a16:rowId xmlns:a16="http://schemas.microsoft.com/office/drawing/2014/main" val="1807228588"/>
                      </a:ext>
                    </a:extLst>
                  </a:tr>
                  <a:tr h="335244">
                    <a:tc>
                      <a:txBody>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𝜌</m:t>
                                </m:r>
                              </m:oMath>
                            </m:oMathPara>
                          </a14:m>
                          <a:endParaRPr lang="zh-TW" altLang="en-US" dirty="0"/>
                        </a:p>
                      </a:txBody>
                      <a:tcPr/>
                    </a:tc>
                    <a:tc>
                      <a:txBody>
                        <a:bodyPr/>
                        <a:lstStyle/>
                        <a:p>
                          <a:r>
                            <a:rPr lang="zh-TW" altLang="en-US" dirty="0"/>
                            <a:t>空氣密度</a:t>
                          </a:r>
                        </a:p>
                      </a:txBody>
                      <a:tcPr/>
                    </a:tc>
                    <a:tc>
                      <a:txBody>
                        <a:bodyPr/>
                        <a:lstStyle/>
                        <a:p>
                          <a:r>
                            <a:rPr lang="en-US" altLang="zh-TW" dirty="0"/>
                            <a:t>1.1 </a:t>
                          </a:r>
                          <a14:m>
                            <m:oMath xmlns:m="http://schemas.openxmlformats.org/officeDocument/2006/math">
                              <m:r>
                                <a:rPr lang="en-US" altLang="zh-TW" b="0" i="1" smtClean="0">
                                  <a:latin typeface="Cambria Math" panose="02040503050406030204" pitchFamily="18" charset="0"/>
                                </a:rPr>
                                <m:t>𝑘𝑔</m:t>
                              </m:r>
                              <m:r>
                                <m:rPr>
                                  <m:lit/>
                                </m:rP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𝑚</m:t>
                                  </m:r>
                                </m:e>
                                <m:sup>
                                  <m:r>
                                    <a:rPr lang="en-US" altLang="zh-TW" b="0" i="1" smtClean="0">
                                      <a:latin typeface="Cambria Math" panose="02040503050406030204" pitchFamily="18" charset="0"/>
                                    </a:rPr>
                                    <m:t>3</m:t>
                                  </m:r>
                                </m:sup>
                              </m:sSup>
                            </m:oMath>
                          </a14:m>
                          <a:endParaRPr lang="zh-TW" altLang="en-US" dirty="0"/>
                        </a:p>
                      </a:txBody>
                      <a:tcPr/>
                    </a:tc>
                    <a:extLst>
                      <a:ext uri="{0D108BD9-81ED-4DB2-BD59-A6C34878D82A}">
                        <a16:rowId xmlns:a16="http://schemas.microsoft.com/office/drawing/2014/main" val="2802610684"/>
                      </a:ext>
                    </a:extLst>
                  </a:tr>
                  <a:tr h="586677">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1</m:t>
                                    </m:r>
                                  </m:sub>
                                </m:sSub>
                              </m:oMath>
                            </m:oMathPara>
                          </a14:m>
                          <a:endParaRPr lang="en-US" altLang="zh-TW" b="0" dirty="0"/>
                        </a:p>
                      </a:txBody>
                      <a:tcPr/>
                    </a:tc>
                    <a:tc>
                      <a:txBody>
                        <a:bodyPr/>
                        <a:lstStyle/>
                        <a:p>
                          <a:r>
                            <a:rPr lang="zh-TW" altLang="en-US" dirty="0"/>
                            <a:t>開傘速度</a:t>
                          </a:r>
                        </a:p>
                      </a:txBody>
                      <a:tcPr/>
                    </a:tc>
                    <a:tc>
                      <a:txBody>
                        <a:bodyPr/>
                        <a:lstStyle/>
                        <a:p>
                          <a:r>
                            <a:rPr lang="en-US" altLang="zh-TW" dirty="0"/>
                            <a:t>20m/s(</a:t>
                          </a:r>
                          <a:r>
                            <a:rPr lang="zh-TW" altLang="en-US" dirty="0"/>
                            <a:t>引傘終端速度</a:t>
                          </a:r>
                          <a:r>
                            <a:rPr lang="en-US" altLang="zh-TW" dirty="0"/>
                            <a:t>)</a:t>
                          </a:r>
                          <a:endParaRPr lang="zh-TW" altLang="en-US" dirty="0"/>
                        </a:p>
                      </a:txBody>
                      <a:tcPr/>
                    </a:tc>
                    <a:extLst>
                      <a:ext uri="{0D108BD9-81ED-4DB2-BD59-A6C34878D82A}">
                        <a16:rowId xmlns:a16="http://schemas.microsoft.com/office/drawing/2014/main" val="2035980675"/>
                      </a:ext>
                    </a:extLst>
                  </a:tr>
                </a:tbl>
              </a:graphicData>
            </a:graphic>
          </p:graphicFrame>
        </mc:Choice>
        <mc:Fallback xmlns="">
          <p:graphicFrame>
            <p:nvGraphicFramePr>
              <p:cNvPr id="12" name="表格 11">
                <a:extLst>
                  <a:ext uri="{FF2B5EF4-FFF2-40B4-BE49-F238E27FC236}">
                    <a16:creationId xmlns:a16="http://schemas.microsoft.com/office/drawing/2014/main" id="{A0CB3B53-9719-62B5-0B10-7E720DC523A8}"/>
                  </a:ext>
                </a:extLst>
              </p:cNvPr>
              <p:cNvGraphicFramePr>
                <a:graphicFrameLocks noGrp="1"/>
              </p:cNvGraphicFramePr>
              <p:nvPr>
                <p:extLst>
                  <p:ext uri="{D42A27DB-BD31-4B8C-83A1-F6EECF244321}">
                    <p14:modId xmlns:p14="http://schemas.microsoft.com/office/powerpoint/2010/main" val="2840992701"/>
                  </p:ext>
                </p:extLst>
              </p:nvPr>
            </p:nvGraphicFramePr>
            <p:xfrm>
              <a:off x="6713486" y="1433534"/>
              <a:ext cx="4475020" cy="2514537"/>
            </p:xfrm>
            <a:graphic>
              <a:graphicData uri="http://schemas.openxmlformats.org/drawingml/2006/table">
                <a:tbl>
                  <a:tblPr firstRow="1" bandRow="1">
                    <a:tableStyleId>{5C22544A-7EE6-4342-B048-85BDC9FD1C3A}</a:tableStyleId>
                  </a:tblPr>
                  <a:tblGrid>
                    <a:gridCol w="886369">
                      <a:extLst>
                        <a:ext uri="{9D8B030D-6E8A-4147-A177-3AD203B41FA5}">
                          <a16:colId xmlns:a16="http://schemas.microsoft.com/office/drawing/2014/main" val="3510396991"/>
                        </a:ext>
                      </a:extLst>
                    </a:gridCol>
                    <a:gridCol w="2096978">
                      <a:extLst>
                        <a:ext uri="{9D8B030D-6E8A-4147-A177-3AD203B41FA5}">
                          <a16:colId xmlns:a16="http://schemas.microsoft.com/office/drawing/2014/main" val="1163364437"/>
                        </a:ext>
                      </a:extLst>
                    </a:gridCol>
                    <a:gridCol w="1491673">
                      <a:extLst>
                        <a:ext uri="{9D8B030D-6E8A-4147-A177-3AD203B41FA5}">
                          <a16:colId xmlns:a16="http://schemas.microsoft.com/office/drawing/2014/main" val="3543877168"/>
                        </a:ext>
                      </a:extLst>
                    </a:gridCol>
                  </a:tblGrid>
                  <a:tr h="365760">
                    <a:tc>
                      <a:txBody>
                        <a:bodyPr/>
                        <a:lstStyle/>
                        <a:p>
                          <a:r>
                            <a:rPr lang="zh-TW" altLang="en-US" dirty="0"/>
                            <a:t>項目</a:t>
                          </a:r>
                        </a:p>
                      </a:txBody>
                      <a:tcPr/>
                    </a:tc>
                    <a:tc>
                      <a:txBody>
                        <a:bodyPr/>
                        <a:lstStyle/>
                        <a:p>
                          <a:r>
                            <a:rPr lang="zh-TW" altLang="en-US" dirty="0"/>
                            <a:t>意義</a:t>
                          </a:r>
                        </a:p>
                      </a:txBody>
                      <a:tcPr/>
                    </a:tc>
                    <a:tc>
                      <a:txBody>
                        <a:bodyPr/>
                        <a:lstStyle/>
                        <a:p>
                          <a:r>
                            <a:rPr lang="zh-TW" altLang="en-US" dirty="0"/>
                            <a:t>數值</a:t>
                          </a:r>
                        </a:p>
                      </a:txBody>
                      <a:tcPr/>
                    </a:tc>
                    <a:extLst>
                      <a:ext uri="{0D108BD9-81ED-4DB2-BD59-A6C34878D82A}">
                        <a16:rowId xmlns:a16="http://schemas.microsoft.com/office/drawing/2014/main" val="1498088001"/>
                      </a:ext>
                    </a:extLst>
                  </a:tr>
                  <a:tr h="386969">
                    <a:tc>
                      <a:txBody>
                        <a:bodyPr/>
                        <a:lstStyle/>
                        <a:p>
                          <a:endParaRPr lang="zh-TW"/>
                        </a:p>
                      </a:txBody>
                      <a:tcPr>
                        <a:blipFill>
                          <a:blip r:embed="rId7"/>
                          <a:stretch>
                            <a:fillRect l="-685" t="-101563" r="-406164" b="-476563"/>
                          </a:stretch>
                        </a:blipFill>
                      </a:tcPr>
                    </a:tc>
                    <a:tc>
                      <a:txBody>
                        <a:bodyPr/>
                        <a:lstStyle/>
                        <a:p>
                          <a:r>
                            <a:rPr lang="zh-TW" altLang="en-US" dirty="0"/>
                            <a:t>開傘衝擊</a:t>
                          </a:r>
                        </a:p>
                      </a:txBody>
                      <a:tcPr/>
                    </a:tc>
                    <a:tc>
                      <a:txBody>
                        <a:bodyPr/>
                        <a:lstStyle/>
                        <a:p>
                          <a:r>
                            <a:rPr lang="zh-TW" altLang="en-US" dirty="0"/>
                            <a:t>所求</a:t>
                          </a:r>
                        </a:p>
                      </a:txBody>
                      <a:tcPr/>
                    </a:tc>
                    <a:extLst>
                      <a:ext uri="{0D108BD9-81ED-4DB2-BD59-A6C34878D82A}">
                        <a16:rowId xmlns:a16="http://schemas.microsoft.com/office/drawing/2014/main" val="970680897"/>
                      </a:ext>
                    </a:extLst>
                  </a:tr>
                  <a:tr h="365760">
                    <a:tc>
                      <a:txBody>
                        <a:bodyPr/>
                        <a:lstStyle/>
                        <a:p>
                          <a:endParaRPr lang="zh-TW"/>
                        </a:p>
                      </a:txBody>
                      <a:tcPr>
                        <a:blipFill>
                          <a:blip r:embed="rId7"/>
                          <a:stretch>
                            <a:fillRect l="-685" t="-215000" r="-406164" b="-408333"/>
                          </a:stretch>
                        </a:blipFill>
                      </a:tcPr>
                    </a:tc>
                    <a:tc>
                      <a:txBody>
                        <a:bodyPr/>
                        <a:lstStyle/>
                        <a:p>
                          <a:r>
                            <a:rPr lang="zh-TW" altLang="en-US" dirty="0"/>
                            <a:t>開傘載荷系數</a:t>
                          </a:r>
                        </a:p>
                      </a:txBody>
                      <a:tcPr/>
                    </a:tc>
                    <a:tc>
                      <a:txBody>
                        <a:bodyPr/>
                        <a:lstStyle/>
                        <a:p>
                          <a:r>
                            <a:rPr lang="en-US" altLang="zh-TW" b="0" dirty="0"/>
                            <a:t>1.86</a:t>
                          </a:r>
                        </a:p>
                      </a:txBody>
                      <a:tcPr/>
                    </a:tc>
                    <a:extLst>
                      <a:ext uri="{0D108BD9-81ED-4DB2-BD59-A6C34878D82A}">
                        <a16:rowId xmlns:a16="http://schemas.microsoft.com/office/drawing/2014/main" val="4198389816"/>
                      </a:ext>
                    </a:extLst>
                  </a:tr>
                  <a:tr h="390208">
                    <a:tc>
                      <a:txBody>
                        <a:bodyPr/>
                        <a:lstStyle/>
                        <a:p>
                          <a:endParaRPr lang="zh-TW"/>
                        </a:p>
                      </a:txBody>
                      <a:tcPr>
                        <a:blipFill>
                          <a:blip r:embed="rId7"/>
                          <a:stretch>
                            <a:fillRect l="-685" t="-295313" r="-406164" b="-282813"/>
                          </a:stretch>
                        </a:blipFill>
                      </a:tcPr>
                    </a:tc>
                    <a:tc>
                      <a:txBody>
                        <a:bodyPr/>
                        <a:lstStyle/>
                        <a:p>
                          <a:r>
                            <a:rPr lang="zh-TW" altLang="en-US" dirty="0"/>
                            <a:t>拖曳面積</a:t>
                          </a:r>
                        </a:p>
                      </a:txBody>
                      <a:tcPr/>
                    </a:tc>
                    <a:tc>
                      <a:txBody>
                        <a:bodyPr/>
                        <a:lstStyle/>
                        <a:p>
                          <a:endParaRPr lang="zh-TW"/>
                        </a:p>
                      </a:txBody>
                      <a:tcPr>
                        <a:blipFill>
                          <a:blip r:embed="rId7"/>
                          <a:stretch>
                            <a:fillRect l="-200408" t="-295313" r="-1633" b="-282813"/>
                          </a:stretch>
                        </a:blipFill>
                      </a:tcPr>
                    </a:tc>
                    <a:extLst>
                      <a:ext uri="{0D108BD9-81ED-4DB2-BD59-A6C34878D82A}">
                        <a16:rowId xmlns:a16="http://schemas.microsoft.com/office/drawing/2014/main" val="1807228588"/>
                      </a:ext>
                    </a:extLst>
                  </a:tr>
                  <a:tr h="365760">
                    <a:tc>
                      <a:txBody>
                        <a:bodyPr/>
                        <a:lstStyle/>
                        <a:p>
                          <a:endParaRPr lang="zh-TW"/>
                        </a:p>
                      </a:txBody>
                      <a:tcPr>
                        <a:blipFill>
                          <a:blip r:embed="rId7"/>
                          <a:stretch>
                            <a:fillRect l="-685" t="-421667" r="-406164" b="-201667"/>
                          </a:stretch>
                        </a:blipFill>
                      </a:tcPr>
                    </a:tc>
                    <a:tc>
                      <a:txBody>
                        <a:bodyPr/>
                        <a:lstStyle/>
                        <a:p>
                          <a:r>
                            <a:rPr lang="zh-TW" altLang="en-US" dirty="0"/>
                            <a:t>空氣密度</a:t>
                          </a:r>
                        </a:p>
                      </a:txBody>
                      <a:tcPr/>
                    </a:tc>
                    <a:tc>
                      <a:txBody>
                        <a:bodyPr/>
                        <a:lstStyle/>
                        <a:p>
                          <a:endParaRPr lang="zh-TW"/>
                        </a:p>
                      </a:txBody>
                      <a:tcPr>
                        <a:blipFill>
                          <a:blip r:embed="rId7"/>
                          <a:stretch>
                            <a:fillRect l="-200408" t="-421667" r="-1633" b="-201667"/>
                          </a:stretch>
                        </a:blipFill>
                      </a:tcPr>
                    </a:tc>
                    <a:extLst>
                      <a:ext uri="{0D108BD9-81ED-4DB2-BD59-A6C34878D82A}">
                        <a16:rowId xmlns:a16="http://schemas.microsoft.com/office/drawing/2014/main" val="2802610684"/>
                      </a:ext>
                    </a:extLst>
                  </a:tr>
                  <a:tr h="640080">
                    <a:tc>
                      <a:txBody>
                        <a:bodyPr/>
                        <a:lstStyle/>
                        <a:p>
                          <a:endParaRPr lang="zh-TW"/>
                        </a:p>
                      </a:txBody>
                      <a:tcPr>
                        <a:blipFill>
                          <a:blip r:embed="rId7"/>
                          <a:stretch>
                            <a:fillRect l="-685" t="-298095" r="-406164" b="-15238"/>
                          </a:stretch>
                        </a:blipFill>
                      </a:tcPr>
                    </a:tc>
                    <a:tc>
                      <a:txBody>
                        <a:bodyPr/>
                        <a:lstStyle/>
                        <a:p>
                          <a:r>
                            <a:rPr lang="zh-TW" altLang="en-US" dirty="0"/>
                            <a:t>開傘速度</a:t>
                          </a:r>
                        </a:p>
                      </a:txBody>
                      <a:tcPr/>
                    </a:tc>
                    <a:tc>
                      <a:txBody>
                        <a:bodyPr/>
                        <a:lstStyle/>
                        <a:p>
                          <a:r>
                            <a:rPr lang="en-US" altLang="zh-TW" dirty="0"/>
                            <a:t>20m/s(</a:t>
                          </a:r>
                          <a:r>
                            <a:rPr lang="zh-TW" altLang="en-US" dirty="0"/>
                            <a:t>引傘終端速度</a:t>
                          </a:r>
                          <a:r>
                            <a:rPr lang="en-US" altLang="zh-TW" dirty="0"/>
                            <a:t>)</a:t>
                          </a:r>
                          <a:endParaRPr lang="zh-TW" altLang="en-US" dirty="0"/>
                        </a:p>
                      </a:txBody>
                      <a:tcPr/>
                    </a:tc>
                    <a:extLst>
                      <a:ext uri="{0D108BD9-81ED-4DB2-BD59-A6C34878D82A}">
                        <a16:rowId xmlns:a16="http://schemas.microsoft.com/office/drawing/2014/main" val="2035980675"/>
                      </a:ext>
                    </a:extLst>
                  </a:tr>
                </a:tbl>
              </a:graphicData>
            </a:graphic>
          </p:graphicFrame>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A4D84DCB-82B5-C904-F1A6-8FDD70375895}"/>
                  </a:ext>
                </a:extLst>
              </p:cNvPr>
              <p:cNvSpPr txBox="1"/>
              <p:nvPr/>
            </p:nvSpPr>
            <p:spPr>
              <a:xfrm>
                <a:off x="6549355" y="4765680"/>
                <a:ext cx="2888673" cy="1225015"/>
              </a:xfrm>
              <a:prstGeom prst="rect">
                <a:avLst/>
              </a:prstGeom>
              <a:noFill/>
            </p:spPr>
            <p:txBody>
              <a:bodyPr wrap="square" rtlCol="0">
                <a:spAutoFit/>
              </a:bodyPr>
              <a:lstStyle/>
              <a:p>
                <a:r>
                  <a:rPr lang="zh-TW" altLang="en-US" b="1" dirty="0">
                    <a:solidFill>
                      <a:schemeClr val="bg1"/>
                    </a:solidFill>
                  </a:rPr>
                  <a:t>解方程式得出</a:t>
                </a:r>
                <a:r>
                  <a:rPr lang="en-US" altLang="zh-TW" b="1" dirty="0">
                    <a:solidFill>
                      <a:schemeClr val="bg1"/>
                    </a:solidFill>
                  </a:rPr>
                  <a:t>:</a:t>
                </a:r>
              </a:p>
              <a:p>
                <a:r>
                  <a:rPr lang="en-US" altLang="zh-TW" b="1" dirty="0">
                    <a:solidFill>
                      <a:schemeClr val="bg1"/>
                    </a:solidFill>
                  </a:rPr>
                  <a:t>	</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m:rPr>
                            <m:sty m:val="p"/>
                          </m:rPr>
                          <a:rPr lang="en-US" altLang="zh-TW" b="1" i="1" smtClean="0">
                            <a:solidFill>
                              <a:schemeClr val="bg1"/>
                            </a:solidFill>
                            <a:latin typeface="Cambria Math" panose="02040503050406030204" pitchFamily="18" charset="0"/>
                          </a:rPr>
                          <m:t>F</m:t>
                        </m:r>
                      </m:e>
                      <m:sub>
                        <m:r>
                          <m:rPr>
                            <m:sty m:val="p"/>
                          </m:rPr>
                          <a:rPr lang="en-US" altLang="zh-TW" b="1" i="1" smtClean="0">
                            <a:solidFill>
                              <a:schemeClr val="bg1"/>
                            </a:solidFill>
                            <a:latin typeface="Cambria Math" panose="02040503050406030204" pitchFamily="18" charset="0"/>
                          </a:rPr>
                          <m:t>p</m:t>
                        </m:r>
                      </m:sub>
                    </m:sSub>
                    <m:r>
                      <a:rPr lang="en-US" altLang="zh-TW" b="1" i="1" smtClean="0">
                        <a:solidFill>
                          <a:schemeClr val="bg1"/>
                        </a:solidFill>
                        <a:latin typeface="Cambria Math" panose="02040503050406030204" pitchFamily="18" charset="0"/>
                      </a:rPr>
                      <m:t>=</m:t>
                    </m:r>
                  </m:oMath>
                </a14:m>
                <a:r>
                  <a:rPr lang="zh-TW" altLang="en-US" b="1" dirty="0">
                    <a:solidFill>
                      <a:srgbClr val="66FFCC"/>
                    </a:solidFill>
                  </a:rPr>
                  <a:t> </a:t>
                </a:r>
                <a:r>
                  <a:rPr lang="en-US" altLang="zh-TW" b="1" dirty="0">
                    <a:solidFill>
                      <a:srgbClr val="66FFCC"/>
                    </a:solidFill>
                  </a:rPr>
                  <a:t>2081N</a:t>
                </a:r>
              </a:p>
              <a:p>
                <a:endParaRPr lang="en-US" altLang="zh-TW" b="1" dirty="0">
                  <a:solidFill>
                    <a:srgbClr val="66FFCC"/>
                  </a:solidFill>
                </a:endParaRPr>
              </a:p>
              <a:p>
                <a:endParaRPr lang="zh-TW" altLang="en-US" b="1" dirty="0">
                  <a:solidFill>
                    <a:schemeClr val="bg1"/>
                  </a:solidFill>
                </a:endParaRPr>
              </a:p>
            </p:txBody>
          </p:sp>
        </mc:Choice>
        <mc:Fallback xmlns="">
          <p:sp>
            <p:nvSpPr>
              <p:cNvPr id="13" name="文字方塊 12">
                <a:extLst>
                  <a:ext uri="{FF2B5EF4-FFF2-40B4-BE49-F238E27FC236}">
                    <a16:creationId xmlns:a16="http://schemas.microsoft.com/office/drawing/2014/main" id="{A4D84DCB-82B5-C904-F1A6-8FDD70375895}"/>
                  </a:ext>
                </a:extLst>
              </p:cNvPr>
              <p:cNvSpPr txBox="1">
                <a:spLocks noRot="1" noChangeAspect="1" noMove="1" noResize="1" noEditPoints="1" noAdjustHandles="1" noChangeArrowheads="1" noChangeShapeType="1" noTextEdit="1"/>
              </p:cNvSpPr>
              <p:nvPr/>
            </p:nvSpPr>
            <p:spPr>
              <a:xfrm>
                <a:off x="6549355" y="4765680"/>
                <a:ext cx="2888673" cy="1225015"/>
              </a:xfrm>
              <a:prstGeom prst="rect">
                <a:avLst/>
              </a:prstGeom>
              <a:blipFill>
                <a:blip r:embed="rId8"/>
                <a:stretch>
                  <a:fillRect l="-1688" t="-298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81513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2710E-7036-8EBC-E7E2-77F03D7FF7B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95BA5E4-35DB-FDF3-1DE1-C6FC098F62FA}"/>
              </a:ext>
            </a:extLst>
          </p:cNvPr>
          <p:cNvSpPr>
            <a:spLocks noGrp="1"/>
          </p:cNvSpPr>
          <p:nvPr>
            <p:ph type="title"/>
          </p:nvPr>
        </p:nvSpPr>
        <p:spPr/>
        <p:txBody>
          <a:bodyPr/>
          <a:lstStyle/>
          <a:p>
            <a:r>
              <a:rPr lang="en-US" dirty="0"/>
              <a:t>Opening Force </a:t>
            </a:r>
          </a:p>
        </p:txBody>
      </p:sp>
      <p:sp>
        <p:nvSpPr>
          <p:cNvPr id="4" name="Text Placeholder 3">
            <a:extLst>
              <a:ext uri="{FF2B5EF4-FFF2-40B4-BE49-F238E27FC236}">
                <a16:creationId xmlns:a16="http://schemas.microsoft.com/office/drawing/2014/main" id="{B2CB416F-CC71-06BE-67FB-BA4C2A544B3D}"/>
              </a:ext>
            </a:extLst>
          </p:cNvPr>
          <p:cNvSpPr>
            <a:spLocks noGrp="1"/>
          </p:cNvSpPr>
          <p:nvPr>
            <p:ph type="body" sz="quarter" idx="10"/>
          </p:nvPr>
        </p:nvSpPr>
        <p:spPr/>
        <p:txBody>
          <a:bodyPr>
            <a:normAutofit fontScale="92500" lnSpcReduction="10000"/>
          </a:bodyPr>
          <a:lstStyle/>
          <a:p>
            <a:r>
              <a:rPr lang="zh-TW" altLang="en-US" dirty="0">
                <a:solidFill>
                  <a:schemeClr val="accent6"/>
                </a:solidFill>
              </a:rPr>
              <a:t>開傘衝擊</a:t>
            </a: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6A4F3FD0-7921-DDB0-8764-7EFEDEA7C97F}"/>
                  </a:ext>
                </a:extLst>
              </p:cNvPr>
              <p:cNvSpPr txBox="1"/>
              <p:nvPr/>
            </p:nvSpPr>
            <p:spPr>
              <a:xfrm>
                <a:off x="4500769" y="2379318"/>
                <a:ext cx="4693226" cy="646331"/>
              </a:xfrm>
              <a:prstGeom prst="rect">
                <a:avLst/>
              </a:prstGeom>
              <a:noFill/>
            </p:spPr>
            <p:txBody>
              <a:bodyPr wrap="square" rtlCol="0">
                <a:spAutoFit/>
              </a:bodyPr>
              <a:lstStyle/>
              <a:p>
                <a:r>
                  <a:rPr lang="en-US" altLang="zh-TW" b="1" dirty="0">
                    <a:solidFill>
                      <a:schemeClr val="bg1"/>
                    </a:solidFill>
                  </a:rPr>
                  <a:t>2.</a:t>
                </a:r>
                <a:r>
                  <a:rPr lang="zh-TW" altLang="en-US" b="1" dirty="0">
                    <a:solidFill>
                      <a:schemeClr val="bg1"/>
                    </a:solidFill>
                  </a:rPr>
                  <a:t> 查找</a:t>
                </a:r>
                <a14:m>
                  <m:oMath xmlns:m="http://schemas.openxmlformats.org/officeDocument/2006/math">
                    <m:r>
                      <a:rPr lang="en-US" altLang="zh-TW" b="1" i="1" smtClean="0">
                        <a:solidFill>
                          <a:schemeClr val="bg1"/>
                        </a:solidFill>
                        <a:latin typeface="Cambria Math" panose="02040503050406030204" pitchFamily="18" charset="0"/>
                      </a:rPr>
                      <m:t>𝑨</m:t>
                    </m:r>
                  </m:oMath>
                </a14:m>
                <a:r>
                  <a:rPr lang="en-US" altLang="zh-TW" b="1" dirty="0">
                    <a:solidFill>
                      <a:schemeClr val="bg1"/>
                    </a:solidFill>
                  </a:rPr>
                  <a:t> / </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a:rPr lang="en-US" altLang="zh-TW" b="1" i="1" smtClean="0">
                            <a:solidFill>
                              <a:schemeClr val="bg1"/>
                            </a:solidFill>
                            <a:latin typeface="Cambria Math" panose="02040503050406030204" pitchFamily="18" charset="0"/>
                          </a:rPr>
                          <m:t>𝑿</m:t>
                        </m:r>
                      </m:e>
                      <m:sub>
                        <m:r>
                          <a:rPr lang="en-US" altLang="zh-TW" b="1" i="1" smtClean="0">
                            <a:solidFill>
                              <a:schemeClr val="bg1"/>
                            </a:solidFill>
                            <a:latin typeface="Cambria Math" panose="02040503050406030204" pitchFamily="18" charset="0"/>
                          </a:rPr>
                          <m:t>𝟏</m:t>
                        </m:r>
                      </m:sub>
                    </m:sSub>
                    <m:r>
                      <a:rPr lang="zh-TW" altLang="en-US" b="1" i="1">
                        <a:solidFill>
                          <a:schemeClr val="bg1"/>
                        </a:solidFill>
                        <a:latin typeface="Cambria Math" panose="02040503050406030204" pitchFamily="18" charset="0"/>
                      </a:rPr>
                      <m:t>表</m:t>
                    </m:r>
                  </m:oMath>
                </a14:m>
                <a:r>
                  <a:rPr lang="zh-TW" altLang="en-US" b="1" dirty="0">
                    <a:solidFill>
                      <a:schemeClr val="bg1"/>
                    </a:solidFill>
                  </a:rPr>
                  <a:t>獲得 </a:t>
                </a:r>
                <a:r>
                  <a:rPr lang="en-US" altLang="zh-TW" b="1" dirty="0">
                    <a:solidFill>
                      <a:schemeClr val="bg1"/>
                    </a:solidFill>
                  </a:rPr>
                  <a:t>Opening Factor </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a:rPr lang="en-US" altLang="zh-TW" b="1" i="1" smtClean="0">
                            <a:solidFill>
                              <a:schemeClr val="bg1"/>
                            </a:solidFill>
                            <a:latin typeface="Cambria Math" panose="02040503050406030204" pitchFamily="18" charset="0"/>
                          </a:rPr>
                          <m:t>𝑿</m:t>
                        </m:r>
                      </m:e>
                      <m:sub>
                        <m:r>
                          <a:rPr lang="en-US" altLang="zh-TW" b="1" i="1" smtClean="0">
                            <a:solidFill>
                              <a:schemeClr val="bg1"/>
                            </a:solidFill>
                            <a:latin typeface="Cambria Math" panose="02040503050406030204" pitchFamily="18" charset="0"/>
                          </a:rPr>
                          <m:t>1</m:t>
                        </m:r>
                      </m:sub>
                    </m:sSub>
                  </m:oMath>
                </a14:m>
                <a:endParaRPr lang="en-US" altLang="zh-TW" b="1" dirty="0">
                  <a:solidFill>
                    <a:schemeClr val="bg1"/>
                  </a:solidFill>
                </a:endParaRPr>
              </a:p>
              <a:p>
                <a:endParaRPr lang="zh-TW" altLang="en-US" b="1" dirty="0">
                  <a:solidFill>
                    <a:schemeClr val="bg1"/>
                  </a:solidFill>
                </a:endParaRPr>
              </a:p>
            </p:txBody>
          </p:sp>
        </mc:Choice>
        <mc:Fallback xmlns="">
          <p:sp>
            <p:nvSpPr>
              <p:cNvPr id="6" name="文字方塊 5">
                <a:extLst>
                  <a:ext uri="{FF2B5EF4-FFF2-40B4-BE49-F238E27FC236}">
                    <a16:creationId xmlns:a16="http://schemas.microsoft.com/office/drawing/2014/main" id="{6A4F3FD0-7921-DDB0-8764-7EFEDEA7C97F}"/>
                  </a:ext>
                </a:extLst>
              </p:cNvPr>
              <p:cNvSpPr txBox="1">
                <a:spLocks noRot="1" noChangeAspect="1" noMove="1" noResize="1" noEditPoints="1" noAdjustHandles="1" noChangeArrowheads="1" noChangeShapeType="1" noTextEdit="1"/>
              </p:cNvSpPr>
              <p:nvPr/>
            </p:nvSpPr>
            <p:spPr>
              <a:xfrm>
                <a:off x="4500769" y="2379318"/>
                <a:ext cx="4693226" cy="646331"/>
              </a:xfrm>
              <a:prstGeom prst="rect">
                <a:avLst/>
              </a:prstGeom>
              <a:blipFill>
                <a:blip r:embed="rId3"/>
                <a:stretch>
                  <a:fillRect l="-1039" t="-4717"/>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DF137C16-8269-2777-C9D5-0A57DE7FA273}"/>
              </a:ext>
            </a:extLst>
          </p:cNvPr>
          <p:cNvSpPr txBox="1"/>
          <p:nvPr/>
        </p:nvSpPr>
        <p:spPr>
          <a:xfrm>
            <a:off x="331527" y="1691729"/>
            <a:ext cx="3491347" cy="646331"/>
          </a:xfrm>
          <a:prstGeom prst="rect">
            <a:avLst/>
          </a:prstGeom>
          <a:noFill/>
        </p:spPr>
        <p:txBody>
          <a:bodyPr wrap="square" rtlCol="0">
            <a:spAutoFit/>
          </a:bodyPr>
          <a:lstStyle/>
          <a:p>
            <a:r>
              <a:rPr lang="en-US" altLang="zh-TW" b="1" dirty="0">
                <a:solidFill>
                  <a:schemeClr val="bg1"/>
                </a:solidFill>
              </a:rPr>
              <a:t>1. </a:t>
            </a:r>
            <a:r>
              <a:rPr lang="zh-TW" altLang="en-US" b="1" dirty="0">
                <a:solidFill>
                  <a:schemeClr val="bg1"/>
                </a:solidFill>
              </a:rPr>
              <a:t>計算 </a:t>
            </a:r>
            <a:r>
              <a:rPr lang="en-US" altLang="zh-TW" b="1" dirty="0">
                <a:solidFill>
                  <a:schemeClr val="bg1"/>
                </a:solidFill>
              </a:rPr>
              <a:t>Ballistic Parameter</a:t>
            </a:r>
          </a:p>
          <a:p>
            <a:endParaRPr lang="en-US" altLang="zh-TW" b="1" dirty="0">
              <a:solidFill>
                <a:schemeClr val="bg1"/>
              </a:solidFill>
            </a:endParaRPr>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A8828546-60EE-C09F-A288-2325511C800B}"/>
                  </a:ext>
                </a:extLst>
              </p:cNvPr>
              <p:cNvGraphicFramePr>
                <a:graphicFrameLocks noGrp="1"/>
              </p:cNvGraphicFramePr>
              <p:nvPr>
                <p:extLst>
                  <p:ext uri="{D42A27DB-BD31-4B8C-83A1-F6EECF244321}">
                    <p14:modId xmlns:p14="http://schemas.microsoft.com/office/powerpoint/2010/main" val="1171776810"/>
                  </p:ext>
                </p:extLst>
              </p:nvPr>
            </p:nvGraphicFramePr>
            <p:xfrm>
              <a:off x="145471" y="3020293"/>
              <a:ext cx="4114800" cy="3629090"/>
            </p:xfrm>
            <a:graphic>
              <a:graphicData uri="http://schemas.openxmlformats.org/drawingml/2006/table">
                <a:tbl>
                  <a:tblPr firstRow="1" bandRow="1">
                    <a:tableStyleId>{5C22544A-7EE6-4342-B048-85BDC9FD1C3A}</a:tableStyleId>
                  </a:tblPr>
                  <a:tblGrid>
                    <a:gridCol w="815020">
                      <a:extLst>
                        <a:ext uri="{9D8B030D-6E8A-4147-A177-3AD203B41FA5}">
                          <a16:colId xmlns:a16="http://schemas.microsoft.com/office/drawing/2014/main" val="3510396991"/>
                        </a:ext>
                      </a:extLst>
                    </a:gridCol>
                    <a:gridCol w="1928180">
                      <a:extLst>
                        <a:ext uri="{9D8B030D-6E8A-4147-A177-3AD203B41FA5}">
                          <a16:colId xmlns:a16="http://schemas.microsoft.com/office/drawing/2014/main" val="1163364437"/>
                        </a:ext>
                      </a:extLst>
                    </a:gridCol>
                    <a:gridCol w="1371600">
                      <a:extLst>
                        <a:ext uri="{9D8B030D-6E8A-4147-A177-3AD203B41FA5}">
                          <a16:colId xmlns:a16="http://schemas.microsoft.com/office/drawing/2014/main" val="3543877168"/>
                        </a:ext>
                      </a:extLst>
                    </a:gridCol>
                  </a:tblGrid>
                  <a:tr h="335244">
                    <a:tc>
                      <a:txBody>
                        <a:bodyPr/>
                        <a:lstStyle/>
                        <a:p>
                          <a:r>
                            <a:rPr lang="zh-TW" altLang="en-US" dirty="0"/>
                            <a:t>項目</a:t>
                          </a:r>
                        </a:p>
                      </a:txBody>
                      <a:tcPr/>
                    </a:tc>
                    <a:tc>
                      <a:txBody>
                        <a:bodyPr/>
                        <a:lstStyle/>
                        <a:p>
                          <a:r>
                            <a:rPr lang="zh-TW" altLang="en-US" dirty="0"/>
                            <a:t>意義</a:t>
                          </a:r>
                        </a:p>
                      </a:txBody>
                      <a:tcPr/>
                    </a:tc>
                    <a:tc>
                      <a:txBody>
                        <a:bodyPr/>
                        <a:lstStyle/>
                        <a:p>
                          <a:r>
                            <a:rPr lang="zh-TW" altLang="en-US" dirty="0"/>
                            <a:t>數值</a:t>
                          </a:r>
                        </a:p>
                      </a:txBody>
                      <a:tcPr/>
                    </a:tc>
                    <a:extLst>
                      <a:ext uri="{0D108BD9-81ED-4DB2-BD59-A6C34878D82A}">
                        <a16:rowId xmlns:a16="http://schemas.microsoft.com/office/drawing/2014/main" val="1498088001"/>
                      </a:ext>
                    </a:extLst>
                  </a:tr>
                  <a:tr h="335244">
                    <a:tc>
                      <a:txBody>
                        <a:bodyPr/>
                        <a:lstStyle/>
                        <a:p>
                          <a:pPr/>
                          <a14:m>
                            <m:oMathPara xmlns:m="http://schemas.openxmlformats.org/officeDocument/2006/math">
                              <m:oMathParaPr>
                                <m:jc m:val="centerGroup"/>
                              </m:oMathParaPr>
                              <m:oMath xmlns:m="http://schemas.openxmlformats.org/officeDocument/2006/math">
                                <m:r>
                                  <m:rPr>
                                    <m:sty m:val="p"/>
                                  </m:rPr>
                                  <a:rPr lang="en-US" altLang="zh-TW" b="0" i="1" smtClean="0">
                                    <a:latin typeface="Cambria Math" panose="02040503050406030204" pitchFamily="18" charset="0"/>
                                  </a:rPr>
                                  <m:t>A</m:t>
                                </m:r>
                              </m:oMath>
                            </m:oMathPara>
                          </a14:m>
                          <a:endParaRPr lang="zh-TW" altLang="en-US" dirty="0"/>
                        </a:p>
                      </a:txBody>
                      <a:tcPr/>
                    </a:tc>
                    <a:tc>
                      <a:txBody>
                        <a:bodyPr/>
                        <a:lstStyle/>
                        <a:p>
                          <a:r>
                            <a:rPr lang="zh-TW" altLang="en-US" dirty="0"/>
                            <a:t>火箭</a:t>
                          </a:r>
                          <a:r>
                            <a:rPr lang="en-US" altLang="zh-TW" dirty="0"/>
                            <a:t>/</a:t>
                          </a:r>
                          <a:r>
                            <a:rPr lang="zh-TW" altLang="en-US" dirty="0"/>
                            <a:t>傘重量比</a:t>
                          </a:r>
                        </a:p>
                      </a:txBody>
                      <a:tcPr/>
                    </a:tc>
                    <a:tc>
                      <a:txBody>
                        <a:bodyPr/>
                        <a:lstStyle/>
                        <a:p>
                          <a:r>
                            <a:rPr lang="zh-TW" altLang="en-US" dirty="0"/>
                            <a:t>所求</a:t>
                          </a:r>
                        </a:p>
                      </a:txBody>
                      <a:tcPr/>
                    </a:tc>
                    <a:extLst>
                      <a:ext uri="{0D108BD9-81ED-4DB2-BD59-A6C34878D82A}">
                        <a16:rowId xmlns:a16="http://schemas.microsoft.com/office/drawing/2014/main" val="970680897"/>
                      </a:ext>
                    </a:extLst>
                  </a:tr>
                  <a:tr h="335244">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𝑊</m:t>
                                    </m:r>
                                  </m:e>
                                  <m:sub>
                                    <m:r>
                                      <a:rPr lang="en-US" altLang="zh-TW" b="0" i="1" smtClean="0">
                                        <a:latin typeface="Cambria Math" panose="02040503050406030204" pitchFamily="18" charset="0"/>
                                      </a:rPr>
                                      <m:t>𝑡</m:t>
                                    </m:r>
                                  </m:sub>
                                </m:sSub>
                              </m:oMath>
                            </m:oMathPara>
                          </a14:m>
                          <a:endParaRPr lang="zh-TW" altLang="en-US" dirty="0"/>
                        </a:p>
                      </a:txBody>
                      <a:tcPr/>
                    </a:tc>
                    <a:tc>
                      <a:txBody>
                        <a:bodyPr/>
                        <a:lstStyle/>
                        <a:p>
                          <a:r>
                            <a:rPr lang="zh-TW" altLang="en-US" dirty="0"/>
                            <a:t>負載</a:t>
                          </a:r>
                        </a:p>
                      </a:txBody>
                      <a:tcPr/>
                    </a:tc>
                    <a:tc>
                      <a:txBody>
                        <a:bodyPr/>
                        <a:lstStyle/>
                        <a:p>
                          <a:r>
                            <a:rPr lang="en-US" altLang="zh-TW" b="0" dirty="0"/>
                            <a:t>275N</a:t>
                          </a:r>
                        </a:p>
                      </a:txBody>
                      <a:tcPr/>
                    </a:tc>
                    <a:extLst>
                      <a:ext uri="{0D108BD9-81ED-4DB2-BD59-A6C34878D82A}">
                        <a16:rowId xmlns:a16="http://schemas.microsoft.com/office/drawing/2014/main" val="4198389816"/>
                      </a:ext>
                    </a:extLst>
                  </a:tr>
                  <a:tr h="357652">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𝐷</m:t>
                                            </m:r>
                                          </m:sub>
                                        </m:sSub>
                                        <m:r>
                                          <a:rPr lang="en-US" altLang="zh-TW" b="0" i="1" smtClean="0">
                                            <a:latin typeface="Cambria Math" panose="02040503050406030204" pitchFamily="18" charset="0"/>
                                          </a:rPr>
                                          <m:t>𝑆</m:t>
                                        </m:r>
                                      </m:e>
                                    </m:d>
                                  </m:e>
                                  <m:sub>
                                    <m:r>
                                      <m:rPr>
                                        <m:sty m:val="p"/>
                                      </m:rPr>
                                      <a:rPr lang="en-US" altLang="zh-TW" b="0" i="1" smtClean="0">
                                        <a:latin typeface="Cambria Math" panose="02040503050406030204" pitchFamily="18" charset="0"/>
                                      </a:rPr>
                                      <m:t>p</m:t>
                                    </m:r>
                                  </m:sub>
                                </m:sSub>
                              </m:oMath>
                            </m:oMathPara>
                          </a14:m>
                          <a:endParaRPr lang="zh-TW" altLang="en-US" dirty="0"/>
                        </a:p>
                      </a:txBody>
                      <a:tcPr/>
                    </a:tc>
                    <a:tc>
                      <a:txBody>
                        <a:bodyPr/>
                        <a:lstStyle/>
                        <a:p>
                          <a:r>
                            <a:rPr lang="zh-TW" altLang="en-US" dirty="0"/>
                            <a:t>拖曳面積</a:t>
                          </a:r>
                        </a:p>
                      </a:txBody>
                      <a:tcPr/>
                    </a:tc>
                    <a:tc>
                      <a:txBody>
                        <a:bodyPr/>
                        <a:lstStyle/>
                        <a:p>
                          <a:r>
                            <a:rPr lang="en-US" altLang="zh-TW" dirty="0"/>
                            <a:t>5.085 </a:t>
                          </a:r>
                          <a14:m>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𝑚</m:t>
                                  </m:r>
                                </m:e>
                                <m:sup>
                                  <m:r>
                                    <a:rPr lang="en-US" altLang="zh-TW" b="0" i="1" smtClean="0">
                                      <a:latin typeface="Cambria Math" panose="02040503050406030204" pitchFamily="18" charset="0"/>
                                    </a:rPr>
                                    <m:t>2</m:t>
                                  </m:r>
                                </m:sup>
                              </m:sSup>
                            </m:oMath>
                          </a14:m>
                          <a:endParaRPr lang="zh-TW" altLang="en-US" dirty="0"/>
                        </a:p>
                      </a:txBody>
                      <a:tcPr/>
                    </a:tc>
                    <a:extLst>
                      <a:ext uri="{0D108BD9-81ED-4DB2-BD59-A6C34878D82A}">
                        <a16:rowId xmlns:a16="http://schemas.microsoft.com/office/drawing/2014/main" val="1807228588"/>
                      </a:ext>
                    </a:extLst>
                  </a:tr>
                  <a:tr h="335244">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𝑡</m:t>
                                    </m:r>
                                  </m:sub>
                                </m:sSub>
                              </m:oMath>
                            </m:oMathPara>
                          </a14:m>
                          <a:endParaRPr lang="zh-TW" altLang="en-US" dirty="0"/>
                        </a:p>
                      </a:txBody>
                      <a:tcPr/>
                    </a:tc>
                    <a:tc>
                      <a:txBody>
                        <a:bodyPr/>
                        <a:lstStyle/>
                        <a:p>
                          <a:r>
                            <a:rPr lang="zh-TW" altLang="en-US" dirty="0"/>
                            <a:t>總重</a:t>
                          </a:r>
                        </a:p>
                      </a:txBody>
                      <a:tcPr/>
                    </a:tc>
                    <a:tc>
                      <a:txBody>
                        <a:bodyPr/>
                        <a:lstStyle/>
                        <a:p>
                          <a:r>
                            <a:rPr lang="en-US" altLang="zh-TW" dirty="0"/>
                            <a:t>28 </a:t>
                          </a:r>
                          <a14:m>
                            <m:oMath xmlns:m="http://schemas.openxmlformats.org/officeDocument/2006/math">
                              <m:r>
                                <m:rPr>
                                  <m:sty m:val="p"/>
                                </m:rPr>
                                <a:rPr lang="en-US" altLang="zh-TW" b="0" i="1" smtClean="0">
                                  <a:latin typeface="Cambria Math" panose="02040503050406030204" pitchFamily="18" charset="0"/>
                                </a:rPr>
                                <m:t>kg</m:t>
                              </m:r>
                            </m:oMath>
                          </a14:m>
                          <a:endParaRPr lang="zh-TW" altLang="en-US" dirty="0"/>
                        </a:p>
                      </a:txBody>
                      <a:tcPr/>
                    </a:tc>
                    <a:extLst>
                      <a:ext uri="{0D108BD9-81ED-4DB2-BD59-A6C34878D82A}">
                        <a16:rowId xmlns:a16="http://schemas.microsoft.com/office/drawing/2014/main" val="2858108726"/>
                      </a:ext>
                    </a:extLst>
                  </a:tr>
                  <a:tr h="335244">
                    <a:tc>
                      <a:txBody>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𝜌</m:t>
                                </m:r>
                              </m:oMath>
                            </m:oMathPara>
                          </a14:m>
                          <a:endParaRPr lang="zh-TW" altLang="en-US" dirty="0"/>
                        </a:p>
                      </a:txBody>
                      <a:tcPr/>
                    </a:tc>
                    <a:tc>
                      <a:txBody>
                        <a:bodyPr/>
                        <a:lstStyle/>
                        <a:p>
                          <a:r>
                            <a:rPr lang="zh-TW" altLang="en-US" dirty="0"/>
                            <a:t>空氣密度</a:t>
                          </a:r>
                        </a:p>
                      </a:txBody>
                      <a:tcPr/>
                    </a:tc>
                    <a:tc>
                      <a:txBody>
                        <a:bodyPr/>
                        <a:lstStyle/>
                        <a:p>
                          <a:r>
                            <a:rPr lang="en-US" altLang="zh-TW" dirty="0"/>
                            <a:t>1.1 </a:t>
                          </a:r>
                          <a14:m>
                            <m:oMath xmlns:m="http://schemas.openxmlformats.org/officeDocument/2006/math">
                              <m:r>
                                <a:rPr lang="en-US" altLang="zh-TW" b="0" i="1" smtClean="0">
                                  <a:latin typeface="Cambria Math" panose="02040503050406030204" pitchFamily="18" charset="0"/>
                                </a:rPr>
                                <m:t>𝑘𝑔</m:t>
                              </m:r>
                              <m:r>
                                <m:rPr>
                                  <m:lit/>
                                </m:rP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𝑚</m:t>
                                  </m:r>
                                </m:e>
                                <m:sup>
                                  <m:r>
                                    <a:rPr lang="en-US" altLang="zh-TW" b="0" i="1" smtClean="0">
                                      <a:latin typeface="Cambria Math" panose="02040503050406030204" pitchFamily="18" charset="0"/>
                                    </a:rPr>
                                    <m:t>3</m:t>
                                  </m:r>
                                </m:sup>
                              </m:sSup>
                            </m:oMath>
                          </a14:m>
                          <a:endParaRPr lang="zh-TW" altLang="en-US" dirty="0"/>
                        </a:p>
                      </a:txBody>
                      <a:tcPr/>
                    </a:tc>
                    <a:extLst>
                      <a:ext uri="{0D108BD9-81ED-4DB2-BD59-A6C34878D82A}">
                        <a16:rowId xmlns:a16="http://schemas.microsoft.com/office/drawing/2014/main" val="2802610684"/>
                      </a:ext>
                    </a:extLst>
                  </a:tr>
                  <a:tr h="335244">
                    <a:tc>
                      <a:txBody>
                        <a:bodyPr/>
                        <a:lstStyle/>
                        <a:p>
                          <a:pPr/>
                          <a14:m>
                            <m:oMathPara xmlns:m="http://schemas.openxmlformats.org/officeDocument/2006/math">
                              <m:oMathParaPr>
                                <m:jc m:val="centerGroup"/>
                              </m:oMathParaPr>
                              <m:oMath xmlns:m="http://schemas.openxmlformats.org/officeDocument/2006/math">
                                <m:r>
                                  <m:rPr>
                                    <m:sty m:val="p"/>
                                  </m:rPr>
                                  <a:rPr lang="en-US" altLang="zh-TW" b="0" i="1" smtClean="0">
                                    <a:latin typeface="Cambria Math" panose="02040503050406030204" pitchFamily="18" charset="0"/>
                                  </a:rPr>
                                  <m:t>g</m:t>
                                </m:r>
                              </m:oMath>
                            </m:oMathPara>
                          </a14:m>
                          <a:endParaRPr lang="zh-TW" altLang="en-US" dirty="0"/>
                        </a:p>
                      </a:txBody>
                      <a:tcPr/>
                    </a:tc>
                    <a:tc>
                      <a:txBody>
                        <a:bodyPr/>
                        <a:lstStyle/>
                        <a:p>
                          <a:r>
                            <a:rPr lang="zh-TW" altLang="en-US" dirty="0"/>
                            <a:t>重力加速度</a:t>
                          </a:r>
                        </a:p>
                      </a:txBody>
                      <a:tcPr/>
                    </a:tc>
                    <a:tc>
                      <a:txBody>
                        <a:bodyPr/>
                        <a:lstStyle/>
                        <a:p>
                          <a:r>
                            <a:rPr lang="en-US" altLang="zh-TW" dirty="0"/>
                            <a:t>9.81</a:t>
                          </a:r>
                          <a:r>
                            <a:rPr lang="zh-TW" altLang="en-US" dirty="0"/>
                            <a:t> </a:t>
                          </a:r>
                          <a14:m>
                            <m:oMath xmlns:m="http://schemas.openxmlformats.org/officeDocument/2006/math">
                              <m:r>
                                <a:rPr lang="en-US" altLang="zh-TW" b="0" i="1" smtClean="0">
                                  <a:latin typeface="Cambria Math" panose="02040503050406030204" pitchFamily="18" charset="0"/>
                                </a:rPr>
                                <m:t>𝑚</m:t>
                              </m:r>
                              <m:r>
                                <m:rPr>
                                  <m:lit/>
                                </m:rP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𝑠</m:t>
                                  </m:r>
                                </m:e>
                                <m:sup>
                                  <m:r>
                                    <a:rPr lang="en-US" altLang="zh-TW" b="0" i="1" smtClean="0">
                                      <a:latin typeface="Cambria Math" panose="02040503050406030204" pitchFamily="18" charset="0"/>
                                    </a:rPr>
                                    <m:t>2</m:t>
                                  </m:r>
                                </m:sup>
                              </m:sSup>
                            </m:oMath>
                          </a14:m>
                          <a:endParaRPr lang="zh-TW" altLang="en-US" dirty="0"/>
                        </a:p>
                      </a:txBody>
                      <a:tcPr/>
                    </a:tc>
                    <a:extLst>
                      <a:ext uri="{0D108BD9-81ED-4DB2-BD59-A6C34878D82A}">
                        <a16:rowId xmlns:a16="http://schemas.microsoft.com/office/drawing/2014/main" val="1234727032"/>
                      </a:ext>
                    </a:extLst>
                  </a:tr>
                  <a:tr h="586677">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1</m:t>
                                    </m:r>
                                  </m:sub>
                                </m:sSub>
                              </m:oMath>
                            </m:oMathPara>
                          </a14:m>
                          <a:endParaRPr lang="en-US" altLang="zh-TW" b="0" dirty="0"/>
                        </a:p>
                      </a:txBody>
                      <a:tcPr/>
                    </a:tc>
                    <a:tc>
                      <a:txBody>
                        <a:bodyPr/>
                        <a:lstStyle/>
                        <a:p>
                          <a:r>
                            <a:rPr lang="zh-TW" altLang="en-US" dirty="0"/>
                            <a:t>開傘速度</a:t>
                          </a:r>
                        </a:p>
                      </a:txBody>
                      <a:tcPr/>
                    </a:tc>
                    <a:tc>
                      <a:txBody>
                        <a:bodyPr/>
                        <a:lstStyle/>
                        <a:p>
                          <a:r>
                            <a:rPr lang="en-US" altLang="zh-TW" dirty="0"/>
                            <a:t>20m/s(</a:t>
                          </a:r>
                          <a:r>
                            <a:rPr lang="zh-TW" altLang="en-US" dirty="0"/>
                            <a:t>引傘終端速度</a:t>
                          </a:r>
                          <a:r>
                            <a:rPr lang="en-US" altLang="zh-TW" dirty="0"/>
                            <a:t>)</a:t>
                          </a:r>
                          <a:endParaRPr lang="zh-TW" altLang="en-US" dirty="0"/>
                        </a:p>
                      </a:txBody>
                      <a:tcPr/>
                    </a:tc>
                    <a:extLst>
                      <a:ext uri="{0D108BD9-81ED-4DB2-BD59-A6C34878D82A}">
                        <a16:rowId xmlns:a16="http://schemas.microsoft.com/office/drawing/2014/main" val="2035980675"/>
                      </a:ext>
                    </a:extLst>
                  </a:tr>
                  <a:tr h="355441">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𝑓</m:t>
                                    </m:r>
                                  </m:sub>
                                </m:sSub>
                              </m:oMath>
                            </m:oMathPara>
                          </a14:m>
                          <a:endParaRPr lang="zh-TW" altLang="en-US" dirty="0"/>
                        </a:p>
                      </a:txBody>
                      <a:tcPr/>
                    </a:tc>
                    <a:tc>
                      <a:txBody>
                        <a:bodyPr/>
                        <a:lstStyle/>
                        <a:p>
                          <a:r>
                            <a:rPr lang="zh-TW" altLang="en-US" dirty="0"/>
                            <a:t>充氣時間</a:t>
                          </a:r>
                        </a:p>
                      </a:txBody>
                      <a:tcPr/>
                    </a:tc>
                    <a:tc>
                      <a:txBody>
                        <a:bodyPr/>
                        <a:lstStyle/>
                        <a:p>
                          <a:r>
                            <a:rPr lang="en-US" altLang="zh-TW" dirty="0"/>
                            <a:t>0.25 s(</a:t>
                          </a:r>
                          <a:r>
                            <a:rPr lang="zh-TW" altLang="en-US" dirty="0"/>
                            <a:t>粗估</a:t>
                          </a:r>
                          <a:r>
                            <a:rPr lang="en-US" altLang="zh-TW" dirty="0"/>
                            <a:t>)</a:t>
                          </a:r>
                          <a:endParaRPr lang="zh-TW" altLang="en-US" dirty="0"/>
                        </a:p>
                      </a:txBody>
                      <a:tcPr/>
                    </a:tc>
                    <a:extLst>
                      <a:ext uri="{0D108BD9-81ED-4DB2-BD59-A6C34878D82A}">
                        <a16:rowId xmlns:a16="http://schemas.microsoft.com/office/drawing/2014/main" val="2446653195"/>
                      </a:ext>
                    </a:extLst>
                  </a:tr>
                </a:tbl>
              </a:graphicData>
            </a:graphic>
          </p:graphicFrame>
        </mc:Choice>
        <mc:Fallback xmlns="">
          <p:graphicFrame>
            <p:nvGraphicFramePr>
              <p:cNvPr id="8" name="表格 7">
                <a:extLst>
                  <a:ext uri="{FF2B5EF4-FFF2-40B4-BE49-F238E27FC236}">
                    <a16:creationId xmlns:a16="http://schemas.microsoft.com/office/drawing/2014/main" id="{A8828546-60EE-C09F-A288-2325511C800B}"/>
                  </a:ext>
                </a:extLst>
              </p:cNvPr>
              <p:cNvGraphicFramePr>
                <a:graphicFrameLocks noGrp="1"/>
              </p:cNvGraphicFramePr>
              <p:nvPr>
                <p:extLst>
                  <p:ext uri="{D42A27DB-BD31-4B8C-83A1-F6EECF244321}">
                    <p14:modId xmlns:p14="http://schemas.microsoft.com/office/powerpoint/2010/main" val="1171776810"/>
                  </p:ext>
                </p:extLst>
              </p:nvPr>
            </p:nvGraphicFramePr>
            <p:xfrm>
              <a:off x="145471" y="3020293"/>
              <a:ext cx="4114800" cy="3612643"/>
            </p:xfrm>
            <a:graphic>
              <a:graphicData uri="http://schemas.openxmlformats.org/drawingml/2006/table">
                <a:tbl>
                  <a:tblPr firstRow="1" bandRow="1">
                    <a:tableStyleId>{5C22544A-7EE6-4342-B048-85BDC9FD1C3A}</a:tableStyleId>
                  </a:tblPr>
                  <a:tblGrid>
                    <a:gridCol w="815020">
                      <a:extLst>
                        <a:ext uri="{9D8B030D-6E8A-4147-A177-3AD203B41FA5}">
                          <a16:colId xmlns:a16="http://schemas.microsoft.com/office/drawing/2014/main" val="3510396991"/>
                        </a:ext>
                      </a:extLst>
                    </a:gridCol>
                    <a:gridCol w="1928180">
                      <a:extLst>
                        <a:ext uri="{9D8B030D-6E8A-4147-A177-3AD203B41FA5}">
                          <a16:colId xmlns:a16="http://schemas.microsoft.com/office/drawing/2014/main" val="1163364437"/>
                        </a:ext>
                      </a:extLst>
                    </a:gridCol>
                    <a:gridCol w="1371600">
                      <a:extLst>
                        <a:ext uri="{9D8B030D-6E8A-4147-A177-3AD203B41FA5}">
                          <a16:colId xmlns:a16="http://schemas.microsoft.com/office/drawing/2014/main" val="3543877168"/>
                        </a:ext>
                      </a:extLst>
                    </a:gridCol>
                  </a:tblGrid>
                  <a:tr h="365760">
                    <a:tc>
                      <a:txBody>
                        <a:bodyPr/>
                        <a:lstStyle/>
                        <a:p>
                          <a:r>
                            <a:rPr lang="zh-TW" altLang="en-US" dirty="0"/>
                            <a:t>項目</a:t>
                          </a:r>
                        </a:p>
                      </a:txBody>
                      <a:tcPr/>
                    </a:tc>
                    <a:tc>
                      <a:txBody>
                        <a:bodyPr/>
                        <a:lstStyle/>
                        <a:p>
                          <a:r>
                            <a:rPr lang="zh-TW" altLang="en-US" dirty="0"/>
                            <a:t>意義</a:t>
                          </a:r>
                        </a:p>
                      </a:txBody>
                      <a:tcPr/>
                    </a:tc>
                    <a:tc>
                      <a:txBody>
                        <a:bodyPr/>
                        <a:lstStyle/>
                        <a:p>
                          <a:r>
                            <a:rPr lang="zh-TW" altLang="en-US" dirty="0"/>
                            <a:t>數值</a:t>
                          </a:r>
                        </a:p>
                      </a:txBody>
                      <a:tcPr/>
                    </a:tc>
                    <a:extLst>
                      <a:ext uri="{0D108BD9-81ED-4DB2-BD59-A6C34878D82A}">
                        <a16:rowId xmlns:a16="http://schemas.microsoft.com/office/drawing/2014/main" val="1498088001"/>
                      </a:ext>
                    </a:extLst>
                  </a:tr>
                  <a:tr h="365760">
                    <a:tc>
                      <a:txBody>
                        <a:bodyPr/>
                        <a:lstStyle/>
                        <a:p>
                          <a:endParaRPr lang="zh-TW"/>
                        </a:p>
                      </a:txBody>
                      <a:tcPr>
                        <a:blipFill>
                          <a:blip r:embed="rId4"/>
                          <a:stretch>
                            <a:fillRect l="-746" t="-108333" r="-408209" b="-808333"/>
                          </a:stretch>
                        </a:blipFill>
                      </a:tcPr>
                    </a:tc>
                    <a:tc>
                      <a:txBody>
                        <a:bodyPr/>
                        <a:lstStyle/>
                        <a:p>
                          <a:r>
                            <a:rPr lang="zh-TW" altLang="en-US" dirty="0"/>
                            <a:t>火箭</a:t>
                          </a:r>
                          <a:r>
                            <a:rPr lang="en-US" altLang="zh-TW" dirty="0"/>
                            <a:t>/</a:t>
                          </a:r>
                          <a:r>
                            <a:rPr lang="zh-TW" altLang="en-US" dirty="0"/>
                            <a:t>傘重量比</a:t>
                          </a:r>
                        </a:p>
                      </a:txBody>
                      <a:tcPr/>
                    </a:tc>
                    <a:tc>
                      <a:txBody>
                        <a:bodyPr/>
                        <a:lstStyle/>
                        <a:p>
                          <a:r>
                            <a:rPr lang="zh-TW" altLang="en-US" dirty="0"/>
                            <a:t>所求</a:t>
                          </a:r>
                        </a:p>
                      </a:txBody>
                      <a:tcPr/>
                    </a:tc>
                    <a:extLst>
                      <a:ext uri="{0D108BD9-81ED-4DB2-BD59-A6C34878D82A}">
                        <a16:rowId xmlns:a16="http://schemas.microsoft.com/office/drawing/2014/main" val="970680897"/>
                      </a:ext>
                    </a:extLst>
                  </a:tr>
                  <a:tr h="365760">
                    <a:tc>
                      <a:txBody>
                        <a:bodyPr/>
                        <a:lstStyle/>
                        <a:p>
                          <a:endParaRPr lang="zh-TW"/>
                        </a:p>
                      </a:txBody>
                      <a:tcPr>
                        <a:blipFill>
                          <a:blip r:embed="rId4"/>
                          <a:stretch>
                            <a:fillRect l="-746" t="-208333" r="-408209" b="-708333"/>
                          </a:stretch>
                        </a:blipFill>
                      </a:tcPr>
                    </a:tc>
                    <a:tc>
                      <a:txBody>
                        <a:bodyPr/>
                        <a:lstStyle/>
                        <a:p>
                          <a:r>
                            <a:rPr lang="zh-TW" altLang="en-US" dirty="0"/>
                            <a:t>負載</a:t>
                          </a:r>
                        </a:p>
                      </a:txBody>
                      <a:tcPr/>
                    </a:tc>
                    <a:tc>
                      <a:txBody>
                        <a:bodyPr/>
                        <a:lstStyle/>
                        <a:p>
                          <a:r>
                            <a:rPr lang="en-US" altLang="zh-TW" b="0" dirty="0"/>
                            <a:t>275N</a:t>
                          </a:r>
                        </a:p>
                      </a:txBody>
                      <a:tcPr/>
                    </a:tc>
                    <a:extLst>
                      <a:ext uri="{0D108BD9-81ED-4DB2-BD59-A6C34878D82A}">
                        <a16:rowId xmlns:a16="http://schemas.microsoft.com/office/drawing/2014/main" val="4198389816"/>
                      </a:ext>
                    </a:extLst>
                  </a:tr>
                  <a:tr h="390208">
                    <a:tc>
                      <a:txBody>
                        <a:bodyPr/>
                        <a:lstStyle/>
                        <a:p>
                          <a:endParaRPr lang="zh-TW"/>
                        </a:p>
                      </a:txBody>
                      <a:tcPr>
                        <a:blipFill>
                          <a:blip r:embed="rId4"/>
                          <a:stretch>
                            <a:fillRect l="-746" t="-284615" r="-408209" b="-553846"/>
                          </a:stretch>
                        </a:blipFill>
                      </a:tcPr>
                    </a:tc>
                    <a:tc>
                      <a:txBody>
                        <a:bodyPr/>
                        <a:lstStyle/>
                        <a:p>
                          <a:r>
                            <a:rPr lang="zh-TW" altLang="en-US" dirty="0"/>
                            <a:t>拖曳面積</a:t>
                          </a:r>
                        </a:p>
                      </a:txBody>
                      <a:tcPr/>
                    </a:tc>
                    <a:tc>
                      <a:txBody>
                        <a:bodyPr/>
                        <a:lstStyle/>
                        <a:p>
                          <a:endParaRPr lang="zh-TW"/>
                        </a:p>
                      </a:txBody>
                      <a:tcPr>
                        <a:blipFill>
                          <a:blip r:embed="rId4"/>
                          <a:stretch>
                            <a:fillRect l="-200889" t="-284615" r="-2222" b="-553846"/>
                          </a:stretch>
                        </a:blipFill>
                      </a:tcPr>
                    </a:tc>
                    <a:extLst>
                      <a:ext uri="{0D108BD9-81ED-4DB2-BD59-A6C34878D82A}">
                        <a16:rowId xmlns:a16="http://schemas.microsoft.com/office/drawing/2014/main" val="1807228588"/>
                      </a:ext>
                    </a:extLst>
                  </a:tr>
                  <a:tr h="365760">
                    <a:tc>
                      <a:txBody>
                        <a:bodyPr/>
                        <a:lstStyle/>
                        <a:p>
                          <a:endParaRPr lang="zh-TW"/>
                        </a:p>
                      </a:txBody>
                      <a:tcPr>
                        <a:blipFill>
                          <a:blip r:embed="rId4"/>
                          <a:stretch>
                            <a:fillRect l="-746" t="-416667" r="-408209" b="-500000"/>
                          </a:stretch>
                        </a:blipFill>
                      </a:tcPr>
                    </a:tc>
                    <a:tc>
                      <a:txBody>
                        <a:bodyPr/>
                        <a:lstStyle/>
                        <a:p>
                          <a:r>
                            <a:rPr lang="zh-TW" altLang="en-US" dirty="0"/>
                            <a:t>總重</a:t>
                          </a:r>
                        </a:p>
                      </a:txBody>
                      <a:tcPr/>
                    </a:tc>
                    <a:tc>
                      <a:txBody>
                        <a:bodyPr/>
                        <a:lstStyle/>
                        <a:p>
                          <a:endParaRPr lang="zh-TW"/>
                        </a:p>
                      </a:txBody>
                      <a:tcPr>
                        <a:blipFill>
                          <a:blip r:embed="rId4"/>
                          <a:stretch>
                            <a:fillRect l="-200889" t="-416667" r="-2222" b="-500000"/>
                          </a:stretch>
                        </a:blipFill>
                      </a:tcPr>
                    </a:tc>
                    <a:extLst>
                      <a:ext uri="{0D108BD9-81ED-4DB2-BD59-A6C34878D82A}">
                        <a16:rowId xmlns:a16="http://schemas.microsoft.com/office/drawing/2014/main" val="2858108726"/>
                      </a:ext>
                    </a:extLst>
                  </a:tr>
                  <a:tr h="365760">
                    <a:tc>
                      <a:txBody>
                        <a:bodyPr/>
                        <a:lstStyle/>
                        <a:p>
                          <a:endParaRPr lang="zh-TW"/>
                        </a:p>
                      </a:txBody>
                      <a:tcPr>
                        <a:blipFill>
                          <a:blip r:embed="rId4"/>
                          <a:stretch>
                            <a:fillRect l="-746" t="-516667" r="-408209" b="-400000"/>
                          </a:stretch>
                        </a:blipFill>
                      </a:tcPr>
                    </a:tc>
                    <a:tc>
                      <a:txBody>
                        <a:bodyPr/>
                        <a:lstStyle/>
                        <a:p>
                          <a:r>
                            <a:rPr lang="zh-TW" altLang="en-US" dirty="0"/>
                            <a:t>空氣密度</a:t>
                          </a:r>
                        </a:p>
                      </a:txBody>
                      <a:tcPr/>
                    </a:tc>
                    <a:tc>
                      <a:txBody>
                        <a:bodyPr/>
                        <a:lstStyle/>
                        <a:p>
                          <a:endParaRPr lang="zh-TW"/>
                        </a:p>
                      </a:txBody>
                      <a:tcPr>
                        <a:blipFill>
                          <a:blip r:embed="rId4"/>
                          <a:stretch>
                            <a:fillRect l="-200889" t="-516667" r="-2222" b="-400000"/>
                          </a:stretch>
                        </a:blipFill>
                      </a:tcPr>
                    </a:tc>
                    <a:extLst>
                      <a:ext uri="{0D108BD9-81ED-4DB2-BD59-A6C34878D82A}">
                        <a16:rowId xmlns:a16="http://schemas.microsoft.com/office/drawing/2014/main" val="2802610684"/>
                      </a:ext>
                    </a:extLst>
                  </a:tr>
                  <a:tr h="365760">
                    <a:tc>
                      <a:txBody>
                        <a:bodyPr/>
                        <a:lstStyle/>
                        <a:p>
                          <a:endParaRPr lang="zh-TW"/>
                        </a:p>
                      </a:txBody>
                      <a:tcPr>
                        <a:blipFill>
                          <a:blip r:embed="rId4"/>
                          <a:stretch>
                            <a:fillRect l="-746" t="-616667" r="-408209" b="-300000"/>
                          </a:stretch>
                        </a:blipFill>
                      </a:tcPr>
                    </a:tc>
                    <a:tc>
                      <a:txBody>
                        <a:bodyPr/>
                        <a:lstStyle/>
                        <a:p>
                          <a:r>
                            <a:rPr lang="zh-TW" altLang="en-US" dirty="0"/>
                            <a:t>重力加速度</a:t>
                          </a:r>
                        </a:p>
                      </a:txBody>
                      <a:tcPr/>
                    </a:tc>
                    <a:tc>
                      <a:txBody>
                        <a:bodyPr/>
                        <a:lstStyle/>
                        <a:p>
                          <a:endParaRPr lang="zh-TW"/>
                        </a:p>
                      </a:txBody>
                      <a:tcPr>
                        <a:blipFill>
                          <a:blip r:embed="rId4"/>
                          <a:stretch>
                            <a:fillRect l="-200889" t="-616667" r="-2222" b="-300000"/>
                          </a:stretch>
                        </a:blipFill>
                      </a:tcPr>
                    </a:tc>
                    <a:extLst>
                      <a:ext uri="{0D108BD9-81ED-4DB2-BD59-A6C34878D82A}">
                        <a16:rowId xmlns:a16="http://schemas.microsoft.com/office/drawing/2014/main" val="1234727032"/>
                      </a:ext>
                    </a:extLst>
                  </a:tr>
                  <a:tr h="640080">
                    <a:tc>
                      <a:txBody>
                        <a:bodyPr/>
                        <a:lstStyle/>
                        <a:p>
                          <a:endParaRPr lang="zh-TW"/>
                        </a:p>
                      </a:txBody>
                      <a:tcPr>
                        <a:blipFill>
                          <a:blip r:embed="rId4"/>
                          <a:stretch>
                            <a:fillRect l="-746" t="-409524" r="-408209" b="-71429"/>
                          </a:stretch>
                        </a:blipFill>
                      </a:tcPr>
                    </a:tc>
                    <a:tc>
                      <a:txBody>
                        <a:bodyPr/>
                        <a:lstStyle/>
                        <a:p>
                          <a:r>
                            <a:rPr lang="zh-TW" altLang="en-US" dirty="0"/>
                            <a:t>開傘速度</a:t>
                          </a:r>
                        </a:p>
                      </a:txBody>
                      <a:tcPr/>
                    </a:tc>
                    <a:tc>
                      <a:txBody>
                        <a:bodyPr/>
                        <a:lstStyle/>
                        <a:p>
                          <a:r>
                            <a:rPr lang="en-US" altLang="zh-TW" dirty="0"/>
                            <a:t>20m/s(</a:t>
                          </a:r>
                          <a:r>
                            <a:rPr lang="zh-TW" altLang="en-US" dirty="0"/>
                            <a:t>引傘終端速度</a:t>
                          </a:r>
                          <a:r>
                            <a:rPr lang="en-US" altLang="zh-TW" dirty="0"/>
                            <a:t>)</a:t>
                          </a:r>
                          <a:endParaRPr lang="zh-TW" altLang="en-US" dirty="0"/>
                        </a:p>
                      </a:txBody>
                      <a:tcPr/>
                    </a:tc>
                    <a:extLst>
                      <a:ext uri="{0D108BD9-81ED-4DB2-BD59-A6C34878D82A}">
                        <a16:rowId xmlns:a16="http://schemas.microsoft.com/office/drawing/2014/main" val="2035980675"/>
                      </a:ext>
                    </a:extLst>
                  </a:tr>
                  <a:tr h="387795">
                    <a:tc>
                      <a:txBody>
                        <a:bodyPr/>
                        <a:lstStyle/>
                        <a:p>
                          <a:endParaRPr lang="zh-TW"/>
                        </a:p>
                      </a:txBody>
                      <a:tcPr>
                        <a:blipFill>
                          <a:blip r:embed="rId4"/>
                          <a:stretch>
                            <a:fillRect l="-746" t="-835938" r="-408209" b="-17188"/>
                          </a:stretch>
                        </a:blipFill>
                      </a:tcPr>
                    </a:tc>
                    <a:tc>
                      <a:txBody>
                        <a:bodyPr/>
                        <a:lstStyle/>
                        <a:p>
                          <a:r>
                            <a:rPr lang="zh-TW" altLang="en-US" dirty="0"/>
                            <a:t>充氣時間</a:t>
                          </a:r>
                        </a:p>
                      </a:txBody>
                      <a:tcPr/>
                    </a:tc>
                    <a:tc>
                      <a:txBody>
                        <a:bodyPr/>
                        <a:lstStyle/>
                        <a:p>
                          <a:r>
                            <a:rPr lang="en-US" altLang="zh-TW" dirty="0"/>
                            <a:t>0.25 s(</a:t>
                          </a:r>
                          <a:r>
                            <a:rPr lang="zh-TW" altLang="en-US" dirty="0"/>
                            <a:t>粗估</a:t>
                          </a:r>
                          <a:r>
                            <a:rPr lang="en-US" altLang="zh-TW" dirty="0"/>
                            <a:t>)</a:t>
                          </a:r>
                          <a:endParaRPr lang="zh-TW" altLang="en-US" dirty="0"/>
                        </a:p>
                      </a:txBody>
                      <a:tcPr/>
                    </a:tc>
                    <a:extLst>
                      <a:ext uri="{0D108BD9-81ED-4DB2-BD59-A6C34878D82A}">
                        <a16:rowId xmlns:a16="http://schemas.microsoft.com/office/drawing/2014/main" val="2446653195"/>
                      </a:ext>
                    </a:extLst>
                  </a:tr>
                </a:tbl>
              </a:graphicData>
            </a:graphic>
          </p:graphicFrame>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202D90A7-7ABA-99D5-020C-41251BFC716F}"/>
                  </a:ext>
                </a:extLst>
              </p:cNvPr>
              <p:cNvSpPr txBox="1"/>
              <p:nvPr/>
            </p:nvSpPr>
            <p:spPr>
              <a:xfrm>
                <a:off x="4500769" y="1489669"/>
                <a:ext cx="2888673" cy="646331"/>
              </a:xfrm>
              <a:prstGeom prst="rect">
                <a:avLst/>
              </a:prstGeom>
              <a:noFill/>
            </p:spPr>
            <p:txBody>
              <a:bodyPr wrap="square" rtlCol="0">
                <a:spAutoFit/>
              </a:bodyPr>
              <a:lstStyle/>
              <a:p>
                <a:r>
                  <a:rPr lang="zh-TW" altLang="en-US" b="1" dirty="0">
                    <a:solidFill>
                      <a:schemeClr val="bg1"/>
                    </a:solidFill>
                  </a:rPr>
                  <a:t>解方程式得出</a:t>
                </a:r>
                <a:r>
                  <a:rPr lang="en-US" altLang="zh-TW" b="1" dirty="0">
                    <a:solidFill>
                      <a:schemeClr val="bg1"/>
                    </a:solidFill>
                  </a:rPr>
                  <a:t>:</a:t>
                </a:r>
              </a:p>
              <a:p>
                <a:r>
                  <a:rPr lang="en-US" altLang="zh-TW" b="1" dirty="0">
                    <a:solidFill>
                      <a:schemeClr val="bg1"/>
                    </a:solidFill>
                  </a:rPr>
                  <a:t>	A </a:t>
                </a:r>
                <a14:m>
                  <m:oMath xmlns:m="http://schemas.openxmlformats.org/officeDocument/2006/math">
                    <m:r>
                      <a:rPr lang="en-US" altLang="zh-TW" b="1" i="1" smtClean="0">
                        <a:solidFill>
                          <a:schemeClr val="bg1"/>
                        </a:solidFill>
                        <a:latin typeface="Cambria Math" panose="02040503050406030204" pitchFamily="18" charset="0"/>
                      </a:rPr>
                      <m:t>=</m:t>
                    </m:r>
                  </m:oMath>
                </a14:m>
                <a:r>
                  <a:rPr lang="en-US" altLang="zh-TW" b="1" dirty="0">
                    <a:solidFill>
                      <a:srgbClr val="66FFCC"/>
                    </a:solidFill>
                  </a:rPr>
                  <a:t>2.001</a:t>
                </a:r>
              </a:p>
            </p:txBody>
          </p:sp>
        </mc:Choice>
        <mc:Fallback xmlns="">
          <p:sp>
            <p:nvSpPr>
              <p:cNvPr id="9" name="文字方塊 8">
                <a:extLst>
                  <a:ext uri="{FF2B5EF4-FFF2-40B4-BE49-F238E27FC236}">
                    <a16:creationId xmlns:a16="http://schemas.microsoft.com/office/drawing/2014/main" id="{202D90A7-7ABA-99D5-020C-41251BFC716F}"/>
                  </a:ext>
                </a:extLst>
              </p:cNvPr>
              <p:cNvSpPr txBox="1">
                <a:spLocks noRot="1" noChangeAspect="1" noMove="1" noResize="1" noEditPoints="1" noAdjustHandles="1" noChangeArrowheads="1" noChangeShapeType="1" noTextEdit="1"/>
              </p:cNvSpPr>
              <p:nvPr/>
            </p:nvSpPr>
            <p:spPr>
              <a:xfrm>
                <a:off x="4500769" y="1489669"/>
                <a:ext cx="2888673" cy="646331"/>
              </a:xfrm>
              <a:prstGeom prst="rect">
                <a:avLst/>
              </a:prstGeom>
              <a:blipFill>
                <a:blip r:embed="rId5"/>
                <a:stretch>
                  <a:fillRect l="-1688" t="-4717" b="-141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1ED90323-3983-79D1-BF91-F09B2C9F8007}"/>
                  </a:ext>
                </a:extLst>
              </p:cNvPr>
              <p:cNvSpPr txBox="1"/>
              <p:nvPr/>
            </p:nvSpPr>
            <p:spPr>
              <a:xfrm>
                <a:off x="8745232" y="1489669"/>
                <a:ext cx="2951472" cy="923330"/>
              </a:xfrm>
              <a:prstGeom prst="rect">
                <a:avLst/>
              </a:prstGeom>
              <a:noFill/>
            </p:spPr>
            <p:txBody>
              <a:bodyPr wrap="square" rtlCol="0">
                <a:spAutoFit/>
              </a:bodyPr>
              <a:lstStyle/>
              <a:p>
                <a:r>
                  <a:rPr lang="zh-TW" altLang="en-US" b="1" dirty="0">
                    <a:solidFill>
                      <a:schemeClr val="bg1"/>
                    </a:solidFill>
                  </a:rPr>
                  <a:t>由於有引傘從中央拉拽，開傘時形狀應接近凸型</a:t>
                </a:r>
                <a:r>
                  <a:rPr lang="en-US" altLang="zh-TW" b="1" dirty="0">
                    <a:solidFill>
                      <a:schemeClr val="bg1"/>
                    </a:solidFill>
                  </a:rPr>
                  <a:t>(n=2)</a:t>
                </a:r>
                <a:r>
                  <a:rPr lang="zh-TW" altLang="en-US" b="1" dirty="0">
                    <a:solidFill>
                      <a:schemeClr val="bg1"/>
                    </a:solidFill>
                  </a:rPr>
                  <a:t>，</a:t>
                </a:r>
                <a:endParaRPr lang="en-US" altLang="zh-TW" b="1" dirty="0">
                  <a:solidFill>
                    <a:schemeClr val="bg1"/>
                  </a:solidFill>
                </a:endParaRPr>
              </a:p>
              <a:p>
                <a:r>
                  <a:rPr lang="zh-TW" altLang="en-US" b="1" dirty="0">
                    <a:solidFill>
                      <a:schemeClr val="bg1"/>
                    </a:solidFill>
                  </a:rPr>
                  <a:t>查表後得出</a:t>
                </a:r>
                <a14:m>
                  <m:oMath xmlns:m="http://schemas.openxmlformats.org/officeDocument/2006/math">
                    <m:sSub>
                      <m:sSubPr>
                        <m:ctrlPr>
                          <a:rPr lang="en-US" altLang="zh-TW" b="1" i="1" dirty="0" smtClean="0">
                            <a:solidFill>
                              <a:schemeClr val="bg1"/>
                            </a:solidFill>
                            <a:latin typeface="Cambria Math" panose="02040503050406030204" pitchFamily="18" charset="0"/>
                          </a:rPr>
                        </m:ctrlPr>
                      </m:sSubPr>
                      <m:e>
                        <m:r>
                          <a:rPr lang="en-US" altLang="zh-TW" b="1" i="1" dirty="0">
                            <a:solidFill>
                              <a:schemeClr val="bg1"/>
                            </a:solidFill>
                            <a:latin typeface="Cambria Math" panose="02040503050406030204" pitchFamily="18" charset="0"/>
                          </a:rPr>
                          <m:t>𝑿</m:t>
                        </m:r>
                      </m:e>
                      <m:sub>
                        <m:r>
                          <a:rPr lang="en-US" altLang="zh-TW" b="1" i="0" dirty="0" smtClean="0">
                            <a:solidFill>
                              <a:schemeClr val="bg1"/>
                            </a:solidFill>
                            <a:latin typeface="Cambria Math" panose="02040503050406030204" pitchFamily="18" charset="0"/>
                          </a:rPr>
                          <m:t>𝟏</m:t>
                        </m:r>
                      </m:sub>
                    </m:sSub>
                    <m:r>
                      <a:rPr lang="en-US" altLang="zh-TW" b="1" i="0" dirty="0" smtClean="0">
                        <a:solidFill>
                          <a:schemeClr val="bg1"/>
                        </a:solidFill>
                        <a:latin typeface="Cambria Math" panose="02040503050406030204" pitchFamily="18" charset="0"/>
                      </a:rPr>
                      <m:t>=</m:t>
                    </m:r>
                    <m:r>
                      <a:rPr lang="en-US" altLang="zh-TW" b="1" i="0" dirty="0" smtClean="0">
                        <a:solidFill>
                          <a:srgbClr val="66FFCC"/>
                        </a:solidFill>
                        <a:latin typeface="Cambria Math" panose="02040503050406030204" pitchFamily="18" charset="0"/>
                      </a:rPr>
                      <m:t>𝟎</m:t>
                    </m:r>
                  </m:oMath>
                </a14:m>
                <a:r>
                  <a:rPr lang="en-US" altLang="zh-TW" b="1" dirty="0">
                    <a:solidFill>
                      <a:srgbClr val="66FFCC"/>
                    </a:solidFill>
                  </a:rPr>
                  <a:t>.75</a:t>
                </a:r>
                <a:endParaRPr lang="en-US" altLang="zh-TW" b="1" dirty="0">
                  <a:solidFill>
                    <a:schemeClr val="bg1"/>
                  </a:solidFill>
                </a:endParaRPr>
              </a:p>
            </p:txBody>
          </p:sp>
        </mc:Choice>
        <mc:Fallback xmlns="">
          <p:sp>
            <p:nvSpPr>
              <p:cNvPr id="21" name="文字方塊 20">
                <a:extLst>
                  <a:ext uri="{FF2B5EF4-FFF2-40B4-BE49-F238E27FC236}">
                    <a16:creationId xmlns:a16="http://schemas.microsoft.com/office/drawing/2014/main" id="{1ED90323-3983-79D1-BF91-F09B2C9F8007}"/>
                  </a:ext>
                </a:extLst>
              </p:cNvPr>
              <p:cNvSpPr txBox="1">
                <a:spLocks noRot="1" noChangeAspect="1" noMove="1" noResize="1" noEditPoints="1" noAdjustHandles="1" noChangeArrowheads="1" noChangeShapeType="1" noTextEdit="1"/>
              </p:cNvSpPr>
              <p:nvPr/>
            </p:nvSpPr>
            <p:spPr>
              <a:xfrm>
                <a:off x="8745232" y="1489669"/>
                <a:ext cx="2951472" cy="923330"/>
              </a:xfrm>
              <a:prstGeom prst="rect">
                <a:avLst/>
              </a:prstGeom>
              <a:blipFill>
                <a:blip r:embed="rId6"/>
                <a:stretch>
                  <a:fillRect l="-1860" t="-3289" r="-4132" b="-92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4835257F-96C1-BA84-6768-43F65F51804B}"/>
                  </a:ext>
                </a:extLst>
              </p:cNvPr>
              <p:cNvSpPr txBox="1"/>
              <p:nvPr/>
            </p:nvSpPr>
            <p:spPr>
              <a:xfrm>
                <a:off x="532536" y="2228730"/>
                <a:ext cx="2356136" cy="5984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i="1" smtClean="0">
                          <a:solidFill>
                            <a:schemeClr val="bg1"/>
                          </a:solidFill>
                          <a:latin typeface="Cambria Math" panose="02040503050406030204" pitchFamily="18" charset="0"/>
                        </a:rPr>
                        <m:t>𝐴</m:t>
                      </m:r>
                      <m:r>
                        <a:rPr lang="zh-TW" altLang="en-US" i="1" smtClean="0">
                          <a:solidFill>
                            <a:schemeClr val="bg1"/>
                          </a:solidFill>
                          <a:latin typeface="Cambria Math" panose="02040503050406030204" pitchFamily="18" charset="0"/>
                        </a:rPr>
                        <m:t>=</m:t>
                      </m:r>
                      <m:f>
                        <m:fPr>
                          <m:ctrlPr>
                            <a:rPr lang="zh-TW" altLang="en-US" i="1">
                              <a:solidFill>
                                <a:schemeClr val="bg1"/>
                              </a:solidFill>
                              <a:latin typeface="Cambria Math" panose="02040503050406030204" pitchFamily="18" charset="0"/>
                            </a:rPr>
                          </m:ctrlPr>
                        </m:fPr>
                        <m:num>
                          <m:r>
                            <a:rPr lang="zh-TW" altLang="en-US" i="1">
                              <a:solidFill>
                                <a:schemeClr val="bg1"/>
                              </a:solidFill>
                              <a:latin typeface="Cambria Math" panose="02040503050406030204" pitchFamily="18" charset="0"/>
                            </a:rPr>
                            <m:t>2</m:t>
                          </m:r>
                          <m:sSub>
                            <m:sSubPr>
                              <m:ctrlPr>
                                <a:rPr lang="zh-TW" altLang="en-US" i="1">
                                  <a:solidFill>
                                    <a:schemeClr val="bg1"/>
                                  </a:solidFill>
                                  <a:latin typeface="Cambria Math" panose="02040503050406030204" pitchFamily="18" charset="0"/>
                                </a:rPr>
                              </m:ctrlPr>
                            </m:sSubPr>
                            <m:e>
                              <m:r>
                                <a:rPr lang="zh-TW" altLang="en-US" i="1">
                                  <a:solidFill>
                                    <a:schemeClr val="bg1"/>
                                  </a:solidFill>
                                  <a:latin typeface="Cambria Math" panose="02040503050406030204" pitchFamily="18" charset="0"/>
                                </a:rPr>
                                <m:t>𝑊</m:t>
                              </m:r>
                            </m:e>
                            <m:sub>
                              <m:r>
                                <a:rPr lang="zh-TW" altLang="en-US" i="1">
                                  <a:solidFill>
                                    <a:schemeClr val="bg1"/>
                                  </a:solidFill>
                                  <a:latin typeface="Cambria Math" panose="02040503050406030204" pitchFamily="18" charset="0"/>
                                </a:rPr>
                                <m:t>𝑡</m:t>
                              </m:r>
                            </m:sub>
                          </m:sSub>
                        </m:num>
                        <m:den>
                          <m:sSub>
                            <m:sSubPr>
                              <m:ctrlPr>
                                <a:rPr lang="zh-TW" altLang="en-US" i="1">
                                  <a:solidFill>
                                    <a:schemeClr val="bg1"/>
                                  </a:solidFill>
                                  <a:latin typeface="Cambria Math" panose="02040503050406030204" pitchFamily="18" charset="0"/>
                                </a:rPr>
                              </m:ctrlPr>
                            </m:sSubPr>
                            <m:e>
                              <m:d>
                                <m:dPr>
                                  <m:ctrlPr>
                                    <a:rPr lang="zh-TW" altLang="en-US" i="1">
                                      <a:solidFill>
                                        <a:schemeClr val="bg1"/>
                                      </a:solidFill>
                                      <a:latin typeface="Cambria Math" panose="02040503050406030204" pitchFamily="18" charset="0"/>
                                    </a:rPr>
                                  </m:ctrlPr>
                                </m:dPr>
                                <m:e>
                                  <m:sSub>
                                    <m:sSubPr>
                                      <m:ctrlPr>
                                        <a:rPr lang="zh-TW" altLang="en-US" i="1">
                                          <a:solidFill>
                                            <a:schemeClr val="bg1"/>
                                          </a:solidFill>
                                          <a:latin typeface="Cambria Math" panose="02040503050406030204" pitchFamily="18" charset="0"/>
                                        </a:rPr>
                                      </m:ctrlPr>
                                    </m:sSubPr>
                                    <m:e>
                                      <m:r>
                                        <a:rPr lang="zh-TW" altLang="en-US" i="1">
                                          <a:solidFill>
                                            <a:schemeClr val="bg1"/>
                                          </a:solidFill>
                                          <a:latin typeface="Cambria Math" panose="02040503050406030204" pitchFamily="18" charset="0"/>
                                        </a:rPr>
                                        <m:t>𝐶</m:t>
                                      </m:r>
                                    </m:e>
                                    <m:sub>
                                      <m:r>
                                        <a:rPr lang="zh-TW" altLang="en-US" i="1">
                                          <a:solidFill>
                                            <a:schemeClr val="bg1"/>
                                          </a:solidFill>
                                          <a:latin typeface="Cambria Math" panose="02040503050406030204" pitchFamily="18" charset="0"/>
                                        </a:rPr>
                                        <m:t>𝐷</m:t>
                                      </m:r>
                                    </m:sub>
                                  </m:sSub>
                                  <m:r>
                                    <a:rPr lang="zh-TW" altLang="en-US" i="1">
                                      <a:solidFill>
                                        <a:schemeClr val="bg1"/>
                                      </a:solidFill>
                                      <a:latin typeface="Cambria Math" panose="02040503050406030204" pitchFamily="18" charset="0"/>
                                    </a:rPr>
                                    <m:t>𝑆</m:t>
                                  </m:r>
                                </m:e>
                              </m:d>
                            </m:e>
                            <m:sub>
                              <m:r>
                                <a:rPr lang="zh-TW" altLang="en-US" i="1">
                                  <a:solidFill>
                                    <a:schemeClr val="bg1"/>
                                  </a:solidFill>
                                  <a:latin typeface="Cambria Math" panose="02040503050406030204" pitchFamily="18" charset="0"/>
                                </a:rPr>
                                <m:t>𝑝</m:t>
                              </m:r>
                            </m:sub>
                          </m:sSub>
                          <m:r>
                            <a:rPr lang="zh-TW" altLang="en-US" i="1">
                              <a:solidFill>
                                <a:schemeClr val="bg1"/>
                              </a:solidFill>
                              <a:latin typeface="Cambria Math" panose="02040503050406030204" pitchFamily="18" charset="0"/>
                            </a:rPr>
                            <m:t> </m:t>
                          </m:r>
                          <m:r>
                            <a:rPr lang="zh-TW" altLang="en-US" i="1">
                              <a:solidFill>
                                <a:schemeClr val="bg1"/>
                              </a:solidFill>
                              <a:latin typeface="Cambria Math" panose="02040503050406030204" pitchFamily="18" charset="0"/>
                            </a:rPr>
                            <m:t>𝜌</m:t>
                          </m:r>
                          <m:r>
                            <a:rPr lang="zh-TW" altLang="en-US" i="1">
                              <a:solidFill>
                                <a:schemeClr val="bg1"/>
                              </a:solidFill>
                              <a:latin typeface="Cambria Math" panose="02040503050406030204" pitchFamily="18" charset="0"/>
                            </a:rPr>
                            <m:t> </m:t>
                          </m:r>
                          <m:r>
                            <a:rPr lang="zh-TW" altLang="en-US" i="1">
                              <a:solidFill>
                                <a:schemeClr val="bg1"/>
                              </a:solidFill>
                              <a:latin typeface="Cambria Math" panose="02040503050406030204" pitchFamily="18" charset="0"/>
                            </a:rPr>
                            <m:t>𝑔</m:t>
                          </m:r>
                          <m:r>
                            <a:rPr lang="zh-TW" altLang="en-US" i="1">
                              <a:solidFill>
                                <a:schemeClr val="bg1"/>
                              </a:solidFill>
                              <a:latin typeface="Cambria Math" panose="02040503050406030204" pitchFamily="18" charset="0"/>
                            </a:rPr>
                            <m:t> </m:t>
                          </m:r>
                          <m:sSub>
                            <m:sSubPr>
                              <m:ctrlPr>
                                <a:rPr lang="zh-TW" altLang="en-US" i="1">
                                  <a:solidFill>
                                    <a:schemeClr val="bg1"/>
                                  </a:solidFill>
                                  <a:latin typeface="Cambria Math" panose="02040503050406030204" pitchFamily="18" charset="0"/>
                                </a:rPr>
                              </m:ctrlPr>
                            </m:sSubPr>
                            <m:e>
                              <m:r>
                                <a:rPr lang="zh-TW" altLang="en-US" i="1">
                                  <a:solidFill>
                                    <a:schemeClr val="bg1"/>
                                  </a:solidFill>
                                  <a:latin typeface="Cambria Math" panose="02040503050406030204" pitchFamily="18" charset="0"/>
                                </a:rPr>
                                <m:t>𝑉</m:t>
                              </m:r>
                            </m:e>
                            <m:sub>
                              <m:r>
                                <a:rPr lang="zh-TW" altLang="en-US" i="1">
                                  <a:solidFill>
                                    <a:schemeClr val="bg1"/>
                                  </a:solidFill>
                                  <a:latin typeface="Cambria Math" panose="02040503050406030204" pitchFamily="18" charset="0"/>
                                </a:rPr>
                                <m:t>1</m:t>
                              </m:r>
                            </m:sub>
                          </m:sSub>
                          <m:r>
                            <a:rPr lang="zh-TW" altLang="en-US" i="1">
                              <a:solidFill>
                                <a:schemeClr val="bg1"/>
                              </a:solidFill>
                              <a:latin typeface="Cambria Math" panose="02040503050406030204" pitchFamily="18" charset="0"/>
                            </a:rPr>
                            <m:t> </m:t>
                          </m:r>
                          <m:sSub>
                            <m:sSubPr>
                              <m:ctrlPr>
                                <a:rPr lang="zh-TW" altLang="en-US" i="1">
                                  <a:solidFill>
                                    <a:schemeClr val="bg1"/>
                                  </a:solidFill>
                                  <a:latin typeface="Cambria Math" panose="02040503050406030204" pitchFamily="18" charset="0"/>
                                </a:rPr>
                              </m:ctrlPr>
                            </m:sSubPr>
                            <m:e>
                              <m:r>
                                <a:rPr lang="zh-TW" altLang="en-US" i="1">
                                  <a:solidFill>
                                    <a:schemeClr val="bg1"/>
                                  </a:solidFill>
                                  <a:latin typeface="Cambria Math" panose="02040503050406030204" pitchFamily="18" charset="0"/>
                                </a:rPr>
                                <m:t>𝑡</m:t>
                              </m:r>
                            </m:e>
                            <m:sub>
                              <m:r>
                                <a:rPr lang="zh-TW" altLang="en-US" i="1">
                                  <a:solidFill>
                                    <a:schemeClr val="bg1"/>
                                  </a:solidFill>
                                  <a:latin typeface="Cambria Math" panose="02040503050406030204" pitchFamily="18" charset="0"/>
                                </a:rPr>
                                <m:t>𝑓</m:t>
                              </m:r>
                            </m:sub>
                          </m:sSub>
                        </m:den>
                      </m:f>
                    </m:oMath>
                  </m:oMathPara>
                </a14:m>
                <a:endParaRPr lang="zh-TW" altLang="en-US" dirty="0">
                  <a:solidFill>
                    <a:schemeClr val="bg1"/>
                  </a:solidFill>
                </a:endParaRPr>
              </a:p>
            </p:txBody>
          </p:sp>
        </mc:Choice>
        <mc:Fallback xmlns="">
          <p:sp>
            <p:nvSpPr>
              <p:cNvPr id="11" name="文字方塊 10">
                <a:extLst>
                  <a:ext uri="{FF2B5EF4-FFF2-40B4-BE49-F238E27FC236}">
                    <a16:creationId xmlns:a16="http://schemas.microsoft.com/office/drawing/2014/main" id="{4835257F-96C1-BA84-6768-43F65F51804B}"/>
                  </a:ext>
                </a:extLst>
              </p:cNvPr>
              <p:cNvSpPr txBox="1">
                <a:spLocks noRot="1" noChangeAspect="1" noMove="1" noResize="1" noEditPoints="1" noAdjustHandles="1" noChangeArrowheads="1" noChangeShapeType="1" noTextEdit="1"/>
              </p:cNvSpPr>
              <p:nvPr/>
            </p:nvSpPr>
            <p:spPr>
              <a:xfrm>
                <a:off x="532536" y="2228730"/>
                <a:ext cx="2356136" cy="598497"/>
              </a:xfrm>
              <a:prstGeom prst="rect">
                <a:avLst/>
              </a:prstGeom>
              <a:blipFill>
                <a:blip r:embed="rId7"/>
                <a:stretch>
                  <a:fillRect/>
                </a:stretch>
              </a:blipFill>
            </p:spPr>
            <p:txBody>
              <a:bodyPr/>
              <a:lstStyle/>
              <a:p>
                <a:r>
                  <a:rPr lang="zh-TW" altLang="en-US">
                    <a:noFill/>
                  </a:rPr>
                  <a:t> </a:t>
                </a:r>
              </a:p>
            </p:txBody>
          </p:sp>
        </mc:Fallback>
      </mc:AlternateContent>
      <p:pic>
        <p:nvPicPr>
          <p:cNvPr id="14" name="圖片 13" descr="一張含有 文字, 圖表, 行, 平行 的圖片&#10;&#10;AI 產生的內容可能不正確。">
            <a:extLst>
              <a:ext uri="{FF2B5EF4-FFF2-40B4-BE49-F238E27FC236}">
                <a16:creationId xmlns:a16="http://schemas.microsoft.com/office/drawing/2014/main" id="{EBDB52FF-2CF7-9874-3E3E-6926C0B8A3D6}"/>
              </a:ext>
            </a:extLst>
          </p:cNvPr>
          <p:cNvPicPr>
            <a:picLocks noChangeAspect="1"/>
          </p:cNvPicPr>
          <p:nvPr/>
        </p:nvPicPr>
        <p:blipFill>
          <a:blip r:embed="rId8"/>
          <a:srcRect l="1463" t="9931" r="6417" b="5152"/>
          <a:stretch>
            <a:fillRect/>
          </a:stretch>
        </p:blipFill>
        <p:spPr>
          <a:xfrm>
            <a:off x="4495799" y="3020293"/>
            <a:ext cx="4249433" cy="3505199"/>
          </a:xfrm>
          <a:prstGeom prst="rect">
            <a:avLst/>
          </a:prstGeom>
        </p:spPr>
      </p:pic>
      <p:cxnSp>
        <p:nvCxnSpPr>
          <p:cNvPr id="16" name="直線接點 15">
            <a:extLst>
              <a:ext uri="{FF2B5EF4-FFF2-40B4-BE49-F238E27FC236}">
                <a16:creationId xmlns:a16="http://schemas.microsoft.com/office/drawing/2014/main" id="{4271CC61-1091-2684-E3E2-239D65A8D5EE}"/>
              </a:ext>
            </a:extLst>
          </p:cNvPr>
          <p:cNvCxnSpPr>
            <a:cxnSpLocks/>
          </p:cNvCxnSpPr>
          <p:nvPr/>
        </p:nvCxnSpPr>
        <p:spPr>
          <a:xfrm flipV="1">
            <a:off x="5326302" y="3235325"/>
            <a:ext cx="0" cy="27583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84FF0CC7-DD3F-800C-4FC9-D4CB9856DE68}"/>
              </a:ext>
            </a:extLst>
          </p:cNvPr>
          <p:cNvCxnSpPr>
            <a:cxnSpLocks/>
          </p:cNvCxnSpPr>
          <p:nvPr/>
        </p:nvCxnSpPr>
        <p:spPr>
          <a:xfrm>
            <a:off x="4970125" y="3235325"/>
            <a:ext cx="35617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1872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3280D-9F70-3479-26B2-7EFCE6F128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1E30D8-7219-F83A-F8B3-5D0FA5C5394E}"/>
              </a:ext>
            </a:extLst>
          </p:cNvPr>
          <p:cNvSpPr>
            <a:spLocks noGrp="1"/>
          </p:cNvSpPr>
          <p:nvPr>
            <p:ph type="title"/>
          </p:nvPr>
        </p:nvSpPr>
        <p:spPr/>
        <p:txBody>
          <a:bodyPr/>
          <a:lstStyle/>
          <a:p>
            <a:r>
              <a:rPr lang="en-US" dirty="0"/>
              <a:t>Peak Load</a:t>
            </a:r>
          </a:p>
        </p:txBody>
      </p:sp>
      <p:sp>
        <p:nvSpPr>
          <p:cNvPr id="4" name="Text Placeholder 3">
            <a:extLst>
              <a:ext uri="{FF2B5EF4-FFF2-40B4-BE49-F238E27FC236}">
                <a16:creationId xmlns:a16="http://schemas.microsoft.com/office/drawing/2014/main" id="{60E27C4E-D2B7-2265-5B4B-BE024826AD4D}"/>
              </a:ext>
            </a:extLst>
          </p:cNvPr>
          <p:cNvSpPr>
            <a:spLocks noGrp="1"/>
          </p:cNvSpPr>
          <p:nvPr>
            <p:ph type="body" sz="quarter" idx="10"/>
          </p:nvPr>
        </p:nvSpPr>
        <p:spPr/>
        <p:txBody>
          <a:bodyPr>
            <a:normAutofit fontScale="92500" lnSpcReduction="10000"/>
          </a:bodyPr>
          <a:lstStyle/>
          <a:p>
            <a:r>
              <a:rPr lang="zh-TW" altLang="en-US" dirty="0">
                <a:solidFill>
                  <a:schemeClr val="accent6"/>
                </a:solidFill>
              </a:rPr>
              <a:t>開傘衝擊</a:t>
            </a:r>
          </a:p>
        </p:txBody>
      </p:sp>
      <p:sp>
        <p:nvSpPr>
          <p:cNvPr id="7" name="文字方塊 6">
            <a:extLst>
              <a:ext uri="{FF2B5EF4-FFF2-40B4-BE49-F238E27FC236}">
                <a16:creationId xmlns:a16="http://schemas.microsoft.com/office/drawing/2014/main" id="{42780AAA-F0C4-CA2D-9CD0-8A5A642913AF}"/>
              </a:ext>
            </a:extLst>
          </p:cNvPr>
          <p:cNvSpPr txBox="1"/>
          <p:nvPr/>
        </p:nvSpPr>
        <p:spPr>
          <a:xfrm>
            <a:off x="1955220" y="1646792"/>
            <a:ext cx="3725144" cy="369332"/>
          </a:xfrm>
          <a:prstGeom prst="rect">
            <a:avLst/>
          </a:prstGeom>
          <a:noFill/>
        </p:spPr>
        <p:txBody>
          <a:bodyPr wrap="square" rtlCol="0">
            <a:spAutoFit/>
          </a:bodyPr>
          <a:lstStyle/>
          <a:p>
            <a:r>
              <a:rPr lang="en-US" altLang="zh-TW" b="1" dirty="0">
                <a:solidFill>
                  <a:schemeClr val="bg1"/>
                </a:solidFill>
              </a:rPr>
              <a:t>1. </a:t>
            </a:r>
            <a:r>
              <a:rPr lang="zh-TW" altLang="en-US" b="1" dirty="0">
                <a:solidFill>
                  <a:schemeClr val="bg1"/>
                </a:solidFill>
              </a:rPr>
              <a:t>將</a:t>
            </a:r>
            <a:r>
              <a:rPr lang="en-US" altLang="zh-TW" b="1" dirty="0">
                <a:solidFill>
                  <a:schemeClr val="bg1"/>
                </a:solidFill>
              </a:rPr>
              <a:t>A</a:t>
            </a:r>
            <a:r>
              <a:rPr lang="zh-TW" altLang="en-US" b="1" dirty="0">
                <a:solidFill>
                  <a:schemeClr val="bg1"/>
                </a:solidFill>
              </a:rPr>
              <a:t>帶入公式求</a:t>
            </a:r>
            <a:r>
              <a:rPr lang="en-US" altLang="zh-TW" b="1" dirty="0">
                <a:solidFill>
                  <a:schemeClr val="bg1"/>
                </a:solidFill>
              </a:rPr>
              <a:t>Opening Force</a:t>
            </a:r>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61325AB6-8D74-BA73-1AB6-A5E999B6DD32}"/>
                  </a:ext>
                </a:extLst>
              </p:cNvPr>
              <p:cNvGraphicFramePr>
                <a:graphicFrameLocks noGrp="1"/>
              </p:cNvGraphicFramePr>
              <p:nvPr>
                <p:extLst>
                  <p:ext uri="{D42A27DB-BD31-4B8C-83A1-F6EECF244321}">
                    <p14:modId xmlns:p14="http://schemas.microsoft.com/office/powerpoint/2010/main" val="1591420549"/>
                  </p:ext>
                </p:extLst>
              </p:nvPr>
            </p:nvGraphicFramePr>
            <p:xfrm>
              <a:off x="1955220" y="3177667"/>
              <a:ext cx="4475020" cy="2890013"/>
            </p:xfrm>
            <a:graphic>
              <a:graphicData uri="http://schemas.openxmlformats.org/drawingml/2006/table">
                <a:tbl>
                  <a:tblPr firstRow="1" bandRow="1">
                    <a:tableStyleId>{5C22544A-7EE6-4342-B048-85BDC9FD1C3A}</a:tableStyleId>
                  </a:tblPr>
                  <a:tblGrid>
                    <a:gridCol w="886369">
                      <a:extLst>
                        <a:ext uri="{9D8B030D-6E8A-4147-A177-3AD203B41FA5}">
                          <a16:colId xmlns:a16="http://schemas.microsoft.com/office/drawing/2014/main" val="3510396991"/>
                        </a:ext>
                      </a:extLst>
                    </a:gridCol>
                    <a:gridCol w="2096978">
                      <a:extLst>
                        <a:ext uri="{9D8B030D-6E8A-4147-A177-3AD203B41FA5}">
                          <a16:colId xmlns:a16="http://schemas.microsoft.com/office/drawing/2014/main" val="1163364437"/>
                        </a:ext>
                      </a:extLst>
                    </a:gridCol>
                    <a:gridCol w="1491673">
                      <a:extLst>
                        <a:ext uri="{9D8B030D-6E8A-4147-A177-3AD203B41FA5}">
                          <a16:colId xmlns:a16="http://schemas.microsoft.com/office/drawing/2014/main" val="3543877168"/>
                        </a:ext>
                      </a:extLst>
                    </a:gridCol>
                  </a:tblGrid>
                  <a:tr h="335244">
                    <a:tc>
                      <a:txBody>
                        <a:bodyPr/>
                        <a:lstStyle/>
                        <a:p>
                          <a:r>
                            <a:rPr lang="zh-TW" altLang="en-US" dirty="0"/>
                            <a:t>項目</a:t>
                          </a:r>
                        </a:p>
                      </a:txBody>
                      <a:tcPr/>
                    </a:tc>
                    <a:tc>
                      <a:txBody>
                        <a:bodyPr/>
                        <a:lstStyle/>
                        <a:p>
                          <a:r>
                            <a:rPr lang="zh-TW" altLang="en-US" dirty="0"/>
                            <a:t>意義</a:t>
                          </a:r>
                        </a:p>
                      </a:txBody>
                      <a:tcPr/>
                    </a:tc>
                    <a:tc>
                      <a:txBody>
                        <a:bodyPr/>
                        <a:lstStyle/>
                        <a:p>
                          <a:r>
                            <a:rPr lang="zh-TW" altLang="en-US" dirty="0"/>
                            <a:t>數值</a:t>
                          </a:r>
                        </a:p>
                      </a:txBody>
                      <a:tcPr/>
                    </a:tc>
                    <a:extLst>
                      <a:ext uri="{0D108BD9-81ED-4DB2-BD59-A6C34878D82A}">
                        <a16:rowId xmlns:a16="http://schemas.microsoft.com/office/drawing/2014/main" val="1498088001"/>
                      </a:ext>
                    </a:extLst>
                  </a:tr>
                  <a:tr h="335244">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r>
                            <a:rPr lang="zh-TW" altLang="en-US" dirty="0"/>
                            <a:t>開傘衝擊</a:t>
                          </a:r>
                        </a:p>
                      </a:txBody>
                      <a:tcPr/>
                    </a:tc>
                    <a:tc>
                      <a:txBody>
                        <a:bodyPr/>
                        <a:lstStyle/>
                        <a:p>
                          <a:r>
                            <a:rPr lang="zh-TW" altLang="en-US" dirty="0"/>
                            <a:t>所求</a:t>
                          </a:r>
                        </a:p>
                      </a:txBody>
                      <a:tcPr/>
                    </a:tc>
                    <a:extLst>
                      <a:ext uri="{0D108BD9-81ED-4DB2-BD59-A6C34878D82A}">
                        <a16:rowId xmlns:a16="http://schemas.microsoft.com/office/drawing/2014/main" val="970680897"/>
                      </a:ext>
                    </a:extLst>
                  </a:tr>
                  <a:tr h="335244">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m:rPr>
                                        <m:sty m:val="p"/>
                                      </m:rPr>
                                      <a:rPr lang="en-US" altLang="zh-TW" b="0" i="1" smtClean="0">
                                        <a:latin typeface="Cambria Math" panose="02040503050406030204" pitchFamily="18" charset="0"/>
                                      </a:rPr>
                                      <m:t>C</m:t>
                                    </m:r>
                                  </m:e>
                                  <m:sub>
                                    <m:r>
                                      <m:rPr>
                                        <m:sty m:val="p"/>
                                      </m:rPr>
                                      <a:rPr lang="en-US" altLang="zh-TW" b="0" i="1" smtClean="0">
                                        <a:latin typeface="Cambria Math" panose="02040503050406030204" pitchFamily="18" charset="0"/>
                                      </a:rPr>
                                      <m:t>x</m:t>
                                    </m:r>
                                  </m:sub>
                                </m:sSub>
                              </m:oMath>
                            </m:oMathPara>
                          </a14:m>
                          <a:endParaRPr lang="zh-TW" altLang="en-US" dirty="0"/>
                        </a:p>
                      </a:txBody>
                      <a:tcPr/>
                    </a:tc>
                    <a:tc>
                      <a:txBody>
                        <a:bodyPr/>
                        <a:lstStyle/>
                        <a:p>
                          <a:r>
                            <a:rPr lang="zh-TW" altLang="en-US" dirty="0"/>
                            <a:t>開傘衝擊基準系數</a:t>
                          </a:r>
                        </a:p>
                      </a:txBody>
                      <a:tcPr/>
                    </a:tc>
                    <a:tc>
                      <a:txBody>
                        <a:bodyPr/>
                        <a:lstStyle/>
                        <a:p>
                          <a:r>
                            <a:rPr lang="en-US" altLang="zh-TW" b="0" dirty="0"/>
                            <a:t>1.1</a:t>
                          </a:r>
                        </a:p>
                      </a:txBody>
                      <a:tcPr/>
                    </a:tc>
                    <a:extLst>
                      <a:ext uri="{0D108BD9-81ED-4DB2-BD59-A6C34878D82A}">
                        <a16:rowId xmlns:a16="http://schemas.microsoft.com/office/drawing/2014/main" val="4198389816"/>
                      </a:ext>
                    </a:extLst>
                  </a:tr>
                  <a:tr h="335244">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𝑋</m:t>
                                    </m:r>
                                  </m:e>
                                  <m:sub>
                                    <m:r>
                                      <a:rPr lang="en-US" altLang="zh-TW" b="0" i="1" smtClean="0">
                                        <a:latin typeface="Cambria Math" panose="02040503050406030204" pitchFamily="18" charset="0"/>
                                      </a:rPr>
                                      <m:t>1</m:t>
                                    </m:r>
                                  </m:sub>
                                </m:sSub>
                              </m:oMath>
                            </m:oMathPara>
                          </a14:m>
                          <a:endParaRPr lang="en-US" altLang="zh-TW" b="0" dirty="0"/>
                        </a:p>
                      </a:txBody>
                      <a:tcPr/>
                    </a:tc>
                    <a:tc>
                      <a:txBody>
                        <a:bodyPr/>
                        <a:lstStyle/>
                        <a:p>
                          <a:r>
                            <a:rPr lang="zh-TW" altLang="en-US" dirty="0"/>
                            <a:t>開傘因子</a:t>
                          </a:r>
                        </a:p>
                      </a:txBody>
                      <a:tcPr/>
                    </a:tc>
                    <a:tc>
                      <a:txBody>
                        <a:bodyPr/>
                        <a:lstStyle/>
                        <a:p>
                          <a:r>
                            <a:rPr lang="en-US" altLang="zh-TW" b="0" dirty="0"/>
                            <a:t>0.75</a:t>
                          </a:r>
                        </a:p>
                      </a:txBody>
                      <a:tcPr/>
                    </a:tc>
                    <a:extLst>
                      <a:ext uri="{0D108BD9-81ED-4DB2-BD59-A6C34878D82A}">
                        <a16:rowId xmlns:a16="http://schemas.microsoft.com/office/drawing/2014/main" val="3400909137"/>
                      </a:ext>
                    </a:extLst>
                  </a:tr>
                  <a:tr h="357652">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𝐷</m:t>
                                            </m:r>
                                          </m:sub>
                                        </m:sSub>
                                        <m:r>
                                          <a:rPr lang="en-US" altLang="zh-TW" b="0" i="1" smtClean="0">
                                            <a:latin typeface="Cambria Math" panose="02040503050406030204" pitchFamily="18" charset="0"/>
                                          </a:rPr>
                                          <m:t>𝑆</m:t>
                                        </m:r>
                                      </m:e>
                                    </m:d>
                                  </m:e>
                                  <m:sub>
                                    <m:r>
                                      <m:rPr>
                                        <m:sty m:val="p"/>
                                      </m:rPr>
                                      <a:rPr lang="en-US" altLang="zh-TW" b="0" i="1" smtClean="0">
                                        <a:latin typeface="Cambria Math" panose="02040503050406030204" pitchFamily="18" charset="0"/>
                                      </a:rPr>
                                      <m:t>p</m:t>
                                    </m:r>
                                  </m:sub>
                                </m:sSub>
                              </m:oMath>
                            </m:oMathPara>
                          </a14:m>
                          <a:endParaRPr lang="zh-TW" altLang="en-US" dirty="0"/>
                        </a:p>
                      </a:txBody>
                      <a:tcPr/>
                    </a:tc>
                    <a:tc>
                      <a:txBody>
                        <a:bodyPr/>
                        <a:lstStyle/>
                        <a:p>
                          <a:r>
                            <a:rPr lang="zh-TW" altLang="en-US" dirty="0"/>
                            <a:t>拖曳面積</a:t>
                          </a:r>
                        </a:p>
                      </a:txBody>
                      <a:tcPr/>
                    </a:tc>
                    <a:tc>
                      <a:txBody>
                        <a:bodyPr/>
                        <a:lstStyle/>
                        <a:p>
                          <a:r>
                            <a:rPr lang="en-US" altLang="zh-TW" dirty="0"/>
                            <a:t>5.085 </a:t>
                          </a:r>
                          <a14:m>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𝑚</m:t>
                                  </m:r>
                                </m:e>
                                <m:sup>
                                  <m:r>
                                    <a:rPr lang="en-US" altLang="zh-TW" b="0" i="1" smtClean="0">
                                      <a:latin typeface="Cambria Math" panose="02040503050406030204" pitchFamily="18" charset="0"/>
                                    </a:rPr>
                                    <m:t>2</m:t>
                                  </m:r>
                                </m:sup>
                              </m:sSup>
                            </m:oMath>
                          </a14:m>
                          <a:endParaRPr lang="zh-TW" altLang="en-US" dirty="0"/>
                        </a:p>
                      </a:txBody>
                      <a:tcPr/>
                    </a:tc>
                    <a:extLst>
                      <a:ext uri="{0D108BD9-81ED-4DB2-BD59-A6C34878D82A}">
                        <a16:rowId xmlns:a16="http://schemas.microsoft.com/office/drawing/2014/main" val="1807228588"/>
                      </a:ext>
                    </a:extLst>
                  </a:tr>
                  <a:tr h="335244">
                    <a:tc>
                      <a:txBody>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𝜌</m:t>
                                </m:r>
                              </m:oMath>
                            </m:oMathPara>
                          </a14:m>
                          <a:endParaRPr lang="zh-TW" altLang="en-US" dirty="0"/>
                        </a:p>
                      </a:txBody>
                      <a:tcPr/>
                    </a:tc>
                    <a:tc>
                      <a:txBody>
                        <a:bodyPr/>
                        <a:lstStyle/>
                        <a:p>
                          <a:r>
                            <a:rPr lang="zh-TW" altLang="en-US" dirty="0"/>
                            <a:t>空氣密度</a:t>
                          </a:r>
                        </a:p>
                      </a:txBody>
                      <a:tcPr/>
                    </a:tc>
                    <a:tc>
                      <a:txBody>
                        <a:bodyPr/>
                        <a:lstStyle/>
                        <a:p>
                          <a:r>
                            <a:rPr lang="en-US" altLang="zh-TW" dirty="0"/>
                            <a:t>1.1 </a:t>
                          </a:r>
                          <a14:m>
                            <m:oMath xmlns:m="http://schemas.openxmlformats.org/officeDocument/2006/math">
                              <m:r>
                                <a:rPr lang="en-US" altLang="zh-TW" b="0" i="1" smtClean="0">
                                  <a:latin typeface="Cambria Math" panose="02040503050406030204" pitchFamily="18" charset="0"/>
                                </a:rPr>
                                <m:t>𝑘𝑔</m:t>
                              </m:r>
                              <m:r>
                                <m:rPr>
                                  <m:lit/>
                                </m:rP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𝑚</m:t>
                                  </m:r>
                                </m:e>
                                <m:sup>
                                  <m:r>
                                    <a:rPr lang="en-US" altLang="zh-TW" b="0" i="1" smtClean="0">
                                      <a:latin typeface="Cambria Math" panose="02040503050406030204" pitchFamily="18" charset="0"/>
                                    </a:rPr>
                                    <m:t>3</m:t>
                                  </m:r>
                                </m:sup>
                              </m:sSup>
                            </m:oMath>
                          </a14:m>
                          <a:endParaRPr lang="zh-TW" altLang="en-US" dirty="0"/>
                        </a:p>
                      </a:txBody>
                      <a:tcPr/>
                    </a:tc>
                    <a:extLst>
                      <a:ext uri="{0D108BD9-81ED-4DB2-BD59-A6C34878D82A}">
                        <a16:rowId xmlns:a16="http://schemas.microsoft.com/office/drawing/2014/main" val="2802610684"/>
                      </a:ext>
                    </a:extLst>
                  </a:tr>
                  <a:tr h="586677">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1</m:t>
                                    </m:r>
                                  </m:sub>
                                </m:sSub>
                              </m:oMath>
                            </m:oMathPara>
                          </a14:m>
                          <a:endParaRPr lang="en-US" altLang="zh-TW" b="0" dirty="0"/>
                        </a:p>
                      </a:txBody>
                      <a:tcPr/>
                    </a:tc>
                    <a:tc>
                      <a:txBody>
                        <a:bodyPr/>
                        <a:lstStyle/>
                        <a:p>
                          <a:r>
                            <a:rPr lang="zh-TW" altLang="en-US" dirty="0"/>
                            <a:t>開傘速度</a:t>
                          </a:r>
                        </a:p>
                      </a:txBody>
                      <a:tcPr/>
                    </a:tc>
                    <a:tc>
                      <a:txBody>
                        <a:bodyPr/>
                        <a:lstStyle/>
                        <a:p>
                          <a:r>
                            <a:rPr lang="en-US" altLang="zh-TW" dirty="0"/>
                            <a:t>20m/s(</a:t>
                          </a:r>
                          <a:r>
                            <a:rPr lang="zh-TW" altLang="en-US" dirty="0"/>
                            <a:t>引傘終端速度</a:t>
                          </a:r>
                          <a:r>
                            <a:rPr lang="en-US" altLang="zh-TW" dirty="0"/>
                            <a:t>)</a:t>
                          </a:r>
                          <a:endParaRPr lang="zh-TW" altLang="en-US" dirty="0"/>
                        </a:p>
                      </a:txBody>
                      <a:tcPr/>
                    </a:tc>
                    <a:extLst>
                      <a:ext uri="{0D108BD9-81ED-4DB2-BD59-A6C34878D82A}">
                        <a16:rowId xmlns:a16="http://schemas.microsoft.com/office/drawing/2014/main" val="2035980675"/>
                      </a:ext>
                    </a:extLst>
                  </a:tr>
                </a:tbl>
              </a:graphicData>
            </a:graphic>
          </p:graphicFrame>
        </mc:Choice>
        <mc:Fallback xmlns="">
          <p:graphicFrame>
            <p:nvGraphicFramePr>
              <p:cNvPr id="8" name="表格 7">
                <a:extLst>
                  <a:ext uri="{FF2B5EF4-FFF2-40B4-BE49-F238E27FC236}">
                    <a16:creationId xmlns:a16="http://schemas.microsoft.com/office/drawing/2014/main" id="{61325AB6-8D74-BA73-1AB6-A5E999B6DD32}"/>
                  </a:ext>
                </a:extLst>
              </p:cNvPr>
              <p:cNvGraphicFramePr>
                <a:graphicFrameLocks noGrp="1"/>
              </p:cNvGraphicFramePr>
              <p:nvPr>
                <p:extLst>
                  <p:ext uri="{D42A27DB-BD31-4B8C-83A1-F6EECF244321}">
                    <p14:modId xmlns:p14="http://schemas.microsoft.com/office/powerpoint/2010/main" val="1591420549"/>
                  </p:ext>
                </p:extLst>
              </p:nvPr>
            </p:nvGraphicFramePr>
            <p:xfrm>
              <a:off x="1955220" y="3177667"/>
              <a:ext cx="4475020" cy="2880297"/>
            </p:xfrm>
            <a:graphic>
              <a:graphicData uri="http://schemas.openxmlformats.org/drawingml/2006/table">
                <a:tbl>
                  <a:tblPr firstRow="1" bandRow="1">
                    <a:tableStyleId>{5C22544A-7EE6-4342-B048-85BDC9FD1C3A}</a:tableStyleId>
                  </a:tblPr>
                  <a:tblGrid>
                    <a:gridCol w="886369">
                      <a:extLst>
                        <a:ext uri="{9D8B030D-6E8A-4147-A177-3AD203B41FA5}">
                          <a16:colId xmlns:a16="http://schemas.microsoft.com/office/drawing/2014/main" val="3510396991"/>
                        </a:ext>
                      </a:extLst>
                    </a:gridCol>
                    <a:gridCol w="2096978">
                      <a:extLst>
                        <a:ext uri="{9D8B030D-6E8A-4147-A177-3AD203B41FA5}">
                          <a16:colId xmlns:a16="http://schemas.microsoft.com/office/drawing/2014/main" val="1163364437"/>
                        </a:ext>
                      </a:extLst>
                    </a:gridCol>
                    <a:gridCol w="1491673">
                      <a:extLst>
                        <a:ext uri="{9D8B030D-6E8A-4147-A177-3AD203B41FA5}">
                          <a16:colId xmlns:a16="http://schemas.microsoft.com/office/drawing/2014/main" val="3543877168"/>
                        </a:ext>
                      </a:extLst>
                    </a:gridCol>
                  </a:tblGrid>
                  <a:tr h="365760">
                    <a:tc>
                      <a:txBody>
                        <a:bodyPr/>
                        <a:lstStyle/>
                        <a:p>
                          <a:r>
                            <a:rPr lang="zh-TW" altLang="en-US" dirty="0"/>
                            <a:t>項目</a:t>
                          </a:r>
                        </a:p>
                      </a:txBody>
                      <a:tcPr/>
                    </a:tc>
                    <a:tc>
                      <a:txBody>
                        <a:bodyPr/>
                        <a:lstStyle/>
                        <a:p>
                          <a:r>
                            <a:rPr lang="zh-TW" altLang="en-US" dirty="0"/>
                            <a:t>意義</a:t>
                          </a:r>
                        </a:p>
                      </a:txBody>
                      <a:tcPr/>
                    </a:tc>
                    <a:tc>
                      <a:txBody>
                        <a:bodyPr/>
                        <a:lstStyle/>
                        <a:p>
                          <a:r>
                            <a:rPr lang="zh-TW" altLang="en-US" dirty="0"/>
                            <a:t>數值</a:t>
                          </a:r>
                        </a:p>
                      </a:txBody>
                      <a:tcPr/>
                    </a:tc>
                    <a:extLst>
                      <a:ext uri="{0D108BD9-81ED-4DB2-BD59-A6C34878D82A}">
                        <a16:rowId xmlns:a16="http://schemas.microsoft.com/office/drawing/2014/main" val="1498088001"/>
                      </a:ext>
                    </a:extLst>
                  </a:tr>
                  <a:tr h="386969">
                    <a:tc>
                      <a:txBody>
                        <a:bodyPr/>
                        <a:lstStyle/>
                        <a:p>
                          <a:endParaRPr lang="zh-TW"/>
                        </a:p>
                      </a:txBody>
                      <a:tcPr>
                        <a:blipFill>
                          <a:blip r:embed="rId3"/>
                          <a:stretch>
                            <a:fillRect l="-685" t="-101563" r="-406164" b="-570313"/>
                          </a:stretch>
                        </a:blipFill>
                      </a:tcPr>
                    </a:tc>
                    <a:tc>
                      <a:txBody>
                        <a:bodyPr/>
                        <a:lstStyle/>
                        <a:p>
                          <a:r>
                            <a:rPr lang="zh-TW" altLang="en-US" dirty="0"/>
                            <a:t>開傘衝擊</a:t>
                          </a:r>
                        </a:p>
                      </a:txBody>
                      <a:tcPr/>
                    </a:tc>
                    <a:tc>
                      <a:txBody>
                        <a:bodyPr/>
                        <a:lstStyle/>
                        <a:p>
                          <a:r>
                            <a:rPr lang="zh-TW" altLang="en-US" dirty="0"/>
                            <a:t>所求</a:t>
                          </a:r>
                        </a:p>
                      </a:txBody>
                      <a:tcPr/>
                    </a:tc>
                    <a:extLst>
                      <a:ext uri="{0D108BD9-81ED-4DB2-BD59-A6C34878D82A}">
                        <a16:rowId xmlns:a16="http://schemas.microsoft.com/office/drawing/2014/main" val="970680897"/>
                      </a:ext>
                    </a:extLst>
                  </a:tr>
                  <a:tr h="365760">
                    <a:tc>
                      <a:txBody>
                        <a:bodyPr/>
                        <a:lstStyle/>
                        <a:p>
                          <a:endParaRPr lang="zh-TW"/>
                        </a:p>
                      </a:txBody>
                      <a:tcPr>
                        <a:blipFill>
                          <a:blip r:embed="rId3"/>
                          <a:stretch>
                            <a:fillRect l="-685" t="-215000" r="-406164" b="-508333"/>
                          </a:stretch>
                        </a:blipFill>
                      </a:tcPr>
                    </a:tc>
                    <a:tc>
                      <a:txBody>
                        <a:bodyPr/>
                        <a:lstStyle/>
                        <a:p>
                          <a:r>
                            <a:rPr lang="zh-TW" altLang="en-US" dirty="0"/>
                            <a:t>開傘衝擊基準系數</a:t>
                          </a:r>
                        </a:p>
                      </a:txBody>
                      <a:tcPr/>
                    </a:tc>
                    <a:tc>
                      <a:txBody>
                        <a:bodyPr/>
                        <a:lstStyle/>
                        <a:p>
                          <a:r>
                            <a:rPr lang="en-US" altLang="zh-TW" b="0" dirty="0"/>
                            <a:t>1.1</a:t>
                          </a:r>
                        </a:p>
                      </a:txBody>
                      <a:tcPr/>
                    </a:tc>
                    <a:extLst>
                      <a:ext uri="{0D108BD9-81ED-4DB2-BD59-A6C34878D82A}">
                        <a16:rowId xmlns:a16="http://schemas.microsoft.com/office/drawing/2014/main" val="4198389816"/>
                      </a:ext>
                    </a:extLst>
                  </a:tr>
                  <a:tr h="365760">
                    <a:tc>
                      <a:txBody>
                        <a:bodyPr/>
                        <a:lstStyle/>
                        <a:p>
                          <a:endParaRPr lang="zh-TW"/>
                        </a:p>
                      </a:txBody>
                      <a:tcPr>
                        <a:blipFill>
                          <a:blip r:embed="rId3"/>
                          <a:stretch>
                            <a:fillRect l="-685" t="-315000" r="-406164" b="-408333"/>
                          </a:stretch>
                        </a:blipFill>
                      </a:tcPr>
                    </a:tc>
                    <a:tc>
                      <a:txBody>
                        <a:bodyPr/>
                        <a:lstStyle/>
                        <a:p>
                          <a:r>
                            <a:rPr lang="zh-TW" altLang="en-US" dirty="0"/>
                            <a:t>開傘因子</a:t>
                          </a:r>
                        </a:p>
                      </a:txBody>
                      <a:tcPr/>
                    </a:tc>
                    <a:tc>
                      <a:txBody>
                        <a:bodyPr/>
                        <a:lstStyle/>
                        <a:p>
                          <a:r>
                            <a:rPr lang="en-US" altLang="zh-TW" b="0" dirty="0"/>
                            <a:t>0.75</a:t>
                          </a:r>
                        </a:p>
                      </a:txBody>
                      <a:tcPr/>
                    </a:tc>
                    <a:extLst>
                      <a:ext uri="{0D108BD9-81ED-4DB2-BD59-A6C34878D82A}">
                        <a16:rowId xmlns:a16="http://schemas.microsoft.com/office/drawing/2014/main" val="3400909137"/>
                      </a:ext>
                    </a:extLst>
                  </a:tr>
                  <a:tr h="390208">
                    <a:tc>
                      <a:txBody>
                        <a:bodyPr/>
                        <a:lstStyle/>
                        <a:p>
                          <a:endParaRPr lang="zh-TW"/>
                        </a:p>
                      </a:txBody>
                      <a:tcPr>
                        <a:blipFill>
                          <a:blip r:embed="rId3"/>
                          <a:stretch>
                            <a:fillRect l="-685" t="-389063" r="-406164" b="-282813"/>
                          </a:stretch>
                        </a:blipFill>
                      </a:tcPr>
                    </a:tc>
                    <a:tc>
                      <a:txBody>
                        <a:bodyPr/>
                        <a:lstStyle/>
                        <a:p>
                          <a:r>
                            <a:rPr lang="zh-TW" altLang="en-US" dirty="0"/>
                            <a:t>拖曳面積</a:t>
                          </a:r>
                        </a:p>
                      </a:txBody>
                      <a:tcPr/>
                    </a:tc>
                    <a:tc>
                      <a:txBody>
                        <a:bodyPr/>
                        <a:lstStyle/>
                        <a:p>
                          <a:endParaRPr lang="zh-TW"/>
                        </a:p>
                      </a:txBody>
                      <a:tcPr>
                        <a:blipFill>
                          <a:blip r:embed="rId3"/>
                          <a:stretch>
                            <a:fillRect l="-200408" t="-389063" r="-1633" b="-282813"/>
                          </a:stretch>
                        </a:blipFill>
                      </a:tcPr>
                    </a:tc>
                    <a:extLst>
                      <a:ext uri="{0D108BD9-81ED-4DB2-BD59-A6C34878D82A}">
                        <a16:rowId xmlns:a16="http://schemas.microsoft.com/office/drawing/2014/main" val="1807228588"/>
                      </a:ext>
                    </a:extLst>
                  </a:tr>
                  <a:tr h="365760">
                    <a:tc>
                      <a:txBody>
                        <a:bodyPr/>
                        <a:lstStyle/>
                        <a:p>
                          <a:endParaRPr lang="zh-TW"/>
                        </a:p>
                      </a:txBody>
                      <a:tcPr>
                        <a:blipFill>
                          <a:blip r:embed="rId3"/>
                          <a:stretch>
                            <a:fillRect l="-685" t="-521667" r="-406164" b="-201667"/>
                          </a:stretch>
                        </a:blipFill>
                      </a:tcPr>
                    </a:tc>
                    <a:tc>
                      <a:txBody>
                        <a:bodyPr/>
                        <a:lstStyle/>
                        <a:p>
                          <a:r>
                            <a:rPr lang="zh-TW" altLang="en-US" dirty="0"/>
                            <a:t>空氣密度</a:t>
                          </a:r>
                        </a:p>
                      </a:txBody>
                      <a:tcPr/>
                    </a:tc>
                    <a:tc>
                      <a:txBody>
                        <a:bodyPr/>
                        <a:lstStyle/>
                        <a:p>
                          <a:endParaRPr lang="zh-TW"/>
                        </a:p>
                      </a:txBody>
                      <a:tcPr>
                        <a:blipFill>
                          <a:blip r:embed="rId3"/>
                          <a:stretch>
                            <a:fillRect l="-200408" t="-521667" r="-1633" b="-201667"/>
                          </a:stretch>
                        </a:blipFill>
                      </a:tcPr>
                    </a:tc>
                    <a:extLst>
                      <a:ext uri="{0D108BD9-81ED-4DB2-BD59-A6C34878D82A}">
                        <a16:rowId xmlns:a16="http://schemas.microsoft.com/office/drawing/2014/main" val="2802610684"/>
                      </a:ext>
                    </a:extLst>
                  </a:tr>
                  <a:tr h="640080">
                    <a:tc>
                      <a:txBody>
                        <a:bodyPr/>
                        <a:lstStyle/>
                        <a:p>
                          <a:endParaRPr lang="zh-TW"/>
                        </a:p>
                      </a:txBody>
                      <a:tcPr>
                        <a:blipFill>
                          <a:blip r:embed="rId3"/>
                          <a:stretch>
                            <a:fillRect l="-685" t="-355238" r="-406164" b="-15238"/>
                          </a:stretch>
                        </a:blipFill>
                      </a:tcPr>
                    </a:tc>
                    <a:tc>
                      <a:txBody>
                        <a:bodyPr/>
                        <a:lstStyle/>
                        <a:p>
                          <a:r>
                            <a:rPr lang="zh-TW" altLang="en-US" dirty="0"/>
                            <a:t>開傘速度</a:t>
                          </a:r>
                        </a:p>
                      </a:txBody>
                      <a:tcPr/>
                    </a:tc>
                    <a:tc>
                      <a:txBody>
                        <a:bodyPr/>
                        <a:lstStyle/>
                        <a:p>
                          <a:r>
                            <a:rPr lang="en-US" altLang="zh-TW" dirty="0"/>
                            <a:t>20m/s(</a:t>
                          </a:r>
                          <a:r>
                            <a:rPr lang="zh-TW" altLang="en-US" dirty="0"/>
                            <a:t>引傘終端速度</a:t>
                          </a:r>
                          <a:r>
                            <a:rPr lang="en-US" altLang="zh-TW" dirty="0"/>
                            <a:t>)</a:t>
                          </a:r>
                          <a:endParaRPr lang="zh-TW" altLang="en-US" dirty="0"/>
                        </a:p>
                      </a:txBody>
                      <a:tcPr/>
                    </a:tc>
                    <a:extLst>
                      <a:ext uri="{0D108BD9-81ED-4DB2-BD59-A6C34878D82A}">
                        <a16:rowId xmlns:a16="http://schemas.microsoft.com/office/drawing/2014/main" val="2035980675"/>
                      </a:ext>
                    </a:extLst>
                  </a:tr>
                </a:tbl>
              </a:graphicData>
            </a:graphic>
          </p:graphicFrame>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9C238BBB-2E0C-E6C1-2C31-72A01B6FDC49}"/>
                  </a:ext>
                </a:extLst>
              </p:cNvPr>
              <p:cNvSpPr txBox="1"/>
              <p:nvPr/>
            </p:nvSpPr>
            <p:spPr>
              <a:xfrm>
                <a:off x="2130132" y="2152393"/>
                <a:ext cx="3425540" cy="6223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solidFill>
                                <a:schemeClr val="bg1"/>
                              </a:solidFill>
                              <a:latin typeface="Cambria Math" panose="02040503050406030204" pitchFamily="18" charset="0"/>
                            </a:rPr>
                          </m:ctrlPr>
                        </m:sSubPr>
                        <m:e>
                          <m:r>
                            <a:rPr lang="zh-TW" altLang="en-US" i="1" smtClean="0">
                              <a:solidFill>
                                <a:schemeClr val="bg1"/>
                              </a:solidFill>
                              <a:latin typeface="Cambria Math" panose="02040503050406030204" pitchFamily="18" charset="0"/>
                            </a:rPr>
                            <m:t>𝐹</m:t>
                          </m:r>
                        </m:e>
                        <m:sub>
                          <m:r>
                            <a:rPr lang="zh-TW" altLang="en-US" i="1" smtClean="0">
                              <a:solidFill>
                                <a:schemeClr val="bg1"/>
                              </a:solidFill>
                              <a:latin typeface="Cambria Math" panose="02040503050406030204" pitchFamily="18" charset="0"/>
                            </a:rPr>
                            <m:t>𝑝</m:t>
                          </m:r>
                        </m:sub>
                      </m:sSub>
                      <m:r>
                        <a:rPr lang="zh-TW" altLang="en-US" i="1" smtClean="0">
                          <a:solidFill>
                            <a:schemeClr val="bg1"/>
                          </a:solidFill>
                          <a:latin typeface="Cambria Math" panose="02040503050406030204" pitchFamily="18" charset="0"/>
                        </a:rPr>
                        <m:t>=</m:t>
                      </m:r>
                      <m:sSub>
                        <m:sSubPr>
                          <m:ctrlPr>
                            <a:rPr lang="zh-TW" altLang="en-US" i="1" smtClean="0">
                              <a:solidFill>
                                <a:schemeClr val="bg1"/>
                              </a:solidFill>
                              <a:latin typeface="Cambria Math" panose="02040503050406030204" pitchFamily="18" charset="0"/>
                            </a:rPr>
                          </m:ctrlPr>
                        </m:sSubPr>
                        <m:e>
                          <m:r>
                            <a:rPr lang="zh-TW" altLang="en-US" i="1" smtClean="0">
                              <a:solidFill>
                                <a:schemeClr val="bg1"/>
                              </a:solidFill>
                              <a:latin typeface="Cambria Math" panose="02040503050406030204" pitchFamily="18" charset="0"/>
                            </a:rPr>
                            <m:t>𝐶</m:t>
                          </m:r>
                        </m:e>
                        <m:sub>
                          <m:r>
                            <a:rPr lang="zh-TW" altLang="en-US" i="1" smtClean="0">
                              <a:solidFill>
                                <a:schemeClr val="bg1"/>
                              </a:solidFill>
                              <a:latin typeface="Cambria Math" panose="02040503050406030204" pitchFamily="18" charset="0"/>
                            </a:rPr>
                            <m:t>𝑋</m:t>
                          </m:r>
                        </m:sub>
                      </m:sSub>
                      <m:sSub>
                        <m:sSubPr>
                          <m:ctrlPr>
                            <a:rPr lang="zh-TW" altLang="en-US" i="1" smtClean="0">
                              <a:solidFill>
                                <a:schemeClr val="bg1"/>
                              </a:solidFill>
                              <a:latin typeface="Cambria Math" panose="02040503050406030204" pitchFamily="18" charset="0"/>
                            </a:rPr>
                          </m:ctrlPr>
                        </m:sSubPr>
                        <m:e>
                          <m:r>
                            <a:rPr lang="zh-TW" altLang="en-US" i="1" smtClean="0">
                              <a:solidFill>
                                <a:schemeClr val="bg1"/>
                              </a:solidFill>
                              <a:latin typeface="Cambria Math" panose="02040503050406030204" pitchFamily="18" charset="0"/>
                            </a:rPr>
                            <m:t>𝑋</m:t>
                          </m:r>
                        </m:e>
                        <m:sub>
                          <m:r>
                            <a:rPr lang="zh-TW" altLang="en-US" i="1" smtClean="0">
                              <a:solidFill>
                                <a:schemeClr val="bg1"/>
                              </a:solidFill>
                              <a:latin typeface="Cambria Math" panose="02040503050406030204" pitchFamily="18" charset="0"/>
                            </a:rPr>
                            <m:t>1</m:t>
                          </m:r>
                        </m:sub>
                      </m:sSub>
                      <m:d>
                        <m:dPr>
                          <m:ctrlPr>
                            <a:rPr lang="zh-TW" altLang="en-US" i="1" smtClean="0">
                              <a:solidFill>
                                <a:schemeClr val="bg1"/>
                              </a:solidFill>
                              <a:latin typeface="Cambria Math" panose="02040503050406030204" pitchFamily="18" charset="0"/>
                            </a:rPr>
                          </m:ctrlPr>
                        </m:dPr>
                        <m:e>
                          <m:f>
                            <m:fPr>
                              <m:ctrlPr>
                                <a:rPr lang="zh-TW" altLang="en-US" i="1" smtClean="0">
                                  <a:solidFill>
                                    <a:schemeClr val="bg1"/>
                                  </a:solidFill>
                                  <a:latin typeface="Cambria Math" panose="02040503050406030204" pitchFamily="18" charset="0"/>
                                </a:rPr>
                              </m:ctrlPr>
                            </m:fPr>
                            <m:num>
                              <m:r>
                                <a:rPr lang="zh-TW" altLang="en-US" i="1" smtClean="0">
                                  <a:solidFill>
                                    <a:schemeClr val="bg1"/>
                                  </a:solidFill>
                                  <a:latin typeface="Cambria Math" panose="02040503050406030204" pitchFamily="18" charset="0"/>
                                </a:rPr>
                                <m:t>1</m:t>
                              </m:r>
                            </m:num>
                            <m:den>
                              <m:r>
                                <a:rPr lang="zh-TW" altLang="en-US" i="1" smtClean="0">
                                  <a:solidFill>
                                    <a:schemeClr val="bg1"/>
                                  </a:solidFill>
                                  <a:latin typeface="Cambria Math" panose="02040503050406030204" pitchFamily="18" charset="0"/>
                                </a:rPr>
                                <m:t>2</m:t>
                              </m:r>
                            </m:den>
                          </m:f>
                          <m:r>
                            <a:rPr lang="zh-TW" altLang="en-US" i="1" smtClean="0">
                              <a:solidFill>
                                <a:schemeClr val="bg1"/>
                              </a:solidFill>
                              <a:latin typeface="Cambria Math" panose="02040503050406030204" pitchFamily="18" charset="0"/>
                            </a:rPr>
                            <m:t>𝜌</m:t>
                          </m:r>
                          <m:sSubSup>
                            <m:sSubSupPr>
                              <m:ctrlPr>
                                <a:rPr lang="zh-TW" altLang="en-US" i="1" smtClean="0">
                                  <a:solidFill>
                                    <a:schemeClr val="bg1"/>
                                  </a:solidFill>
                                  <a:latin typeface="Cambria Math" panose="02040503050406030204" pitchFamily="18" charset="0"/>
                                </a:rPr>
                              </m:ctrlPr>
                            </m:sSubSupPr>
                            <m:e>
                              <m:r>
                                <a:rPr lang="zh-TW" altLang="en-US" i="1" smtClean="0">
                                  <a:solidFill>
                                    <a:schemeClr val="bg1"/>
                                  </a:solidFill>
                                  <a:latin typeface="Cambria Math" panose="02040503050406030204" pitchFamily="18" charset="0"/>
                                </a:rPr>
                                <m:t>𝑉</m:t>
                              </m:r>
                            </m:e>
                            <m:sub>
                              <m:r>
                                <a:rPr lang="zh-TW" altLang="en-US" i="1" smtClean="0">
                                  <a:solidFill>
                                    <a:schemeClr val="bg1"/>
                                  </a:solidFill>
                                  <a:latin typeface="Cambria Math" panose="02040503050406030204" pitchFamily="18" charset="0"/>
                                </a:rPr>
                                <m:t>1</m:t>
                              </m:r>
                            </m:sub>
                            <m:sup>
                              <m:r>
                                <a:rPr lang="zh-TW" altLang="en-US" i="1" smtClean="0">
                                  <a:solidFill>
                                    <a:schemeClr val="bg1"/>
                                  </a:solidFill>
                                  <a:latin typeface="Cambria Math" panose="02040503050406030204" pitchFamily="18" charset="0"/>
                                </a:rPr>
                                <m:t>2</m:t>
                              </m:r>
                            </m:sup>
                          </m:sSubSup>
                        </m:e>
                      </m:d>
                      <m:sSub>
                        <m:sSubPr>
                          <m:ctrlPr>
                            <a:rPr lang="zh-TW" altLang="en-US" i="1" smtClean="0">
                              <a:solidFill>
                                <a:schemeClr val="bg1"/>
                              </a:solidFill>
                              <a:latin typeface="Cambria Math" panose="02040503050406030204" pitchFamily="18" charset="0"/>
                            </a:rPr>
                          </m:ctrlPr>
                        </m:sSubPr>
                        <m:e>
                          <m:d>
                            <m:dPr>
                              <m:ctrlPr>
                                <a:rPr lang="zh-TW" altLang="en-US" i="1" smtClean="0">
                                  <a:solidFill>
                                    <a:schemeClr val="bg1"/>
                                  </a:solidFill>
                                  <a:latin typeface="Cambria Math" panose="02040503050406030204" pitchFamily="18" charset="0"/>
                                </a:rPr>
                              </m:ctrlPr>
                            </m:dPr>
                            <m:e>
                              <m:sSub>
                                <m:sSubPr>
                                  <m:ctrlPr>
                                    <a:rPr lang="zh-TW" altLang="en-US" i="1" smtClean="0">
                                      <a:solidFill>
                                        <a:schemeClr val="bg1"/>
                                      </a:solidFill>
                                      <a:latin typeface="Cambria Math" panose="02040503050406030204" pitchFamily="18" charset="0"/>
                                    </a:rPr>
                                  </m:ctrlPr>
                                </m:sSubPr>
                                <m:e>
                                  <m:r>
                                    <a:rPr lang="zh-TW" altLang="en-US" i="1" smtClean="0">
                                      <a:solidFill>
                                        <a:schemeClr val="bg1"/>
                                      </a:solidFill>
                                      <a:latin typeface="Cambria Math" panose="02040503050406030204" pitchFamily="18" charset="0"/>
                                    </a:rPr>
                                    <m:t>𝐶</m:t>
                                  </m:r>
                                </m:e>
                                <m:sub>
                                  <m:r>
                                    <a:rPr lang="zh-TW" altLang="en-US" i="1" smtClean="0">
                                      <a:solidFill>
                                        <a:schemeClr val="bg1"/>
                                      </a:solidFill>
                                      <a:latin typeface="Cambria Math" panose="02040503050406030204" pitchFamily="18" charset="0"/>
                                    </a:rPr>
                                    <m:t>𝐷</m:t>
                                  </m:r>
                                </m:sub>
                              </m:sSub>
                              <m:r>
                                <a:rPr lang="zh-TW" altLang="en-US" i="1" smtClean="0">
                                  <a:solidFill>
                                    <a:schemeClr val="bg1"/>
                                  </a:solidFill>
                                  <a:latin typeface="Cambria Math" panose="02040503050406030204" pitchFamily="18" charset="0"/>
                                </a:rPr>
                                <m:t>𝑆</m:t>
                              </m:r>
                            </m:e>
                          </m:d>
                        </m:e>
                        <m:sub>
                          <m:r>
                            <a:rPr lang="zh-TW" altLang="en-US" i="1" smtClean="0">
                              <a:solidFill>
                                <a:schemeClr val="bg1"/>
                              </a:solidFill>
                              <a:latin typeface="Cambria Math" panose="02040503050406030204" pitchFamily="18" charset="0"/>
                            </a:rPr>
                            <m:t>𝑝</m:t>
                          </m:r>
                        </m:sub>
                      </m:sSub>
                    </m:oMath>
                  </m:oMathPara>
                </a14:m>
                <a:endParaRPr lang="en-US" altLang="zh-TW" dirty="0">
                  <a:solidFill>
                    <a:schemeClr val="bg1"/>
                  </a:solidFill>
                </a:endParaRPr>
              </a:p>
            </p:txBody>
          </p:sp>
        </mc:Choice>
        <mc:Fallback xmlns="">
          <p:sp>
            <p:nvSpPr>
              <p:cNvPr id="11" name="文字方塊 10">
                <a:extLst>
                  <a:ext uri="{FF2B5EF4-FFF2-40B4-BE49-F238E27FC236}">
                    <a16:creationId xmlns:a16="http://schemas.microsoft.com/office/drawing/2014/main" id="{9C238BBB-2E0C-E6C1-2C31-72A01B6FDC49}"/>
                  </a:ext>
                </a:extLst>
              </p:cNvPr>
              <p:cNvSpPr txBox="1">
                <a:spLocks noRot="1" noChangeAspect="1" noMove="1" noResize="1" noEditPoints="1" noAdjustHandles="1" noChangeArrowheads="1" noChangeShapeType="1" noTextEdit="1"/>
              </p:cNvSpPr>
              <p:nvPr/>
            </p:nvSpPr>
            <p:spPr>
              <a:xfrm>
                <a:off x="2130132" y="2152393"/>
                <a:ext cx="3425540" cy="622350"/>
              </a:xfrm>
              <a:prstGeom prst="rect">
                <a:avLst/>
              </a:prstGeom>
              <a:blipFill>
                <a:blip r:embed="rId4"/>
                <a:stretch>
                  <a:fillRect/>
                </a:stretch>
              </a:blipFill>
            </p:spPr>
            <p:txBody>
              <a:bodyPr/>
              <a:lstStyle/>
              <a:p>
                <a:r>
                  <a:rPr lang="zh-TW" altLang="en-US">
                    <a:noFill/>
                  </a:rPr>
                  <a:t> </a:t>
                </a:r>
              </a:p>
            </p:txBody>
          </p:sp>
        </mc:Fallback>
      </mc:AlternateContent>
      <p:sp>
        <p:nvSpPr>
          <p:cNvPr id="5" name="文字方塊 4">
            <a:extLst>
              <a:ext uri="{FF2B5EF4-FFF2-40B4-BE49-F238E27FC236}">
                <a16:creationId xmlns:a16="http://schemas.microsoft.com/office/drawing/2014/main" id="{07DC9F6D-B04A-D7F3-B1A5-0D2E398BD46A}"/>
              </a:ext>
            </a:extLst>
          </p:cNvPr>
          <p:cNvSpPr txBox="1"/>
          <p:nvPr/>
        </p:nvSpPr>
        <p:spPr>
          <a:xfrm>
            <a:off x="6684821" y="4708955"/>
            <a:ext cx="4114800" cy="1200329"/>
          </a:xfrm>
          <a:prstGeom prst="rect">
            <a:avLst/>
          </a:prstGeom>
          <a:noFill/>
        </p:spPr>
        <p:txBody>
          <a:bodyPr wrap="square" rtlCol="0">
            <a:spAutoFit/>
          </a:bodyPr>
          <a:lstStyle/>
          <a:p>
            <a:r>
              <a:rPr lang="zh-TW" altLang="en-US" b="1" dirty="0">
                <a:solidFill>
                  <a:schemeClr val="bg1"/>
                </a:solidFill>
              </a:rPr>
              <a:t>由於沒有</a:t>
            </a:r>
            <a:r>
              <a:rPr lang="en-US" altLang="zh-TW" b="1" dirty="0">
                <a:solidFill>
                  <a:schemeClr val="bg1"/>
                </a:solidFill>
              </a:rPr>
              <a:t>Reefing</a:t>
            </a:r>
            <a:r>
              <a:rPr lang="zh-TW" altLang="en-US" b="1" dirty="0">
                <a:solidFill>
                  <a:schemeClr val="bg1"/>
                </a:solidFill>
              </a:rPr>
              <a:t>系統，衝擊隨著下墜速度減少而降低，最終達到定值，因此此為</a:t>
            </a:r>
            <a:r>
              <a:rPr lang="en-US" altLang="zh-TW" b="1" dirty="0">
                <a:solidFill>
                  <a:schemeClr val="bg1"/>
                </a:solidFill>
              </a:rPr>
              <a:t>Peak Load</a:t>
            </a:r>
            <a:r>
              <a:rPr lang="zh-TW" altLang="en-US" b="1" dirty="0">
                <a:solidFill>
                  <a:schemeClr val="bg1"/>
                </a:solidFill>
              </a:rPr>
              <a:t> </a:t>
            </a:r>
            <a:r>
              <a:rPr lang="en-US" altLang="zh-TW" b="1" dirty="0">
                <a:solidFill>
                  <a:schemeClr val="bg1"/>
                </a:solidFill>
              </a:rPr>
              <a:t>=</a:t>
            </a:r>
            <a:r>
              <a:rPr lang="zh-TW" altLang="en-US" b="1" dirty="0">
                <a:solidFill>
                  <a:schemeClr val="bg1"/>
                </a:solidFill>
              </a:rPr>
              <a:t> </a:t>
            </a:r>
            <a:r>
              <a:rPr lang="en-US" altLang="zh-TW" b="1" dirty="0">
                <a:solidFill>
                  <a:schemeClr val="bg1"/>
                </a:solidFill>
              </a:rPr>
              <a:t>Opening Force = </a:t>
            </a:r>
            <a:r>
              <a:rPr lang="en-US" altLang="zh-TW" b="1" dirty="0">
                <a:solidFill>
                  <a:srgbClr val="66FFCC"/>
                </a:solidFill>
              </a:rPr>
              <a:t>2081N</a:t>
            </a:r>
            <a:endParaRPr lang="en-US" altLang="zh-TW" b="1" dirty="0">
              <a:solidFill>
                <a:schemeClr val="bg1"/>
              </a:solidFill>
            </a:endParaRPr>
          </a:p>
        </p:txBody>
      </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D5982768-5728-A939-EAF8-0E14D774D315}"/>
                  </a:ext>
                </a:extLst>
              </p:cNvPr>
              <p:cNvSpPr txBox="1"/>
              <p:nvPr/>
            </p:nvSpPr>
            <p:spPr>
              <a:xfrm>
                <a:off x="6684822" y="1646378"/>
                <a:ext cx="2888673" cy="1225015"/>
              </a:xfrm>
              <a:prstGeom prst="rect">
                <a:avLst/>
              </a:prstGeom>
              <a:noFill/>
            </p:spPr>
            <p:txBody>
              <a:bodyPr wrap="square" rtlCol="0">
                <a:spAutoFit/>
              </a:bodyPr>
              <a:lstStyle/>
              <a:p>
                <a:r>
                  <a:rPr lang="zh-TW" altLang="en-US" b="1" dirty="0">
                    <a:solidFill>
                      <a:schemeClr val="bg1"/>
                    </a:solidFill>
                  </a:rPr>
                  <a:t>解方程式得出</a:t>
                </a:r>
                <a:r>
                  <a:rPr lang="en-US" altLang="zh-TW" b="1" dirty="0">
                    <a:solidFill>
                      <a:schemeClr val="bg1"/>
                    </a:solidFill>
                  </a:rPr>
                  <a:t>:</a:t>
                </a:r>
              </a:p>
              <a:p>
                <a:r>
                  <a:rPr lang="en-US" altLang="zh-TW" b="1" dirty="0">
                    <a:solidFill>
                      <a:schemeClr val="bg1"/>
                    </a:solidFill>
                  </a:rPr>
                  <a:t>	</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m:rPr>
                            <m:sty m:val="p"/>
                          </m:rPr>
                          <a:rPr lang="en-US" altLang="zh-TW" b="1" i="1">
                            <a:solidFill>
                              <a:schemeClr val="bg1"/>
                            </a:solidFill>
                            <a:latin typeface="Cambria Math" panose="02040503050406030204" pitchFamily="18" charset="0"/>
                          </a:rPr>
                          <m:t>F</m:t>
                        </m:r>
                      </m:e>
                      <m:sub>
                        <m:r>
                          <m:rPr>
                            <m:sty m:val="p"/>
                          </m:rPr>
                          <a:rPr lang="en-US" altLang="zh-TW" b="1" i="1" smtClean="0">
                            <a:solidFill>
                              <a:schemeClr val="bg1"/>
                            </a:solidFill>
                            <a:latin typeface="Cambria Math" panose="02040503050406030204" pitchFamily="18" charset="0"/>
                          </a:rPr>
                          <m:t>p</m:t>
                        </m:r>
                      </m:sub>
                    </m:sSub>
                    <m:r>
                      <a:rPr lang="en-US" altLang="zh-TW" b="1" i="1" smtClean="0">
                        <a:solidFill>
                          <a:schemeClr val="bg1"/>
                        </a:solidFill>
                        <a:latin typeface="Cambria Math" panose="02040503050406030204" pitchFamily="18" charset="0"/>
                      </a:rPr>
                      <m:t>=</m:t>
                    </m:r>
                  </m:oMath>
                </a14:m>
                <a:r>
                  <a:rPr lang="zh-TW" altLang="en-US" b="1" dirty="0">
                    <a:solidFill>
                      <a:srgbClr val="66FFCC"/>
                    </a:solidFill>
                  </a:rPr>
                  <a:t> </a:t>
                </a:r>
                <a:r>
                  <a:rPr lang="en-US" altLang="zh-TW" b="1" dirty="0">
                    <a:solidFill>
                      <a:srgbClr val="66FFCC"/>
                    </a:solidFill>
                  </a:rPr>
                  <a:t>922.9N</a:t>
                </a:r>
              </a:p>
              <a:p>
                <a:endParaRPr lang="en-US" altLang="zh-TW" b="1" dirty="0">
                  <a:solidFill>
                    <a:srgbClr val="66FFCC"/>
                  </a:solidFill>
                </a:endParaRPr>
              </a:p>
              <a:p>
                <a:endParaRPr lang="zh-TW" altLang="en-US" b="1" dirty="0">
                  <a:solidFill>
                    <a:schemeClr val="bg1"/>
                  </a:solidFill>
                </a:endParaRPr>
              </a:p>
            </p:txBody>
          </p:sp>
        </mc:Choice>
        <mc:Fallback xmlns="">
          <p:sp>
            <p:nvSpPr>
              <p:cNvPr id="10" name="文字方塊 9">
                <a:extLst>
                  <a:ext uri="{FF2B5EF4-FFF2-40B4-BE49-F238E27FC236}">
                    <a16:creationId xmlns:a16="http://schemas.microsoft.com/office/drawing/2014/main" id="{D5982768-5728-A939-EAF8-0E14D774D315}"/>
                  </a:ext>
                </a:extLst>
              </p:cNvPr>
              <p:cNvSpPr txBox="1">
                <a:spLocks noRot="1" noChangeAspect="1" noMove="1" noResize="1" noEditPoints="1" noAdjustHandles="1" noChangeArrowheads="1" noChangeShapeType="1" noTextEdit="1"/>
              </p:cNvSpPr>
              <p:nvPr/>
            </p:nvSpPr>
            <p:spPr>
              <a:xfrm>
                <a:off x="6684822" y="1646378"/>
                <a:ext cx="2888673" cy="1225015"/>
              </a:xfrm>
              <a:prstGeom prst="rect">
                <a:avLst/>
              </a:prstGeom>
              <a:blipFill>
                <a:blip r:embed="rId5"/>
                <a:stretch>
                  <a:fillRect l="-1903" t="-24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03DB0C4B-4246-2F8C-2476-80FF051AE148}"/>
                  </a:ext>
                </a:extLst>
              </p:cNvPr>
              <p:cNvSpPr txBox="1"/>
              <p:nvPr/>
            </p:nvSpPr>
            <p:spPr>
              <a:xfrm>
                <a:off x="6684821" y="2565159"/>
                <a:ext cx="2888673" cy="1225015"/>
              </a:xfrm>
              <a:prstGeom prst="rect">
                <a:avLst/>
              </a:prstGeom>
              <a:noFill/>
            </p:spPr>
            <p:txBody>
              <a:bodyPr wrap="square" rtlCol="0">
                <a:spAutoFit/>
              </a:bodyPr>
              <a:lstStyle/>
              <a:p>
                <a:r>
                  <a:rPr lang="zh-TW" altLang="en-US" b="1" dirty="0">
                    <a:solidFill>
                      <a:schemeClr val="bg1"/>
                    </a:solidFill>
                  </a:rPr>
                  <a:t>比較實驗</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a:rPr lang="en-US" altLang="zh-TW" b="1" i="1" smtClean="0">
                            <a:solidFill>
                              <a:schemeClr val="bg1"/>
                            </a:solidFill>
                            <a:latin typeface="Cambria Math" panose="02040503050406030204" pitchFamily="18" charset="0"/>
                          </a:rPr>
                          <m:t>𝑪</m:t>
                        </m:r>
                      </m:e>
                      <m:sub>
                        <m:r>
                          <a:rPr lang="en-US" altLang="zh-TW" b="1" i="1" smtClean="0">
                            <a:solidFill>
                              <a:schemeClr val="bg1"/>
                            </a:solidFill>
                            <a:latin typeface="Cambria Math" panose="02040503050406030204" pitchFamily="18" charset="0"/>
                          </a:rPr>
                          <m:t>𝒌</m:t>
                        </m:r>
                      </m:sub>
                    </m:sSub>
                    <m:r>
                      <a:rPr lang="zh-TW" altLang="en-US" b="1" i="1">
                        <a:solidFill>
                          <a:schemeClr val="bg1"/>
                        </a:solidFill>
                        <a:latin typeface="Cambria Math" panose="02040503050406030204" pitchFamily="18" charset="0"/>
                      </a:rPr>
                      <m:t>值算出的</m:t>
                    </m:r>
                  </m:oMath>
                </a14:m>
                <a:r>
                  <a:rPr lang="en-US" altLang="zh-TW" b="1" dirty="0">
                    <a:solidFill>
                      <a:schemeClr val="bg1"/>
                    </a:solidFill>
                  </a:rPr>
                  <a:t>:</a:t>
                </a:r>
              </a:p>
              <a:p>
                <a:r>
                  <a:rPr lang="en-US" altLang="zh-TW" b="1" dirty="0">
                    <a:solidFill>
                      <a:schemeClr val="bg1"/>
                    </a:solidFill>
                  </a:rPr>
                  <a:t>	</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m:rPr>
                            <m:sty m:val="p"/>
                          </m:rPr>
                          <a:rPr lang="en-US" altLang="zh-TW" b="1" i="1">
                            <a:solidFill>
                              <a:schemeClr val="bg1"/>
                            </a:solidFill>
                            <a:latin typeface="Cambria Math" panose="02040503050406030204" pitchFamily="18" charset="0"/>
                          </a:rPr>
                          <m:t>F</m:t>
                        </m:r>
                      </m:e>
                      <m:sub>
                        <m:r>
                          <m:rPr>
                            <m:sty m:val="p"/>
                          </m:rPr>
                          <a:rPr lang="en-US" altLang="zh-TW" b="1" i="1" smtClean="0">
                            <a:solidFill>
                              <a:schemeClr val="bg1"/>
                            </a:solidFill>
                            <a:latin typeface="Cambria Math" panose="02040503050406030204" pitchFamily="18" charset="0"/>
                          </a:rPr>
                          <m:t>p</m:t>
                        </m:r>
                      </m:sub>
                    </m:sSub>
                    <m:r>
                      <a:rPr lang="en-US" altLang="zh-TW" b="1" i="1" smtClean="0">
                        <a:solidFill>
                          <a:schemeClr val="bg1"/>
                        </a:solidFill>
                        <a:latin typeface="Cambria Math" panose="02040503050406030204" pitchFamily="18" charset="0"/>
                      </a:rPr>
                      <m:t>=</m:t>
                    </m:r>
                  </m:oMath>
                </a14:m>
                <a:r>
                  <a:rPr lang="zh-TW" altLang="en-US" b="1" dirty="0">
                    <a:solidFill>
                      <a:srgbClr val="66FFCC"/>
                    </a:solidFill>
                  </a:rPr>
                  <a:t> </a:t>
                </a:r>
                <a:r>
                  <a:rPr lang="en-US" altLang="zh-TW" b="1" dirty="0">
                    <a:solidFill>
                      <a:srgbClr val="66FFCC"/>
                    </a:solidFill>
                  </a:rPr>
                  <a:t>2081N</a:t>
                </a:r>
              </a:p>
              <a:p>
                <a:endParaRPr lang="en-US" altLang="zh-TW" b="1" dirty="0">
                  <a:solidFill>
                    <a:srgbClr val="66FFCC"/>
                  </a:solidFill>
                </a:endParaRPr>
              </a:p>
              <a:p>
                <a:endParaRPr lang="zh-TW" altLang="en-US" b="1" dirty="0">
                  <a:solidFill>
                    <a:schemeClr val="bg1"/>
                  </a:solidFill>
                </a:endParaRPr>
              </a:p>
            </p:txBody>
          </p:sp>
        </mc:Choice>
        <mc:Fallback xmlns="">
          <p:sp>
            <p:nvSpPr>
              <p:cNvPr id="18" name="文字方塊 17">
                <a:extLst>
                  <a:ext uri="{FF2B5EF4-FFF2-40B4-BE49-F238E27FC236}">
                    <a16:creationId xmlns:a16="http://schemas.microsoft.com/office/drawing/2014/main" id="{03DB0C4B-4246-2F8C-2476-80FF051AE148}"/>
                  </a:ext>
                </a:extLst>
              </p:cNvPr>
              <p:cNvSpPr txBox="1">
                <a:spLocks noRot="1" noChangeAspect="1" noMove="1" noResize="1" noEditPoints="1" noAdjustHandles="1" noChangeArrowheads="1" noChangeShapeType="1" noTextEdit="1"/>
              </p:cNvSpPr>
              <p:nvPr/>
            </p:nvSpPr>
            <p:spPr>
              <a:xfrm>
                <a:off x="6684821" y="2565159"/>
                <a:ext cx="2888673" cy="1225015"/>
              </a:xfrm>
              <a:prstGeom prst="rect">
                <a:avLst/>
              </a:prstGeom>
              <a:blipFill>
                <a:blip r:embed="rId6"/>
                <a:stretch>
                  <a:fillRect l="-1903" t="-2985"/>
                </a:stretch>
              </a:blipFill>
            </p:spPr>
            <p:txBody>
              <a:bodyPr/>
              <a:lstStyle/>
              <a:p>
                <a:r>
                  <a:rPr lang="zh-TW" altLang="en-US">
                    <a:noFill/>
                  </a:rPr>
                  <a:t> </a:t>
                </a:r>
              </a:p>
            </p:txBody>
          </p:sp>
        </mc:Fallback>
      </mc:AlternateContent>
      <p:sp>
        <p:nvSpPr>
          <p:cNvPr id="19" name="文字方塊 18">
            <a:extLst>
              <a:ext uri="{FF2B5EF4-FFF2-40B4-BE49-F238E27FC236}">
                <a16:creationId xmlns:a16="http://schemas.microsoft.com/office/drawing/2014/main" id="{85EE704A-5B12-3ECD-2BAF-3B9647A8FB60}"/>
              </a:ext>
            </a:extLst>
          </p:cNvPr>
          <p:cNvSpPr txBox="1"/>
          <p:nvPr/>
        </p:nvSpPr>
        <p:spPr>
          <a:xfrm>
            <a:off x="6744089" y="3350093"/>
            <a:ext cx="4114800" cy="646331"/>
          </a:xfrm>
          <a:prstGeom prst="rect">
            <a:avLst/>
          </a:prstGeom>
          <a:noFill/>
        </p:spPr>
        <p:txBody>
          <a:bodyPr wrap="square" rtlCol="0">
            <a:spAutoFit/>
          </a:bodyPr>
          <a:lstStyle/>
          <a:p>
            <a:r>
              <a:rPr lang="zh-TW" altLang="en-US" b="1" dirty="0">
                <a:solidFill>
                  <a:schemeClr val="bg1"/>
                </a:solidFill>
              </a:rPr>
              <a:t>推測是由於頂部不透風的</a:t>
            </a:r>
            <a:r>
              <a:rPr lang="en-US" altLang="zh-TW" b="1" dirty="0">
                <a:solidFill>
                  <a:schemeClr val="bg1"/>
                </a:solidFill>
              </a:rPr>
              <a:t>disk</a:t>
            </a:r>
            <a:r>
              <a:rPr lang="zh-TW" altLang="en-US" b="1" dirty="0">
                <a:solidFill>
                  <a:schemeClr val="bg1"/>
                </a:solidFill>
              </a:rPr>
              <a:t>導致較大的開傘衝擊，因此以後者為準。</a:t>
            </a:r>
            <a:endParaRPr lang="en-US" altLang="zh-TW" b="1" dirty="0">
              <a:solidFill>
                <a:schemeClr val="bg1"/>
              </a:solidFill>
            </a:endParaRPr>
          </a:p>
        </p:txBody>
      </p:sp>
    </p:spTree>
    <p:extLst>
      <p:ext uri="{BB962C8B-B14F-4D97-AF65-F5344CB8AC3E}">
        <p14:creationId xmlns:p14="http://schemas.microsoft.com/office/powerpoint/2010/main" val="3199387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6C0E9-BF06-FBC5-AC10-9F6F6E2A1A8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EDFDA3-D4CE-BED9-E3E9-C3095FBA144B}"/>
              </a:ext>
            </a:extLst>
          </p:cNvPr>
          <p:cNvSpPr>
            <a:spLocks noGrp="1"/>
          </p:cNvSpPr>
          <p:nvPr>
            <p:ph type="title"/>
          </p:nvPr>
        </p:nvSpPr>
        <p:spPr/>
        <p:txBody>
          <a:bodyPr/>
          <a:lstStyle/>
          <a:p>
            <a:r>
              <a:rPr lang="zh-TW" altLang="en-US" dirty="0"/>
              <a:t>降落傘受力估算</a:t>
            </a:r>
            <a:endParaRPr lang="en-US" dirty="0"/>
          </a:p>
        </p:txBody>
      </p:sp>
      <p:sp>
        <p:nvSpPr>
          <p:cNvPr id="4" name="Text Placeholder 3">
            <a:extLst>
              <a:ext uri="{FF2B5EF4-FFF2-40B4-BE49-F238E27FC236}">
                <a16:creationId xmlns:a16="http://schemas.microsoft.com/office/drawing/2014/main" id="{2BD0532B-7D46-B199-E608-3D81D5A045DD}"/>
              </a:ext>
            </a:extLst>
          </p:cNvPr>
          <p:cNvSpPr>
            <a:spLocks noGrp="1"/>
          </p:cNvSpPr>
          <p:nvPr>
            <p:ph type="body" sz="quarter" idx="10"/>
          </p:nvPr>
        </p:nvSpPr>
        <p:spPr/>
        <p:txBody>
          <a:bodyPr>
            <a:normAutofit fontScale="92500" lnSpcReduction="10000"/>
          </a:bodyPr>
          <a:lstStyle/>
          <a:p>
            <a:r>
              <a:rPr lang="zh-TW" altLang="en-US" dirty="0">
                <a:solidFill>
                  <a:schemeClr val="accent6"/>
                </a:solidFill>
              </a:rPr>
              <a:t>開傘衝擊</a:t>
            </a:r>
          </a:p>
        </p:txBody>
      </p:sp>
      <p:sp>
        <p:nvSpPr>
          <p:cNvPr id="7" name="文字方塊 6">
            <a:extLst>
              <a:ext uri="{FF2B5EF4-FFF2-40B4-BE49-F238E27FC236}">
                <a16:creationId xmlns:a16="http://schemas.microsoft.com/office/drawing/2014/main" id="{F0874716-A8E7-CF39-3870-CAC04F05DFFD}"/>
              </a:ext>
            </a:extLst>
          </p:cNvPr>
          <p:cNvSpPr txBox="1"/>
          <p:nvPr/>
        </p:nvSpPr>
        <p:spPr>
          <a:xfrm>
            <a:off x="331527" y="1691729"/>
            <a:ext cx="3491347" cy="646331"/>
          </a:xfrm>
          <a:prstGeom prst="rect">
            <a:avLst/>
          </a:prstGeom>
          <a:noFill/>
        </p:spPr>
        <p:txBody>
          <a:bodyPr wrap="square" rtlCol="0">
            <a:spAutoFit/>
          </a:bodyPr>
          <a:lstStyle/>
          <a:p>
            <a:r>
              <a:rPr lang="en-US" altLang="zh-TW" b="1" dirty="0">
                <a:solidFill>
                  <a:schemeClr val="bg1"/>
                </a:solidFill>
              </a:rPr>
              <a:t>1. </a:t>
            </a:r>
            <a:r>
              <a:rPr lang="zh-TW" altLang="en-US" b="1" dirty="0">
                <a:solidFill>
                  <a:schemeClr val="bg1"/>
                </a:solidFill>
              </a:rPr>
              <a:t>傘繩</a:t>
            </a:r>
            <a:r>
              <a:rPr lang="en-US" altLang="zh-TW" b="1" dirty="0">
                <a:solidFill>
                  <a:schemeClr val="bg1"/>
                </a:solidFill>
              </a:rPr>
              <a:t>/</a:t>
            </a:r>
            <a:r>
              <a:rPr lang="zh-TW" altLang="en-US" b="1" dirty="0">
                <a:solidFill>
                  <a:schemeClr val="bg1"/>
                </a:solidFill>
              </a:rPr>
              <a:t>加強帶</a:t>
            </a:r>
            <a:endParaRPr lang="en-US" altLang="zh-TW" b="1" dirty="0">
              <a:solidFill>
                <a:schemeClr val="bg1"/>
              </a:solidFill>
            </a:endParaRPr>
          </a:p>
          <a:p>
            <a:endParaRPr lang="en-US" altLang="zh-TW" b="1" dirty="0">
              <a:solidFill>
                <a:schemeClr val="bg1"/>
              </a:solidFill>
            </a:endParaRPr>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C618C76B-29E2-4F2C-3ED2-6F4E9ABB0AA0}"/>
                  </a:ext>
                </a:extLst>
              </p:cNvPr>
              <p:cNvGraphicFramePr>
                <a:graphicFrameLocks noGrp="1"/>
              </p:cNvGraphicFramePr>
              <p:nvPr>
                <p:extLst>
                  <p:ext uri="{D42A27DB-BD31-4B8C-83A1-F6EECF244321}">
                    <p14:modId xmlns:p14="http://schemas.microsoft.com/office/powerpoint/2010/main" val="3976498702"/>
                  </p:ext>
                </p:extLst>
              </p:nvPr>
            </p:nvGraphicFramePr>
            <p:xfrm>
              <a:off x="331527" y="2713619"/>
              <a:ext cx="4409806" cy="2859215"/>
            </p:xfrm>
            <a:graphic>
              <a:graphicData uri="http://schemas.openxmlformats.org/drawingml/2006/table">
                <a:tbl>
                  <a:tblPr firstRow="1" bandRow="1">
                    <a:tableStyleId>{5C22544A-7EE6-4342-B048-85BDC9FD1C3A}</a:tableStyleId>
                  </a:tblPr>
                  <a:tblGrid>
                    <a:gridCol w="1187229">
                      <a:extLst>
                        <a:ext uri="{9D8B030D-6E8A-4147-A177-3AD203B41FA5}">
                          <a16:colId xmlns:a16="http://schemas.microsoft.com/office/drawing/2014/main" val="3510396991"/>
                        </a:ext>
                      </a:extLst>
                    </a:gridCol>
                    <a:gridCol w="1752642">
                      <a:extLst>
                        <a:ext uri="{9D8B030D-6E8A-4147-A177-3AD203B41FA5}">
                          <a16:colId xmlns:a16="http://schemas.microsoft.com/office/drawing/2014/main" val="1163364437"/>
                        </a:ext>
                      </a:extLst>
                    </a:gridCol>
                    <a:gridCol w="1469935">
                      <a:extLst>
                        <a:ext uri="{9D8B030D-6E8A-4147-A177-3AD203B41FA5}">
                          <a16:colId xmlns:a16="http://schemas.microsoft.com/office/drawing/2014/main" val="3543877168"/>
                        </a:ext>
                      </a:extLst>
                    </a:gridCol>
                  </a:tblGrid>
                  <a:tr h="335244">
                    <a:tc>
                      <a:txBody>
                        <a:bodyPr/>
                        <a:lstStyle/>
                        <a:p>
                          <a:r>
                            <a:rPr lang="zh-TW" altLang="en-US" dirty="0"/>
                            <a:t>項目</a:t>
                          </a:r>
                        </a:p>
                      </a:txBody>
                      <a:tcPr/>
                    </a:tc>
                    <a:tc>
                      <a:txBody>
                        <a:bodyPr/>
                        <a:lstStyle/>
                        <a:p>
                          <a:r>
                            <a:rPr lang="zh-TW" altLang="en-US" dirty="0"/>
                            <a:t>意義</a:t>
                          </a:r>
                        </a:p>
                      </a:txBody>
                      <a:tcPr/>
                    </a:tc>
                    <a:tc>
                      <a:txBody>
                        <a:bodyPr/>
                        <a:lstStyle/>
                        <a:p>
                          <a:r>
                            <a:rPr lang="zh-TW" altLang="en-US" dirty="0"/>
                            <a:t>數值</a:t>
                          </a:r>
                        </a:p>
                      </a:txBody>
                      <a:tcPr/>
                    </a:tc>
                    <a:extLst>
                      <a:ext uri="{0D108BD9-81ED-4DB2-BD59-A6C34878D82A}">
                        <a16:rowId xmlns:a16="http://schemas.microsoft.com/office/drawing/2014/main" val="1498088001"/>
                      </a:ext>
                    </a:extLst>
                  </a:tr>
                  <a:tr h="335244">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𝑛</m:t>
                                    </m:r>
                                    <m:r>
                                      <m:rPr>
                                        <m:sty m:val="p"/>
                                      </m:rPr>
                                      <a:rPr lang="en-US" altLang="zh-TW" b="0" i="1" smtClean="0">
                                        <a:latin typeface="Cambria Math" panose="02040503050406030204" pitchFamily="18" charset="0"/>
                                      </a:rPr>
                                      <m:t>ominal</m:t>
                                    </m:r>
                                  </m:sub>
                                </m:sSub>
                              </m:oMath>
                            </m:oMathPara>
                          </a14:m>
                          <a:endParaRPr lang="zh-TW" altLang="en-US" dirty="0"/>
                        </a:p>
                      </a:txBody>
                      <a:tcPr/>
                    </a:tc>
                    <a:tc>
                      <a:txBody>
                        <a:bodyPr/>
                        <a:lstStyle/>
                        <a:p>
                          <a:r>
                            <a:rPr lang="zh-TW" altLang="en-US" dirty="0"/>
                            <a:t>傘繩標稱強度</a:t>
                          </a:r>
                        </a:p>
                      </a:txBody>
                      <a:tcPr/>
                    </a:tc>
                    <a:tc>
                      <a:txBody>
                        <a:bodyPr/>
                        <a:lstStyle/>
                        <a:p>
                          <a:r>
                            <a:rPr lang="zh-TW" altLang="en-US" dirty="0"/>
                            <a:t>所求</a:t>
                          </a:r>
                        </a:p>
                      </a:txBody>
                      <a:tcPr/>
                    </a:tc>
                    <a:extLst>
                      <a:ext uri="{0D108BD9-81ED-4DB2-BD59-A6C34878D82A}">
                        <a16:rowId xmlns:a16="http://schemas.microsoft.com/office/drawing/2014/main" val="970680897"/>
                      </a:ext>
                    </a:extLst>
                  </a:tr>
                  <a:tr h="335244">
                    <a:tc>
                      <a:txBody>
                        <a:bodyPr/>
                        <a:lstStyle/>
                        <a:p>
                          <a:pPr/>
                          <a14:m>
                            <m:oMathPara xmlns:m="http://schemas.openxmlformats.org/officeDocument/2006/math">
                              <m:oMathParaPr>
                                <m:jc m:val="centerGroup"/>
                              </m:oMathParaPr>
                              <m:oMath xmlns:m="http://schemas.openxmlformats.org/officeDocument/2006/math">
                                <m:r>
                                  <a:rPr lang="zh-TW" altLang="en-US" b="0" i="1" smtClean="0">
                                    <a:latin typeface="Cambria Math" panose="02040503050406030204" pitchFamily="18" charset="0"/>
                                  </a:rPr>
                                  <m:t>𝑆𝐹</m:t>
                                </m:r>
                                <m:r>
                                  <a:rPr lang="en-US" altLang="zh-TW" b="0" i="1" smtClean="0">
                                    <a:latin typeface="Cambria Math" panose="02040503050406030204" pitchFamily="18" charset="0"/>
                                  </a:rPr>
                                  <m:t>_</m:t>
                                </m:r>
                                <m:r>
                                  <a:rPr lang="zh-TW" altLang="en-US" b="0" i="1" smtClean="0">
                                    <a:latin typeface="Cambria Math" panose="02040503050406030204" pitchFamily="18" charset="0"/>
                                  </a:rPr>
                                  <m:t>𝑙</m:t>
                                </m:r>
                                <m:r>
                                  <a:rPr lang="zh-TW" altLang="en-US" b="0" i="1" smtClean="0">
                                    <a:latin typeface="Cambria Math" panose="02040503050406030204" pitchFamily="18" charset="0"/>
                                  </a:rPr>
                                  <m:t> </m:t>
                                </m:r>
                                <m:r>
                                  <a:rPr lang="zh-TW" altLang="en-US" b="0" i="1" smtClean="0">
                                    <a:latin typeface="Cambria Math" panose="02040503050406030204" pitchFamily="18" charset="0"/>
                                  </a:rPr>
                                  <m:t>𝑖𝑛𝑒</m:t>
                                </m:r>
                              </m:oMath>
                            </m:oMathPara>
                          </a14:m>
                          <a:endParaRPr lang="zh-TW" altLang="en-US" dirty="0"/>
                        </a:p>
                      </a:txBody>
                      <a:tcPr/>
                    </a:tc>
                    <a:tc>
                      <a:txBody>
                        <a:bodyPr/>
                        <a:lstStyle/>
                        <a:p>
                          <a:r>
                            <a:rPr lang="zh-TW" altLang="en-US" dirty="0"/>
                            <a:t>安全係數</a:t>
                          </a:r>
                        </a:p>
                      </a:txBody>
                      <a:tcPr/>
                    </a:tc>
                    <a:tc>
                      <a:txBody>
                        <a:bodyPr/>
                        <a:lstStyle/>
                        <a:p>
                          <a:r>
                            <a:rPr lang="en-US" altLang="zh-TW" b="0" dirty="0"/>
                            <a:t>2</a:t>
                          </a:r>
                        </a:p>
                      </a:txBody>
                      <a:tcPr/>
                    </a:tc>
                    <a:extLst>
                      <a:ext uri="{0D108BD9-81ED-4DB2-BD59-A6C34878D82A}">
                        <a16:rowId xmlns:a16="http://schemas.microsoft.com/office/drawing/2014/main" val="4198389816"/>
                      </a:ext>
                    </a:extLst>
                  </a:tr>
                  <a:tr h="357652">
                    <a:tc>
                      <a:txBody>
                        <a:bodyPr/>
                        <a:lstStyle/>
                        <a:p>
                          <a:pPr/>
                          <a14:m>
                            <m:oMathPara xmlns:m="http://schemas.openxmlformats.org/officeDocument/2006/math">
                              <m:oMathParaPr>
                                <m:jc m:val="centerGroup"/>
                              </m:oMathParaPr>
                              <m:oMath xmlns:m="http://schemas.openxmlformats.org/officeDocument/2006/math">
                                <m:r>
                                  <a:rPr lang="zh-TW" altLang="en-US" i="1" smtClean="0">
                                    <a:solidFill>
                                      <a:srgbClr val="333333"/>
                                    </a:solidFill>
                                    <a:latin typeface="Cambria Math" panose="02040503050406030204" pitchFamily="18" charset="0"/>
                                  </a:rPr>
                                  <m:t>𝑘</m:t>
                                </m:r>
                                <m:r>
                                  <a:rPr lang="en-US" altLang="zh-TW" i="1" smtClean="0">
                                    <a:solidFill>
                                      <a:srgbClr val="333333"/>
                                    </a:solidFill>
                                    <a:latin typeface="Cambria Math" panose="02040503050406030204" pitchFamily="18" charset="0"/>
                                  </a:rPr>
                                  <m:t>_</m:t>
                                </m:r>
                                <m:r>
                                  <a:rPr lang="zh-TW" altLang="en-US" i="1" smtClean="0">
                                    <a:solidFill>
                                      <a:srgbClr val="333333"/>
                                    </a:solidFill>
                                    <a:latin typeface="Cambria Math" panose="02040503050406030204" pitchFamily="18" charset="0"/>
                                  </a:rPr>
                                  <m:t>𝑢𝑛𝑒𝑣𝑒𝑛</m:t>
                                </m:r>
                              </m:oMath>
                            </m:oMathPara>
                          </a14:m>
                          <a:endParaRPr lang="zh-TW" altLang="en-US" dirty="0">
                            <a:solidFill>
                              <a:srgbClr val="333333"/>
                            </a:solidFill>
                          </a:endParaRPr>
                        </a:p>
                      </a:txBody>
                      <a:tcPr/>
                    </a:tc>
                    <a:tc>
                      <a:txBody>
                        <a:bodyPr/>
                        <a:lstStyle/>
                        <a:p>
                          <a:r>
                            <a:rPr lang="zh-TW" altLang="en-US" dirty="0"/>
                            <a:t>不均勻載荷係數</a:t>
                          </a:r>
                        </a:p>
                      </a:txBody>
                      <a:tcPr/>
                    </a:tc>
                    <a:tc>
                      <a:txBody>
                        <a:bodyPr/>
                        <a:lstStyle/>
                        <a:p>
                          <a:r>
                            <a:rPr lang="en-US" altLang="zh-TW" dirty="0"/>
                            <a:t>2</a:t>
                          </a:r>
                          <a:endParaRPr lang="zh-TW" altLang="en-US" dirty="0"/>
                        </a:p>
                      </a:txBody>
                      <a:tcPr/>
                    </a:tc>
                    <a:extLst>
                      <a:ext uri="{0D108BD9-81ED-4DB2-BD59-A6C34878D82A}">
                        <a16:rowId xmlns:a16="http://schemas.microsoft.com/office/drawing/2014/main" val="1807228588"/>
                      </a:ext>
                    </a:extLst>
                  </a:tr>
                  <a:tr h="335244">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r>
                            <a:rPr lang="zh-TW" altLang="en-US" dirty="0"/>
                            <a:t>開傘衝擊</a:t>
                          </a:r>
                        </a:p>
                      </a:txBody>
                      <a:tcPr/>
                    </a:tc>
                    <a:tc>
                      <a:txBody>
                        <a:bodyPr/>
                        <a:lstStyle/>
                        <a:p>
                          <a:r>
                            <a:rPr lang="en-US" altLang="zh-TW" dirty="0"/>
                            <a:t>2081N</a:t>
                          </a:r>
                          <a:endParaRPr lang="zh-TW" altLang="en-US" dirty="0"/>
                        </a:p>
                      </a:txBody>
                      <a:tcPr/>
                    </a:tc>
                    <a:extLst>
                      <a:ext uri="{0D108BD9-81ED-4DB2-BD59-A6C34878D82A}">
                        <a16:rowId xmlns:a16="http://schemas.microsoft.com/office/drawing/2014/main" val="2858108726"/>
                      </a:ext>
                    </a:extLst>
                  </a:tr>
                  <a:tr h="335244">
                    <a:tc>
                      <a:txBody>
                        <a:bodyPr/>
                        <a:lstStyle/>
                        <a:p>
                          <a:pPr/>
                          <a14:m>
                            <m:oMathPara xmlns:m="http://schemas.openxmlformats.org/officeDocument/2006/math">
                              <m:oMathParaPr>
                                <m:jc m:val="centerGroup"/>
                              </m:oMathParaPr>
                              <m:oMath xmlns:m="http://schemas.openxmlformats.org/officeDocument/2006/math">
                                <m:r>
                                  <a:rPr lang="en-US" altLang="zh-TW" i="1" smtClean="0">
                                    <a:solidFill>
                                      <a:srgbClr val="333333"/>
                                    </a:solidFill>
                                    <a:latin typeface="Cambria Math" panose="02040503050406030204" pitchFamily="18" charset="0"/>
                                  </a:rPr>
                                  <m:t>𝜂</m:t>
                                </m:r>
                              </m:oMath>
                            </m:oMathPara>
                          </a14:m>
                          <a:endParaRPr lang="zh-TW" altLang="en-US" dirty="0">
                            <a:solidFill>
                              <a:srgbClr val="333333"/>
                            </a:solidFill>
                          </a:endParaRPr>
                        </a:p>
                      </a:txBody>
                      <a:tcPr/>
                    </a:tc>
                    <a:tc>
                      <a:txBody>
                        <a:bodyPr/>
                        <a:lstStyle/>
                        <a:p>
                          <a:r>
                            <a:rPr lang="zh-TW" altLang="en-US" dirty="0"/>
                            <a:t>傳導效率</a:t>
                          </a:r>
                        </a:p>
                      </a:txBody>
                      <a:tcPr/>
                    </a:tc>
                    <a:tc>
                      <a:txBody>
                        <a:bodyPr/>
                        <a:lstStyle/>
                        <a:p>
                          <a:r>
                            <a:rPr lang="en-US" altLang="zh-TW" dirty="0"/>
                            <a:t>0.5</a:t>
                          </a:r>
                          <a:endParaRPr lang="zh-TW" altLang="en-US" dirty="0"/>
                        </a:p>
                      </a:txBody>
                      <a:tcPr/>
                    </a:tc>
                    <a:extLst>
                      <a:ext uri="{0D108BD9-81ED-4DB2-BD59-A6C34878D82A}">
                        <a16:rowId xmlns:a16="http://schemas.microsoft.com/office/drawing/2014/main" val="2802610684"/>
                      </a:ext>
                    </a:extLst>
                  </a:tr>
                  <a:tr h="335244">
                    <a:tc>
                      <a:txBody>
                        <a:bodyPr/>
                        <a:lstStyle/>
                        <a:p>
                          <a:pPr/>
                          <a14:m>
                            <m:oMathPara xmlns:m="http://schemas.openxmlformats.org/officeDocument/2006/math">
                              <m:oMathParaPr>
                                <m:jc m:val="centerGroup"/>
                              </m:oMathParaPr>
                              <m:oMath xmlns:m="http://schemas.openxmlformats.org/officeDocument/2006/math">
                                <m:r>
                                  <a:rPr lang="en-US" altLang="zh-TW" i="1" smtClean="0">
                                    <a:solidFill>
                                      <a:srgbClr val="333333"/>
                                    </a:solidFill>
                                    <a:latin typeface="Cambria Math" panose="02040503050406030204" pitchFamily="18" charset="0"/>
                                  </a:rPr>
                                  <m:t>𝑁</m:t>
                                </m:r>
                              </m:oMath>
                            </m:oMathPara>
                          </a14:m>
                          <a:endParaRPr lang="zh-TW" altLang="en-US" dirty="0">
                            <a:solidFill>
                              <a:srgbClr val="333333"/>
                            </a:solidFill>
                          </a:endParaRPr>
                        </a:p>
                      </a:txBody>
                      <a:tcPr/>
                    </a:tc>
                    <a:tc>
                      <a:txBody>
                        <a:bodyPr/>
                        <a:lstStyle/>
                        <a:p>
                          <a:r>
                            <a:rPr lang="zh-TW" altLang="en-US" dirty="0"/>
                            <a:t>傘繩數目</a:t>
                          </a:r>
                        </a:p>
                      </a:txBody>
                      <a:tcPr/>
                    </a:tc>
                    <a:tc>
                      <a:txBody>
                        <a:bodyPr/>
                        <a:lstStyle/>
                        <a:p>
                          <a:r>
                            <a:rPr lang="en-US" altLang="zh-TW" dirty="0"/>
                            <a:t>8</a:t>
                          </a:r>
                          <a:endParaRPr lang="zh-TW" altLang="en-US" dirty="0"/>
                        </a:p>
                      </a:txBody>
                      <a:tcPr/>
                    </a:tc>
                    <a:extLst>
                      <a:ext uri="{0D108BD9-81ED-4DB2-BD59-A6C34878D82A}">
                        <a16:rowId xmlns:a16="http://schemas.microsoft.com/office/drawing/2014/main" val="1234727032"/>
                      </a:ext>
                    </a:extLst>
                  </a:tr>
                </a:tbl>
              </a:graphicData>
            </a:graphic>
          </p:graphicFrame>
        </mc:Choice>
        <mc:Fallback xmlns="">
          <p:graphicFrame>
            <p:nvGraphicFramePr>
              <p:cNvPr id="8" name="表格 7">
                <a:extLst>
                  <a:ext uri="{FF2B5EF4-FFF2-40B4-BE49-F238E27FC236}">
                    <a16:creationId xmlns:a16="http://schemas.microsoft.com/office/drawing/2014/main" id="{C618C76B-29E2-4F2C-3ED2-6F4E9ABB0AA0}"/>
                  </a:ext>
                </a:extLst>
              </p:cNvPr>
              <p:cNvGraphicFramePr>
                <a:graphicFrameLocks noGrp="1"/>
              </p:cNvGraphicFramePr>
              <p:nvPr>
                <p:extLst>
                  <p:ext uri="{D42A27DB-BD31-4B8C-83A1-F6EECF244321}">
                    <p14:modId xmlns:p14="http://schemas.microsoft.com/office/powerpoint/2010/main" val="3976498702"/>
                  </p:ext>
                </p:extLst>
              </p:nvPr>
            </p:nvGraphicFramePr>
            <p:xfrm>
              <a:off x="331527" y="2713619"/>
              <a:ext cx="4409806" cy="2855849"/>
            </p:xfrm>
            <a:graphic>
              <a:graphicData uri="http://schemas.openxmlformats.org/drawingml/2006/table">
                <a:tbl>
                  <a:tblPr firstRow="1" bandRow="1">
                    <a:tableStyleId>{5C22544A-7EE6-4342-B048-85BDC9FD1C3A}</a:tableStyleId>
                  </a:tblPr>
                  <a:tblGrid>
                    <a:gridCol w="1187229">
                      <a:extLst>
                        <a:ext uri="{9D8B030D-6E8A-4147-A177-3AD203B41FA5}">
                          <a16:colId xmlns:a16="http://schemas.microsoft.com/office/drawing/2014/main" val="3510396991"/>
                        </a:ext>
                      </a:extLst>
                    </a:gridCol>
                    <a:gridCol w="1752642">
                      <a:extLst>
                        <a:ext uri="{9D8B030D-6E8A-4147-A177-3AD203B41FA5}">
                          <a16:colId xmlns:a16="http://schemas.microsoft.com/office/drawing/2014/main" val="1163364437"/>
                        </a:ext>
                      </a:extLst>
                    </a:gridCol>
                    <a:gridCol w="1469935">
                      <a:extLst>
                        <a:ext uri="{9D8B030D-6E8A-4147-A177-3AD203B41FA5}">
                          <a16:colId xmlns:a16="http://schemas.microsoft.com/office/drawing/2014/main" val="3543877168"/>
                        </a:ext>
                      </a:extLst>
                    </a:gridCol>
                  </a:tblGrid>
                  <a:tr h="365760">
                    <a:tc>
                      <a:txBody>
                        <a:bodyPr/>
                        <a:lstStyle/>
                        <a:p>
                          <a:r>
                            <a:rPr lang="zh-TW" altLang="en-US" dirty="0"/>
                            <a:t>項目</a:t>
                          </a:r>
                        </a:p>
                      </a:txBody>
                      <a:tcPr/>
                    </a:tc>
                    <a:tc>
                      <a:txBody>
                        <a:bodyPr/>
                        <a:lstStyle/>
                        <a:p>
                          <a:r>
                            <a:rPr lang="zh-TW" altLang="en-US" dirty="0"/>
                            <a:t>意義</a:t>
                          </a:r>
                        </a:p>
                      </a:txBody>
                      <a:tcPr/>
                    </a:tc>
                    <a:tc>
                      <a:txBody>
                        <a:bodyPr/>
                        <a:lstStyle/>
                        <a:p>
                          <a:r>
                            <a:rPr lang="zh-TW" altLang="en-US" dirty="0"/>
                            <a:t>數值</a:t>
                          </a:r>
                        </a:p>
                      </a:txBody>
                      <a:tcPr/>
                    </a:tc>
                    <a:extLst>
                      <a:ext uri="{0D108BD9-81ED-4DB2-BD59-A6C34878D82A}">
                        <a16:rowId xmlns:a16="http://schemas.microsoft.com/office/drawing/2014/main" val="1498088001"/>
                      </a:ext>
                    </a:extLst>
                  </a:tr>
                  <a:tr h="365760">
                    <a:tc>
                      <a:txBody>
                        <a:bodyPr/>
                        <a:lstStyle/>
                        <a:p>
                          <a:endParaRPr lang="zh-TW"/>
                        </a:p>
                      </a:txBody>
                      <a:tcPr>
                        <a:blipFill>
                          <a:blip r:embed="rId3"/>
                          <a:stretch>
                            <a:fillRect l="-513" t="-108333" r="-273333" b="-608333"/>
                          </a:stretch>
                        </a:blipFill>
                      </a:tcPr>
                    </a:tc>
                    <a:tc>
                      <a:txBody>
                        <a:bodyPr/>
                        <a:lstStyle/>
                        <a:p>
                          <a:r>
                            <a:rPr lang="zh-TW" altLang="en-US" dirty="0"/>
                            <a:t>傘繩標稱強度</a:t>
                          </a:r>
                        </a:p>
                      </a:txBody>
                      <a:tcPr/>
                    </a:tc>
                    <a:tc>
                      <a:txBody>
                        <a:bodyPr/>
                        <a:lstStyle/>
                        <a:p>
                          <a:r>
                            <a:rPr lang="zh-TW" altLang="en-US" dirty="0"/>
                            <a:t>所求</a:t>
                          </a:r>
                        </a:p>
                      </a:txBody>
                      <a:tcPr/>
                    </a:tc>
                    <a:extLst>
                      <a:ext uri="{0D108BD9-81ED-4DB2-BD59-A6C34878D82A}">
                        <a16:rowId xmlns:a16="http://schemas.microsoft.com/office/drawing/2014/main" val="970680897"/>
                      </a:ext>
                    </a:extLst>
                  </a:tr>
                  <a:tr h="365760">
                    <a:tc>
                      <a:txBody>
                        <a:bodyPr/>
                        <a:lstStyle/>
                        <a:p>
                          <a:endParaRPr lang="zh-TW"/>
                        </a:p>
                      </a:txBody>
                      <a:tcPr>
                        <a:blipFill>
                          <a:blip r:embed="rId3"/>
                          <a:stretch>
                            <a:fillRect l="-513" t="-208333" r="-273333" b="-508333"/>
                          </a:stretch>
                        </a:blipFill>
                      </a:tcPr>
                    </a:tc>
                    <a:tc>
                      <a:txBody>
                        <a:bodyPr/>
                        <a:lstStyle/>
                        <a:p>
                          <a:r>
                            <a:rPr lang="zh-TW" altLang="en-US" dirty="0"/>
                            <a:t>安全係數</a:t>
                          </a:r>
                        </a:p>
                      </a:txBody>
                      <a:tcPr/>
                    </a:tc>
                    <a:tc>
                      <a:txBody>
                        <a:bodyPr/>
                        <a:lstStyle/>
                        <a:p>
                          <a:r>
                            <a:rPr lang="en-US" altLang="zh-TW" b="0" dirty="0"/>
                            <a:t>2</a:t>
                          </a:r>
                        </a:p>
                      </a:txBody>
                      <a:tcPr/>
                    </a:tc>
                    <a:extLst>
                      <a:ext uri="{0D108BD9-81ED-4DB2-BD59-A6C34878D82A}">
                        <a16:rowId xmlns:a16="http://schemas.microsoft.com/office/drawing/2014/main" val="4198389816"/>
                      </a:ext>
                    </a:extLst>
                  </a:tr>
                  <a:tr h="640080">
                    <a:tc>
                      <a:txBody>
                        <a:bodyPr/>
                        <a:lstStyle/>
                        <a:p>
                          <a:endParaRPr lang="zh-TW"/>
                        </a:p>
                      </a:txBody>
                      <a:tcPr>
                        <a:blipFill>
                          <a:blip r:embed="rId3"/>
                          <a:stretch>
                            <a:fillRect l="-513" t="-176190" r="-273333" b="-190476"/>
                          </a:stretch>
                        </a:blipFill>
                      </a:tcPr>
                    </a:tc>
                    <a:tc>
                      <a:txBody>
                        <a:bodyPr/>
                        <a:lstStyle/>
                        <a:p>
                          <a:r>
                            <a:rPr lang="zh-TW" altLang="en-US" dirty="0"/>
                            <a:t>不均勻載荷係數</a:t>
                          </a:r>
                        </a:p>
                      </a:txBody>
                      <a:tcPr/>
                    </a:tc>
                    <a:tc>
                      <a:txBody>
                        <a:bodyPr/>
                        <a:lstStyle/>
                        <a:p>
                          <a:r>
                            <a:rPr lang="en-US" altLang="zh-TW" dirty="0"/>
                            <a:t>2</a:t>
                          </a:r>
                          <a:endParaRPr lang="zh-TW" altLang="en-US" dirty="0"/>
                        </a:p>
                      </a:txBody>
                      <a:tcPr/>
                    </a:tc>
                    <a:extLst>
                      <a:ext uri="{0D108BD9-81ED-4DB2-BD59-A6C34878D82A}">
                        <a16:rowId xmlns:a16="http://schemas.microsoft.com/office/drawing/2014/main" val="1807228588"/>
                      </a:ext>
                    </a:extLst>
                  </a:tr>
                  <a:tr h="386969">
                    <a:tc>
                      <a:txBody>
                        <a:bodyPr/>
                        <a:lstStyle/>
                        <a:p>
                          <a:endParaRPr lang="zh-TW"/>
                        </a:p>
                      </a:txBody>
                      <a:tcPr>
                        <a:blipFill>
                          <a:blip r:embed="rId3"/>
                          <a:stretch>
                            <a:fillRect l="-513" t="-453125" r="-273333" b="-212500"/>
                          </a:stretch>
                        </a:blipFill>
                      </a:tcPr>
                    </a:tc>
                    <a:tc>
                      <a:txBody>
                        <a:bodyPr/>
                        <a:lstStyle/>
                        <a:p>
                          <a:r>
                            <a:rPr lang="zh-TW" altLang="en-US" dirty="0"/>
                            <a:t>開傘衝擊</a:t>
                          </a:r>
                        </a:p>
                      </a:txBody>
                      <a:tcPr/>
                    </a:tc>
                    <a:tc>
                      <a:txBody>
                        <a:bodyPr/>
                        <a:lstStyle/>
                        <a:p>
                          <a:r>
                            <a:rPr lang="en-US" altLang="zh-TW" dirty="0"/>
                            <a:t>2081N</a:t>
                          </a:r>
                          <a:endParaRPr lang="zh-TW" altLang="en-US" dirty="0"/>
                        </a:p>
                      </a:txBody>
                      <a:tcPr/>
                    </a:tc>
                    <a:extLst>
                      <a:ext uri="{0D108BD9-81ED-4DB2-BD59-A6C34878D82A}">
                        <a16:rowId xmlns:a16="http://schemas.microsoft.com/office/drawing/2014/main" val="2858108726"/>
                      </a:ext>
                    </a:extLst>
                  </a:tr>
                  <a:tr h="365760">
                    <a:tc>
                      <a:txBody>
                        <a:bodyPr/>
                        <a:lstStyle/>
                        <a:p>
                          <a:endParaRPr lang="zh-TW"/>
                        </a:p>
                      </a:txBody>
                      <a:tcPr>
                        <a:blipFill>
                          <a:blip r:embed="rId3"/>
                          <a:stretch>
                            <a:fillRect l="-513" t="-590000" r="-273333" b="-126667"/>
                          </a:stretch>
                        </a:blipFill>
                      </a:tcPr>
                    </a:tc>
                    <a:tc>
                      <a:txBody>
                        <a:bodyPr/>
                        <a:lstStyle/>
                        <a:p>
                          <a:r>
                            <a:rPr lang="zh-TW" altLang="en-US" dirty="0"/>
                            <a:t>傳導效率</a:t>
                          </a:r>
                        </a:p>
                      </a:txBody>
                      <a:tcPr/>
                    </a:tc>
                    <a:tc>
                      <a:txBody>
                        <a:bodyPr/>
                        <a:lstStyle/>
                        <a:p>
                          <a:r>
                            <a:rPr lang="en-US" altLang="zh-TW" dirty="0"/>
                            <a:t>0.5</a:t>
                          </a:r>
                          <a:endParaRPr lang="zh-TW" altLang="en-US" dirty="0"/>
                        </a:p>
                      </a:txBody>
                      <a:tcPr/>
                    </a:tc>
                    <a:extLst>
                      <a:ext uri="{0D108BD9-81ED-4DB2-BD59-A6C34878D82A}">
                        <a16:rowId xmlns:a16="http://schemas.microsoft.com/office/drawing/2014/main" val="2802610684"/>
                      </a:ext>
                    </a:extLst>
                  </a:tr>
                  <a:tr h="365760">
                    <a:tc>
                      <a:txBody>
                        <a:bodyPr/>
                        <a:lstStyle/>
                        <a:p>
                          <a:endParaRPr lang="zh-TW"/>
                        </a:p>
                      </a:txBody>
                      <a:tcPr>
                        <a:blipFill>
                          <a:blip r:embed="rId3"/>
                          <a:stretch>
                            <a:fillRect l="-513" t="-690000" r="-273333" b="-26667"/>
                          </a:stretch>
                        </a:blipFill>
                      </a:tcPr>
                    </a:tc>
                    <a:tc>
                      <a:txBody>
                        <a:bodyPr/>
                        <a:lstStyle/>
                        <a:p>
                          <a:r>
                            <a:rPr lang="zh-TW" altLang="en-US" dirty="0"/>
                            <a:t>傘繩數目</a:t>
                          </a:r>
                        </a:p>
                      </a:txBody>
                      <a:tcPr/>
                    </a:tc>
                    <a:tc>
                      <a:txBody>
                        <a:bodyPr/>
                        <a:lstStyle/>
                        <a:p>
                          <a:r>
                            <a:rPr lang="en-US" altLang="zh-TW" dirty="0"/>
                            <a:t>8</a:t>
                          </a:r>
                          <a:endParaRPr lang="zh-TW" altLang="en-US" dirty="0"/>
                        </a:p>
                      </a:txBody>
                      <a:tcPr/>
                    </a:tc>
                    <a:extLst>
                      <a:ext uri="{0D108BD9-81ED-4DB2-BD59-A6C34878D82A}">
                        <a16:rowId xmlns:a16="http://schemas.microsoft.com/office/drawing/2014/main" val="1234727032"/>
                      </a:ext>
                    </a:extLst>
                  </a:tr>
                </a:tbl>
              </a:graphicData>
            </a:graphic>
          </p:graphicFrame>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A5D35627-B114-628F-1633-3B0A9C99D753}"/>
                  </a:ext>
                </a:extLst>
              </p:cNvPr>
              <p:cNvSpPr txBox="1"/>
              <p:nvPr/>
            </p:nvSpPr>
            <p:spPr>
              <a:xfrm>
                <a:off x="6096000" y="5790811"/>
                <a:ext cx="2888673" cy="646331"/>
              </a:xfrm>
              <a:prstGeom prst="rect">
                <a:avLst/>
              </a:prstGeom>
              <a:noFill/>
            </p:spPr>
            <p:txBody>
              <a:bodyPr wrap="square" rtlCol="0">
                <a:spAutoFit/>
              </a:bodyPr>
              <a:lstStyle/>
              <a:p>
                <a:r>
                  <a:rPr lang="zh-TW" altLang="en-US" b="1" dirty="0">
                    <a:solidFill>
                      <a:schemeClr val="bg1"/>
                    </a:solidFill>
                  </a:rPr>
                  <a:t>解方程式得出</a:t>
                </a:r>
                <a:r>
                  <a:rPr lang="en-US" altLang="zh-TW" b="1" dirty="0">
                    <a:solidFill>
                      <a:schemeClr val="bg1"/>
                    </a:solidFill>
                  </a:rPr>
                  <a:t>:</a:t>
                </a:r>
              </a:p>
              <a:p>
                <a:r>
                  <a:rPr lang="en-US" altLang="zh-TW" b="1" dirty="0">
                    <a:solidFill>
                      <a:schemeClr val="bg1"/>
                    </a:solidFill>
                  </a:rPr>
                  <a:t>	</a:t>
                </a:r>
                <a14:m>
                  <m:oMath xmlns:m="http://schemas.openxmlformats.org/officeDocument/2006/math">
                    <m:sSub>
                      <m:sSubPr>
                        <m:ctrlPr>
                          <a:rPr lang="en-US" altLang="zh-TW" b="1" i="1" smtClean="0">
                            <a:solidFill>
                              <a:schemeClr val="bg1"/>
                            </a:solidFill>
                            <a:latin typeface="Cambria Math" panose="02040503050406030204" pitchFamily="18" charset="0"/>
                          </a:rPr>
                        </m:ctrlPr>
                      </m:sSubPr>
                      <m:e>
                        <m:r>
                          <a:rPr lang="en-US" altLang="zh-TW" b="1" i="1" smtClean="0">
                            <a:solidFill>
                              <a:schemeClr val="bg1"/>
                            </a:solidFill>
                            <a:latin typeface="Cambria Math" panose="02040503050406030204" pitchFamily="18" charset="0"/>
                          </a:rPr>
                          <m:t>𝑻</m:t>
                        </m:r>
                      </m:e>
                      <m:sub>
                        <m:r>
                          <a:rPr lang="en-US" altLang="zh-TW" b="1" i="1" smtClean="0">
                            <a:solidFill>
                              <a:schemeClr val="bg1"/>
                            </a:solidFill>
                            <a:latin typeface="Cambria Math" panose="02040503050406030204" pitchFamily="18" charset="0"/>
                          </a:rPr>
                          <m:t>𝒄</m:t>
                        </m:r>
                      </m:sub>
                    </m:sSub>
                  </m:oMath>
                </a14:m>
                <a:r>
                  <a:rPr lang="en-US" altLang="zh-TW" b="1" dirty="0">
                    <a:solidFill>
                      <a:schemeClr val="bg1"/>
                    </a:solidFill>
                  </a:rPr>
                  <a:t> </a:t>
                </a:r>
                <a14:m>
                  <m:oMath xmlns:m="http://schemas.openxmlformats.org/officeDocument/2006/math">
                    <m:r>
                      <a:rPr lang="en-US" altLang="zh-TW" b="1" i="1" smtClean="0">
                        <a:solidFill>
                          <a:schemeClr val="bg1"/>
                        </a:solidFill>
                        <a:latin typeface="Cambria Math" panose="02040503050406030204" pitchFamily="18" charset="0"/>
                      </a:rPr>
                      <m:t>=</m:t>
                    </m:r>
                  </m:oMath>
                </a14:m>
                <a:r>
                  <a:rPr lang="en-US" altLang="zh-TW" b="1" dirty="0">
                    <a:solidFill>
                      <a:srgbClr val="66FFCC"/>
                    </a:solidFill>
                  </a:rPr>
                  <a:t>208Pa</a:t>
                </a:r>
              </a:p>
            </p:txBody>
          </p:sp>
        </mc:Choice>
        <mc:Fallback xmlns="">
          <p:sp>
            <p:nvSpPr>
              <p:cNvPr id="9" name="文字方塊 8">
                <a:extLst>
                  <a:ext uri="{FF2B5EF4-FFF2-40B4-BE49-F238E27FC236}">
                    <a16:creationId xmlns:a16="http://schemas.microsoft.com/office/drawing/2014/main" id="{A5D35627-B114-628F-1633-3B0A9C99D753}"/>
                  </a:ext>
                </a:extLst>
              </p:cNvPr>
              <p:cNvSpPr txBox="1">
                <a:spLocks noRot="1" noChangeAspect="1" noMove="1" noResize="1" noEditPoints="1" noAdjustHandles="1" noChangeArrowheads="1" noChangeShapeType="1" noTextEdit="1"/>
              </p:cNvSpPr>
              <p:nvPr/>
            </p:nvSpPr>
            <p:spPr>
              <a:xfrm>
                <a:off x="6096000" y="5790811"/>
                <a:ext cx="2888673" cy="646331"/>
              </a:xfrm>
              <a:prstGeom prst="rect">
                <a:avLst/>
              </a:prstGeom>
              <a:blipFill>
                <a:blip r:embed="rId4"/>
                <a:stretch>
                  <a:fillRect l="-1688" t="-5660" b="-141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0C966E15-B2FE-0B16-225C-750415CD67A8}"/>
                  </a:ext>
                </a:extLst>
              </p:cNvPr>
              <p:cNvSpPr txBox="1"/>
              <p:nvPr/>
            </p:nvSpPr>
            <p:spPr>
              <a:xfrm>
                <a:off x="145472" y="2136000"/>
                <a:ext cx="4350327" cy="5951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bg1"/>
                              </a:solidFill>
                              <a:latin typeface="Cambria Math" panose="02040503050406030204" pitchFamily="18" charset="0"/>
                            </a:rPr>
                          </m:ctrlPr>
                        </m:sSubPr>
                        <m:e>
                          <m:r>
                            <a:rPr lang="en-US" altLang="zh-TW" i="1">
                              <a:solidFill>
                                <a:schemeClr val="bg1"/>
                              </a:solidFill>
                              <a:latin typeface="Cambria Math" panose="02040503050406030204" pitchFamily="18" charset="0"/>
                            </a:rPr>
                            <m:t>𝑇</m:t>
                          </m:r>
                        </m:e>
                        <m:sub>
                          <m:r>
                            <a:rPr lang="en-US" altLang="zh-TW" i="1">
                              <a:solidFill>
                                <a:schemeClr val="bg1"/>
                              </a:solidFill>
                              <a:latin typeface="Cambria Math" panose="02040503050406030204" pitchFamily="18" charset="0"/>
                            </a:rPr>
                            <m:t>𝑛</m:t>
                          </m:r>
                          <m:r>
                            <m:rPr>
                              <m:sty m:val="p"/>
                            </m:rPr>
                            <a:rPr lang="en-US" altLang="zh-TW" b="0" i="1" smtClean="0">
                              <a:solidFill>
                                <a:schemeClr val="bg1"/>
                              </a:solidFill>
                              <a:latin typeface="Cambria Math" panose="02040503050406030204" pitchFamily="18" charset="0"/>
                            </a:rPr>
                            <m:t>ominal</m:t>
                          </m:r>
                        </m:sub>
                      </m:sSub>
                      <m:r>
                        <a:rPr lang="en-US" altLang="zh-TW" i="1">
                          <a:solidFill>
                            <a:schemeClr val="bg1"/>
                          </a:solidFill>
                          <a:latin typeface="Cambria Math" panose="02040503050406030204" pitchFamily="18" charset="0"/>
                        </a:rPr>
                        <m:t>≥</m:t>
                      </m:r>
                      <m:d>
                        <m:dPr>
                          <m:ctrlPr>
                            <a:rPr lang="en-US" altLang="zh-TW" i="1">
                              <a:solidFill>
                                <a:schemeClr val="bg1"/>
                              </a:solidFill>
                              <a:latin typeface="Cambria Math" panose="02040503050406030204" pitchFamily="18" charset="0"/>
                            </a:rPr>
                          </m:ctrlPr>
                        </m:dPr>
                        <m:e>
                          <m:r>
                            <a:rPr lang="en-US" altLang="zh-TW" i="1">
                              <a:solidFill>
                                <a:schemeClr val="bg1"/>
                              </a:solidFill>
                              <a:latin typeface="Cambria Math" panose="02040503050406030204" pitchFamily="18" charset="0"/>
                            </a:rPr>
                            <m:t>𝑆</m:t>
                          </m:r>
                          <m:sSub>
                            <m:sSubPr>
                              <m:ctrlPr>
                                <a:rPr lang="en-US" altLang="zh-TW" i="1">
                                  <a:solidFill>
                                    <a:schemeClr val="bg1"/>
                                  </a:solidFill>
                                  <a:latin typeface="Cambria Math" panose="02040503050406030204" pitchFamily="18" charset="0"/>
                                </a:rPr>
                              </m:ctrlPr>
                            </m:sSubPr>
                            <m:e>
                              <m:r>
                                <a:rPr lang="en-US" altLang="zh-TW" i="1">
                                  <a:solidFill>
                                    <a:schemeClr val="bg1"/>
                                  </a:solidFill>
                                  <a:latin typeface="Cambria Math" panose="02040503050406030204" pitchFamily="18" charset="0"/>
                                </a:rPr>
                                <m:t>𝐹</m:t>
                              </m:r>
                            </m:e>
                            <m:sub>
                              <m:r>
                                <a:rPr lang="en-US" altLang="zh-TW" i="1">
                                  <a:solidFill>
                                    <a:schemeClr val="bg1"/>
                                  </a:solidFill>
                                  <a:latin typeface="Cambria Math" panose="02040503050406030204" pitchFamily="18" charset="0"/>
                                </a:rPr>
                                <m:t>𝑙</m:t>
                              </m:r>
                            </m:sub>
                          </m:sSub>
                          <m:r>
                            <a:rPr lang="en-US" altLang="zh-TW" i="1">
                              <a:solidFill>
                                <a:schemeClr val="bg1"/>
                              </a:solidFill>
                              <a:latin typeface="Cambria Math" panose="02040503050406030204" pitchFamily="18" charset="0"/>
                            </a:rPr>
                            <m:t>𝑖𝑛𝑒</m:t>
                          </m:r>
                          <m:r>
                            <a:rPr lang="en-US" altLang="zh-TW" i="1">
                              <a:solidFill>
                                <a:schemeClr val="bg1"/>
                              </a:solidFill>
                              <a:latin typeface="Cambria Math" panose="02040503050406030204" pitchFamily="18" charset="0"/>
                            </a:rPr>
                            <m:t>·</m:t>
                          </m:r>
                          <m:sSub>
                            <m:sSubPr>
                              <m:ctrlPr>
                                <a:rPr lang="en-US" altLang="zh-TW" i="1">
                                  <a:solidFill>
                                    <a:schemeClr val="bg1"/>
                                  </a:solidFill>
                                  <a:latin typeface="Cambria Math" panose="02040503050406030204" pitchFamily="18" charset="0"/>
                                </a:rPr>
                              </m:ctrlPr>
                            </m:sSubPr>
                            <m:e>
                              <m:r>
                                <a:rPr lang="en-US" altLang="zh-TW" i="1">
                                  <a:solidFill>
                                    <a:schemeClr val="bg1"/>
                                  </a:solidFill>
                                  <a:latin typeface="Cambria Math" panose="02040503050406030204" pitchFamily="18" charset="0"/>
                                </a:rPr>
                                <m:t>𝑘</m:t>
                              </m:r>
                            </m:e>
                            <m:sub>
                              <m:r>
                                <a:rPr lang="en-US" altLang="zh-TW" i="1">
                                  <a:solidFill>
                                    <a:schemeClr val="bg1"/>
                                  </a:solidFill>
                                  <a:latin typeface="Cambria Math" panose="02040503050406030204" pitchFamily="18" charset="0"/>
                                </a:rPr>
                                <m:t>𝑢𝑛𝑒𝑣𝑒𝑛</m:t>
                              </m:r>
                            </m:sub>
                          </m:sSub>
                          <m:r>
                            <a:rPr lang="en-US" altLang="zh-TW" i="1">
                              <a:solidFill>
                                <a:schemeClr val="bg1"/>
                              </a:solidFill>
                              <a:latin typeface="Cambria Math" panose="02040503050406030204" pitchFamily="18" charset="0"/>
                            </a:rPr>
                            <m:t>·</m:t>
                          </m:r>
                          <m:sSub>
                            <m:sSubPr>
                              <m:ctrlPr>
                                <a:rPr lang="en-US" altLang="zh-TW" i="1">
                                  <a:solidFill>
                                    <a:schemeClr val="bg1"/>
                                  </a:solidFill>
                                  <a:latin typeface="Cambria Math" panose="02040503050406030204" pitchFamily="18" charset="0"/>
                                </a:rPr>
                              </m:ctrlPr>
                            </m:sSubPr>
                            <m:e>
                              <m:r>
                                <a:rPr lang="en-US" altLang="zh-TW" i="1">
                                  <a:solidFill>
                                    <a:schemeClr val="bg1"/>
                                  </a:solidFill>
                                  <a:latin typeface="Cambria Math" panose="02040503050406030204" pitchFamily="18" charset="0"/>
                                </a:rPr>
                                <m:t>𝐹</m:t>
                              </m:r>
                            </m:e>
                            <m:sub>
                              <m:r>
                                <a:rPr lang="en-US" altLang="zh-TW" i="1">
                                  <a:solidFill>
                                    <a:schemeClr val="bg1"/>
                                  </a:solidFill>
                                  <a:latin typeface="Cambria Math" panose="02040503050406030204" pitchFamily="18" charset="0"/>
                                </a:rPr>
                                <m:t>𝑝</m:t>
                              </m:r>
                            </m:sub>
                          </m:sSub>
                        </m:e>
                      </m:d>
                      <m:r>
                        <m:rPr>
                          <m:lit/>
                        </m:rPr>
                        <a:rPr lang="en-US" altLang="zh-TW" i="1">
                          <a:solidFill>
                            <a:schemeClr val="bg1"/>
                          </a:solidFill>
                          <a:latin typeface="Cambria Math" panose="02040503050406030204" pitchFamily="18" charset="0"/>
                        </a:rPr>
                        <m:t>/</m:t>
                      </m:r>
                      <m:d>
                        <m:dPr>
                          <m:ctrlPr>
                            <a:rPr lang="en-US" altLang="zh-TW" i="1">
                              <a:solidFill>
                                <a:schemeClr val="bg1"/>
                              </a:solidFill>
                              <a:latin typeface="Cambria Math" panose="02040503050406030204" pitchFamily="18" charset="0"/>
                            </a:rPr>
                          </m:ctrlPr>
                        </m:dPr>
                        <m:e>
                          <m:r>
                            <a:rPr lang="en-US" altLang="zh-TW" i="1">
                              <a:solidFill>
                                <a:schemeClr val="bg1"/>
                              </a:solidFill>
                              <a:latin typeface="Cambria Math" panose="02040503050406030204" pitchFamily="18" charset="0"/>
                            </a:rPr>
                            <m:t>𝜂</m:t>
                          </m:r>
                          <m:r>
                            <a:rPr lang="en-US" altLang="zh-TW" i="1">
                              <a:solidFill>
                                <a:schemeClr val="bg1"/>
                              </a:solidFill>
                              <a:latin typeface="Cambria Math" panose="02040503050406030204" pitchFamily="18" charset="0"/>
                            </a:rPr>
                            <m:t>·</m:t>
                          </m:r>
                          <m:r>
                            <a:rPr lang="en-US" altLang="zh-TW" i="1">
                              <a:solidFill>
                                <a:schemeClr val="bg1"/>
                              </a:solidFill>
                              <a:latin typeface="Cambria Math" panose="02040503050406030204" pitchFamily="18" charset="0"/>
                            </a:rPr>
                            <m:t>𝑁</m:t>
                          </m:r>
                        </m:e>
                      </m:d>
                    </m:oMath>
                  </m:oMathPara>
                </a14:m>
                <a:endParaRPr lang="en-US" altLang="zh-TW" i="1" dirty="0">
                  <a:solidFill>
                    <a:schemeClr val="bg1"/>
                  </a:solidFill>
                  <a:latin typeface="Cambria Math" panose="02040503050406030204" pitchFamily="18" charset="0"/>
                </a:endParaRPr>
              </a:p>
              <a:p>
                <a:endParaRPr lang="en-US" altLang="zh-TW" i="1" dirty="0">
                  <a:solidFill>
                    <a:schemeClr val="bg1"/>
                  </a:solidFill>
                  <a:latin typeface="Cambria Math" panose="02040503050406030204" pitchFamily="18" charset="0"/>
                </a:endParaRPr>
              </a:p>
            </p:txBody>
          </p:sp>
        </mc:Choice>
        <mc:Fallback xmlns="">
          <p:sp>
            <p:nvSpPr>
              <p:cNvPr id="5" name="文字方塊 4">
                <a:extLst>
                  <a:ext uri="{FF2B5EF4-FFF2-40B4-BE49-F238E27FC236}">
                    <a16:creationId xmlns:a16="http://schemas.microsoft.com/office/drawing/2014/main" id="{0C966E15-B2FE-0B16-225C-750415CD67A8}"/>
                  </a:ext>
                </a:extLst>
              </p:cNvPr>
              <p:cNvSpPr txBox="1">
                <a:spLocks noRot="1" noChangeAspect="1" noMove="1" noResize="1" noEditPoints="1" noAdjustHandles="1" noChangeArrowheads="1" noChangeShapeType="1" noTextEdit="1"/>
              </p:cNvSpPr>
              <p:nvPr/>
            </p:nvSpPr>
            <p:spPr>
              <a:xfrm>
                <a:off x="145472" y="2136000"/>
                <a:ext cx="4350327" cy="595163"/>
              </a:xfrm>
              <a:prstGeom prst="rect">
                <a:avLst/>
              </a:prstGeom>
              <a:blipFill>
                <a:blip r:embed="rId5"/>
                <a:stretch>
                  <a:fillRect l="-3366" b="-2244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AFD4356B-606F-727D-2C4B-ADF2DDE13449}"/>
                  </a:ext>
                </a:extLst>
              </p:cNvPr>
              <p:cNvSpPr txBox="1"/>
              <p:nvPr/>
            </p:nvSpPr>
            <p:spPr>
              <a:xfrm>
                <a:off x="1749103" y="5790812"/>
                <a:ext cx="2888673" cy="646331"/>
              </a:xfrm>
              <a:prstGeom prst="rect">
                <a:avLst/>
              </a:prstGeom>
              <a:noFill/>
            </p:spPr>
            <p:txBody>
              <a:bodyPr wrap="square" rtlCol="0">
                <a:spAutoFit/>
              </a:bodyPr>
              <a:lstStyle/>
              <a:p>
                <a:r>
                  <a:rPr lang="zh-TW" altLang="en-US" b="1" dirty="0">
                    <a:solidFill>
                      <a:schemeClr val="bg1"/>
                    </a:solidFill>
                  </a:rPr>
                  <a:t>解方程式得出</a:t>
                </a:r>
                <a:r>
                  <a:rPr lang="en-US" altLang="zh-TW" b="1" dirty="0">
                    <a:solidFill>
                      <a:schemeClr val="bg1"/>
                    </a:solidFill>
                  </a:rPr>
                  <a:t>:</a:t>
                </a:r>
              </a:p>
              <a:p>
                <a:r>
                  <a:rPr lang="en-US" altLang="zh-TW" b="1" dirty="0">
                    <a:solidFill>
                      <a:schemeClr val="bg1"/>
                    </a:solidFill>
                  </a:rPr>
                  <a:t>	</a:t>
                </a:r>
                <a14:m>
                  <m:oMath xmlns:m="http://schemas.openxmlformats.org/officeDocument/2006/math">
                    <m:sSub>
                      <m:sSubPr>
                        <m:ctrlPr>
                          <a:rPr lang="en-US" altLang="zh-TW" i="1">
                            <a:solidFill>
                              <a:schemeClr val="bg1"/>
                            </a:solidFill>
                            <a:latin typeface="Cambria Math" panose="02040503050406030204" pitchFamily="18" charset="0"/>
                          </a:rPr>
                        </m:ctrlPr>
                      </m:sSubPr>
                      <m:e>
                        <m:r>
                          <a:rPr lang="en-US" altLang="zh-TW" i="1">
                            <a:solidFill>
                              <a:schemeClr val="bg1"/>
                            </a:solidFill>
                            <a:latin typeface="Cambria Math" panose="02040503050406030204" pitchFamily="18" charset="0"/>
                          </a:rPr>
                          <m:t>𝑇</m:t>
                        </m:r>
                      </m:e>
                      <m:sub>
                        <m:r>
                          <a:rPr lang="en-US" altLang="zh-TW" i="1">
                            <a:solidFill>
                              <a:schemeClr val="bg1"/>
                            </a:solidFill>
                            <a:latin typeface="Cambria Math" panose="02040503050406030204" pitchFamily="18" charset="0"/>
                          </a:rPr>
                          <m:t>𝑛</m:t>
                        </m:r>
                        <m:r>
                          <m:rPr>
                            <m:sty m:val="p"/>
                          </m:rPr>
                          <a:rPr lang="en-US" altLang="zh-TW" i="1">
                            <a:solidFill>
                              <a:schemeClr val="bg1"/>
                            </a:solidFill>
                            <a:latin typeface="Cambria Math" panose="02040503050406030204" pitchFamily="18" charset="0"/>
                          </a:rPr>
                          <m:t>ominal</m:t>
                        </m:r>
                      </m:sub>
                    </m:sSub>
                    <m:r>
                      <a:rPr lang="en-US" altLang="zh-TW" i="1">
                        <a:solidFill>
                          <a:schemeClr val="bg1"/>
                        </a:solidFill>
                        <a:latin typeface="Cambria Math" panose="02040503050406030204" pitchFamily="18" charset="0"/>
                      </a:rPr>
                      <m:t>≥</m:t>
                    </m:r>
                  </m:oMath>
                </a14:m>
                <a:r>
                  <a:rPr lang="zh-TW" altLang="en-US" i="1" dirty="0">
                    <a:solidFill>
                      <a:schemeClr val="bg1"/>
                    </a:solidFill>
                    <a:latin typeface="Cambria Math" panose="02040503050406030204" pitchFamily="18" charset="0"/>
                  </a:rPr>
                  <a:t> </a:t>
                </a:r>
                <a:r>
                  <a:rPr lang="en-US" altLang="zh-TW" dirty="0">
                    <a:solidFill>
                      <a:srgbClr val="66FFCC"/>
                    </a:solidFill>
                    <a:latin typeface="Cambria Math" panose="02040503050406030204" pitchFamily="18" charset="0"/>
                  </a:rPr>
                  <a:t>2081N</a:t>
                </a:r>
              </a:p>
            </p:txBody>
          </p:sp>
        </mc:Choice>
        <mc:Fallback xmlns="">
          <p:sp>
            <p:nvSpPr>
              <p:cNvPr id="10" name="文字方塊 9">
                <a:extLst>
                  <a:ext uri="{FF2B5EF4-FFF2-40B4-BE49-F238E27FC236}">
                    <a16:creationId xmlns:a16="http://schemas.microsoft.com/office/drawing/2014/main" id="{AFD4356B-606F-727D-2C4B-ADF2DDE13449}"/>
                  </a:ext>
                </a:extLst>
              </p:cNvPr>
              <p:cNvSpPr txBox="1">
                <a:spLocks noRot="1" noChangeAspect="1" noMove="1" noResize="1" noEditPoints="1" noAdjustHandles="1" noChangeArrowheads="1" noChangeShapeType="1" noTextEdit="1"/>
              </p:cNvSpPr>
              <p:nvPr/>
            </p:nvSpPr>
            <p:spPr>
              <a:xfrm>
                <a:off x="1749103" y="5790812"/>
                <a:ext cx="2888673" cy="646331"/>
              </a:xfrm>
              <a:prstGeom prst="rect">
                <a:avLst/>
              </a:prstGeom>
              <a:blipFill>
                <a:blip r:embed="rId6"/>
                <a:stretch>
                  <a:fillRect l="-1899" t="-5660" b="-13208"/>
                </a:stretch>
              </a:blipFill>
            </p:spPr>
            <p:txBody>
              <a:bodyPr/>
              <a:lstStyle/>
              <a:p>
                <a:r>
                  <a:rPr lang="zh-TW" altLang="en-US">
                    <a:noFill/>
                  </a:rPr>
                  <a:t> </a:t>
                </a:r>
              </a:p>
            </p:txBody>
          </p:sp>
        </mc:Fallback>
      </mc:AlternateContent>
      <p:sp>
        <p:nvSpPr>
          <p:cNvPr id="12" name="文字方塊 11">
            <a:extLst>
              <a:ext uri="{FF2B5EF4-FFF2-40B4-BE49-F238E27FC236}">
                <a16:creationId xmlns:a16="http://schemas.microsoft.com/office/drawing/2014/main" id="{7F15724F-8CF7-45A4-ED38-BEE1548B9864}"/>
              </a:ext>
            </a:extLst>
          </p:cNvPr>
          <p:cNvSpPr txBox="1"/>
          <p:nvPr/>
        </p:nvSpPr>
        <p:spPr>
          <a:xfrm>
            <a:off x="5926810" y="1691728"/>
            <a:ext cx="3491347" cy="646331"/>
          </a:xfrm>
          <a:prstGeom prst="rect">
            <a:avLst/>
          </a:prstGeom>
          <a:noFill/>
        </p:spPr>
        <p:txBody>
          <a:bodyPr wrap="square" rtlCol="0">
            <a:spAutoFit/>
          </a:bodyPr>
          <a:lstStyle/>
          <a:p>
            <a:r>
              <a:rPr lang="en-US" altLang="zh-TW" b="1" dirty="0">
                <a:solidFill>
                  <a:schemeClr val="bg1"/>
                </a:solidFill>
              </a:rPr>
              <a:t>2. </a:t>
            </a:r>
            <a:r>
              <a:rPr lang="zh-TW" altLang="en-US" b="1" dirty="0">
                <a:solidFill>
                  <a:schemeClr val="bg1"/>
                </a:solidFill>
              </a:rPr>
              <a:t>傘布</a:t>
            </a:r>
            <a:endParaRPr lang="en-US" altLang="zh-TW" b="1" dirty="0">
              <a:solidFill>
                <a:schemeClr val="bg1"/>
              </a:solidFill>
            </a:endParaRPr>
          </a:p>
          <a:p>
            <a:endParaRPr lang="en-US" altLang="zh-TW" b="1" dirty="0">
              <a:solidFill>
                <a:schemeClr val="bg1"/>
              </a:solidFill>
            </a:endParaRPr>
          </a:p>
        </p:txBody>
      </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17357BBC-C95F-7F98-17A0-A077718FB3E0}"/>
                  </a:ext>
                </a:extLst>
              </p:cNvPr>
              <p:cNvSpPr txBox="1"/>
              <p:nvPr/>
            </p:nvSpPr>
            <p:spPr>
              <a:xfrm>
                <a:off x="5657272" y="2242536"/>
                <a:ext cx="4350327"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bg1"/>
                              </a:solidFill>
                              <a:latin typeface="Cambria Math" panose="02040503050406030204" pitchFamily="18" charset="0"/>
                            </a:rPr>
                          </m:ctrlPr>
                        </m:sSubPr>
                        <m:e>
                          <m:r>
                            <a:rPr lang="en-US" altLang="zh-TW" b="0" i="1" smtClean="0">
                              <a:solidFill>
                                <a:schemeClr val="bg1"/>
                              </a:solidFill>
                              <a:latin typeface="Cambria Math" panose="02040503050406030204" pitchFamily="18" charset="0"/>
                            </a:rPr>
                            <m:t>𝑡</m:t>
                          </m:r>
                        </m:e>
                        <m:sub>
                          <m:r>
                            <a:rPr lang="en-US" altLang="zh-TW" b="0" i="1" smtClean="0">
                              <a:solidFill>
                                <a:schemeClr val="bg1"/>
                              </a:solidFill>
                              <a:latin typeface="Cambria Math" panose="02040503050406030204" pitchFamily="18" charset="0"/>
                            </a:rPr>
                            <m:t>𝑐</m:t>
                          </m:r>
                        </m:sub>
                      </m:sSub>
                      <m:r>
                        <a:rPr lang="en-US" altLang="zh-TW" b="0" i="1" smtClean="0">
                          <a:solidFill>
                            <a:schemeClr val="bg1"/>
                          </a:solidFill>
                          <a:latin typeface="Cambria Math" panose="02040503050406030204" pitchFamily="18" charset="0"/>
                        </a:rPr>
                        <m:t>=</m:t>
                      </m:r>
                      <m:sSub>
                        <m:sSubPr>
                          <m:ctrlPr>
                            <a:rPr lang="en-US" altLang="zh-TW" b="0" i="1" smtClean="0">
                              <a:solidFill>
                                <a:schemeClr val="bg1"/>
                              </a:solidFill>
                              <a:latin typeface="Cambria Math" panose="02040503050406030204" pitchFamily="18" charset="0"/>
                            </a:rPr>
                          </m:ctrlPr>
                        </m:sSubPr>
                        <m:e>
                          <m:r>
                            <a:rPr lang="en-US" altLang="zh-TW" b="0" i="1" smtClean="0">
                              <a:solidFill>
                                <a:schemeClr val="bg1"/>
                              </a:solidFill>
                              <a:latin typeface="Cambria Math" panose="02040503050406030204" pitchFamily="18" charset="0"/>
                            </a:rPr>
                            <m:t>𝐹</m:t>
                          </m:r>
                        </m:e>
                        <m:sub>
                          <m:r>
                            <a:rPr lang="en-US" altLang="zh-TW" b="0" i="1" smtClean="0">
                              <a:solidFill>
                                <a:schemeClr val="bg1"/>
                              </a:solidFill>
                              <a:latin typeface="Cambria Math" panose="02040503050406030204" pitchFamily="18" charset="0"/>
                            </a:rPr>
                            <m:t>𝑥</m:t>
                          </m:r>
                        </m:sub>
                      </m:sSub>
                      <m:r>
                        <a:rPr lang="en-US" altLang="zh-TW" b="0" i="1" smtClean="0">
                          <a:solidFill>
                            <a:schemeClr val="bg1"/>
                          </a:solidFill>
                          <a:latin typeface="Cambria Math" panose="02040503050406030204" pitchFamily="18" charset="0"/>
                        </a:rPr>
                        <m:t>∗</m:t>
                      </m:r>
                      <m:r>
                        <a:rPr lang="en-US" altLang="zh-TW" b="0" i="1" smtClean="0">
                          <a:solidFill>
                            <a:schemeClr val="bg1"/>
                          </a:solidFill>
                          <a:latin typeface="Cambria Math" panose="02040503050406030204" pitchFamily="18" charset="0"/>
                        </a:rPr>
                        <m:t>𝐷𝑆</m:t>
                      </m:r>
                      <m:r>
                        <a:rPr lang="en-US" altLang="zh-TW" b="0" i="1" smtClean="0">
                          <a:solidFill>
                            <a:schemeClr val="bg1"/>
                          </a:solidFill>
                          <a:latin typeface="Cambria Math" panose="02040503050406030204" pitchFamily="18" charset="0"/>
                        </a:rPr>
                        <m:t>/(</m:t>
                      </m:r>
                      <m:r>
                        <m:rPr>
                          <m:sty m:val="p"/>
                        </m:rPr>
                        <a:rPr lang="en-US" altLang="zh-TW" b="0" i="1" smtClean="0">
                          <a:solidFill>
                            <a:schemeClr val="bg1"/>
                          </a:solidFill>
                          <a:latin typeface="Cambria Math" panose="02040503050406030204" pitchFamily="18" charset="0"/>
                        </a:rPr>
                        <m:t>Dp</m:t>
                      </m:r>
                      <m:r>
                        <a:rPr lang="en-US" altLang="zh-TW" b="0" i="1" smtClean="0">
                          <a:solidFill>
                            <a:schemeClr val="bg1"/>
                          </a:solidFill>
                          <a:latin typeface="Cambria Math" panose="02040503050406030204" pitchFamily="18" charset="0"/>
                        </a:rPr>
                        <m:t>∗12)</m:t>
                      </m:r>
                    </m:oMath>
                  </m:oMathPara>
                </a14:m>
                <a:endParaRPr/>
              </a:p>
            </p:txBody>
          </p:sp>
        </mc:Choice>
        <mc:Fallback xmlns="">
          <p:sp>
            <p:nvSpPr>
              <p:cNvPr id="13" name="文字方塊 12">
                <a:extLst>
                  <a:ext uri="{FF2B5EF4-FFF2-40B4-BE49-F238E27FC236}">
                    <a16:creationId xmlns:a16="http://schemas.microsoft.com/office/drawing/2014/main" id="{17357BBC-C95F-7F98-17A0-A077718FB3E0}"/>
                  </a:ext>
                </a:extLst>
              </p:cNvPr>
              <p:cNvSpPr txBox="1">
                <a:spLocks noRot="1" noChangeAspect="1" noMove="1" noResize="1" noEditPoints="1" noAdjustHandles="1" noChangeArrowheads="1" noChangeShapeType="1" noTextEdit="1"/>
              </p:cNvSpPr>
              <p:nvPr/>
            </p:nvSpPr>
            <p:spPr>
              <a:xfrm>
                <a:off x="5657272" y="2242536"/>
                <a:ext cx="4350327" cy="276999"/>
              </a:xfrm>
              <a:prstGeom prst="rect">
                <a:avLst/>
              </a:prstGeom>
              <a:blipFill>
                <a:blip r:embed="rId7"/>
                <a:stretch>
                  <a:fillRect t="-31111" b="-488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8" name="表格 17">
                <a:extLst>
                  <a:ext uri="{FF2B5EF4-FFF2-40B4-BE49-F238E27FC236}">
                    <a16:creationId xmlns:a16="http://schemas.microsoft.com/office/drawing/2014/main" id="{89745F63-C6FD-8981-897B-D07895375C61}"/>
                  </a:ext>
                </a:extLst>
              </p:cNvPr>
              <p:cNvGraphicFramePr>
                <a:graphicFrameLocks noGrp="1"/>
              </p:cNvGraphicFramePr>
              <p:nvPr>
                <p:extLst>
                  <p:ext uri="{D42A27DB-BD31-4B8C-83A1-F6EECF244321}">
                    <p14:modId xmlns:p14="http://schemas.microsoft.com/office/powerpoint/2010/main" val="660046997"/>
                  </p:ext>
                </p:extLst>
              </p:nvPr>
            </p:nvGraphicFramePr>
            <p:xfrm>
              <a:off x="5166307" y="2688612"/>
              <a:ext cx="5891160" cy="2951283"/>
            </p:xfrm>
            <a:graphic>
              <a:graphicData uri="http://schemas.openxmlformats.org/drawingml/2006/table">
                <a:tbl>
                  <a:tblPr firstRow="1" bandRow="1">
                    <a:tableStyleId>{F5AB1C69-6EDB-4FF4-983F-18BD219EF322}</a:tableStyleId>
                  </a:tblPr>
                  <a:tblGrid>
                    <a:gridCol w="1382051">
                      <a:extLst>
                        <a:ext uri="{9D8B030D-6E8A-4147-A177-3AD203B41FA5}">
                          <a16:colId xmlns:a16="http://schemas.microsoft.com/office/drawing/2014/main" val="4227237608"/>
                        </a:ext>
                      </a:extLst>
                    </a:gridCol>
                    <a:gridCol w="2265097">
                      <a:extLst>
                        <a:ext uri="{9D8B030D-6E8A-4147-A177-3AD203B41FA5}">
                          <a16:colId xmlns:a16="http://schemas.microsoft.com/office/drawing/2014/main" val="2313997390"/>
                        </a:ext>
                      </a:extLst>
                    </a:gridCol>
                    <a:gridCol w="2244012">
                      <a:extLst>
                        <a:ext uri="{9D8B030D-6E8A-4147-A177-3AD203B41FA5}">
                          <a16:colId xmlns:a16="http://schemas.microsoft.com/office/drawing/2014/main" val="698040788"/>
                        </a:ext>
                      </a:extLst>
                    </a:gridCol>
                  </a:tblGrid>
                  <a:tr h="428028">
                    <a:tc>
                      <a:txBody>
                        <a:bodyPr/>
                        <a:lstStyle/>
                        <a:p>
                          <a:pPr algn="ctr"/>
                          <a:r>
                            <a:rPr lang="zh-TW" altLang="en-US" dirty="0">
                              <a:latin typeface="微軟正黑體" panose="020B0604030504040204" pitchFamily="34" charset="-120"/>
                              <a:ea typeface="微軟正黑體" panose="020B0604030504040204" pitchFamily="34" charset="-120"/>
                            </a:rPr>
                            <a:t>項目</a:t>
                          </a:r>
                        </a:p>
                      </a:txBody>
                      <a:tcPr/>
                    </a:tc>
                    <a:tc>
                      <a:txBody>
                        <a:bodyPr/>
                        <a:lstStyle/>
                        <a:p>
                          <a:pPr algn="ctr"/>
                          <a:r>
                            <a:rPr lang="zh-TW" altLang="en-US" dirty="0">
                              <a:latin typeface="微軟正黑體" panose="020B0604030504040204" pitchFamily="34" charset="-120"/>
                              <a:ea typeface="微軟正黑體" panose="020B0604030504040204" pitchFamily="34" charset="-120"/>
                            </a:rPr>
                            <a:t>意義</a:t>
                          </a:r>
                        </a:p>
                      </a:txBody>
                      <a:tcPr/>
                    </a:tc>
                    <a:tc>
                      <a:txBody>
                        <a:bodyPr/>
                        <a:lstStyle/>
                        <a:p>
                          <a:pPr algn="ctr"/>
                          <a:r>
                            <a:rPr lang="zh-TW" altLang="en-US" dirty="0">
                              <a:latin typeface="微軟正黑體" panose="020B0604030504040204" pitchFamily="34" charset="-120"/>
                              <a:ea typeface="微軟正黑體" panose="020B0604030504040204" pitchFamily="34" charset="-120"/>
                            </a:rPr>
                            <a:t>數值</a:t>
                          </a:r>
                        </a:p>
                      </a:txBody>
                      <a:tcPr/>
                    </a:tc>
                    <a:extLst>
                      <a:ext uri="{0D108BD9-81ED-4DB2-BD59-A6C34878D82A}">
                        <a16:rowId xmlns:a16="http://schemas.microsoft.com/office/drawing/2014/main" val="1849976062"/>
                      </a:ext>
                    </a:extLst>
                  </a:tr>
                  <a:tr h="627725">
                    <a:tc>
                      <a:txBody>
                        <a:bodyPr/>
                        <a:lstStyle/>
                        <a:p>
                          <a:pPr algn="ct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𝑡</m:t>
                                    </m:r>
                                  </m:e>
                                  <m:sub>
                                    <m:r>
                                      <a:rPr lang="en-US" altLang="zh-TW" b="0" i="1" smtClean="0">
                                        <a:solidFill>
                                          <a:schemeClr val="tx1"/>
                                        </a:solidFill>
                                        <a:latin typeface="Cambria Math" panose="02040503050406030204" pitchFamily="18" charset="0"/>
                                      </a:rPr>
                                      <m:t>𝑐</m:t>
                                    </m:r>
                                  </m:sub>
                                </m:sSub>
                              </m:oMath>
                            </m:oMathPara>
                          </a14:m>
                          <a:endParaRPr lang="en-US" altLang="zh-TW" b="0" dirty="0">
                            <a:solidFill>
                              <a:schemeClr val="tx1"/>
                            </a:solidFill>
                          </a:endParaRPr>
                        </a:p>
                      </a:txBody>
                      <a:tcPr/>
                    </a:tc>
                    <a:tc>
                      <a:txBody>
                        <a:bodyPr/>
                        <a:lstStyle/>
                        <a:p>
                          <a:pPr algn="ctr"/>
                          <a:r>
                            <a:rPr lang="zh-TW" altLang="en-US" dirty="0">
                              <a:solidFill>
                                <a:schemeClr val="tx1"/>
                              </a:solidFill>
                              <a:latin typeface="微軟正黑體" panose="020B0604030504040204" pitchFamily="34" charset="-120"/>
                              <a:ea typeface="微軟正黑體" panose="020B0604030504040204" pitchFamily="34" charset="-120"/>
                            </a:rPr>
                            <a:t>傘布標稱強度</a:t>
                          </a:r>
                        </a:p>
                      </a:txBody>
                      <a:tcPr/>
                    </a:tc>
                    <a:tc>
                      <a:txBody>
                        <a:bodyPr/>
                        <a:lstStyle/>
                        <a:p>
                          <a:pPr algn="ctr"/>
                          <a:r>
                            <a:rPr lang="zh-TW" altLang="en-US" dirty="0">
                              <a:solidFill>
                                <a:schemeClr val="tx1"/>
                              </a:solidFill>
                            </a:rPr>
                            <a:t>所求</a:t>
                          </a:r>
                        </a:p>
                      </a:txBody>
                      <a:tcPr/>
                    </a:tc>
                    <a:extLst>
                      <a:ext uri="{0D108BD9-81ED-4DB2-BD59-A6C34878D82A}">
                        <a16:rowId xmlns:a16="http://schemas.microsoft.com/office/drawing/2014/main" val="1844443296"/>
                      </a:ext>
                    </a:extLst>
                  </a:tr>
                  <a:tr h="627725">
                    <a:tc>
                      <a:txBody>
                        <a:bodyPr/>
                        <a:lstStyle/>
                        <a:p>
                          <a:pPr algn="ctr"/>
                          <a14:m>
                            <m:oMathPara xmlns:m="http://schemas.openxmlformats.org/officeDocument/2006/math">
                              <m:oMathParaPr>
                                <m:jc m:val="centerGroup"/>
                              </m:oMathParaPr>
                              <m:oMath xmlns:m="http://schemas.openxmlformats.org/officeDocument/2006/math">
                                <m:sSub>
                                  <m:sSubPr>
                                    <m:ctrlPr>
                                      <a:rPr lang="zh-TW" altLang="en-US" sz="1800" i="1" smtClean="0">
                                        <a:solidFill>
                                          <a:schemeClr val="tx1"/>
                                        </a:solidFill>
                                        <a:latin typeface="Cambria Math" panose="02040503050406030204" pitchFamily="18" charset="0"/>
                                      </a:rPr>
                                    </m:ctrlPr>
                                  </m:sSubPr>
                                  <m:e>
                                    <m:r>
                                      <a:rPr lang="zh-TW" altLang="en-US" sz="1800" i="1">
                                        <a:solidFill>
                                          <a:schemeClr val="tx1"/>
                                        </a:solidFill>
                                        <a:latin typeface="Cambria Math" panose="02040503050406030204" pitchFamily="18" charset="0"/>
                                      </a:rPr>
                                      <m:t>𝐹</m:t>
                                    </m:r>
                                  </m:e>
                                  <m:sub>
                                    <m:r>
                                      <a:rPr lang="zh-TW" altLang="en-US" sz="1800" i="1">
                                        <a:solidFill>
                                          <a:schemeClr val="tx1"/>
                                        </a:solidFill>
                                        <a:latin typeface="Cambria Math" panose="02040503050406030204" pitchFamily="18" charset="0"/>
                                      </a:rPr>
                                      <m:t>𝑥</m:t>
                                    </m:r>
                                  </m:sub>
                                </m:sSub>
                              </m:oMath>
                            </m:oMathPara>
                          </a14:m>
                          <a:endParaRPr lang="zh-TW" altLang="en-US" dirty="0">
                            <a:solidFill>
                              <a:schemeClr val="tx1"/>
                            </a:solidFill>
                          </a:endParaRPr>
                        </a:p>
                      </a:txBody>
                      <a:tcPr/>
                    </a:tc>
                    <a:tc>
                      <a:txBody>
                        <a:bodyPr/>
                        <a:lstStyle/>
                        <a:p>
                          <a:pPr algn="ctr"/>
                          <a:r>
                            <a:rPr lang="zh-TW" altLang="en-US" dirty="0">
                              <a:solidFill>
                                <a:schemeClr val="tx1"/>
                              </a:solidFill>
                              <a:latin typeface="微軟正黑體" panose="020B0604030504040204" pitchFamily="34" charset="-120"/>
                              <a:ea typeface="微軟正黑體" panose="020B0604030504040204" pitchFamily="34" charset="-120"/>
                            </a:rPr>
                            <a:t>開傘衝擊</a:t>
                          </a:r>
                        </a:p>
                      </a:txBody>
                      <a:tcPr/>
                    </a:tc>
                    <a:tc>
                      <a:txBody>
                        <a:bodyPr/>
                        <a:lstStyle/>
                        <a:p>
                          <a:pPr algn="ctr"/>
                          <a:r>
                            <a:rPr lang="en-US" altLang="zh-TW" sz="1800" b="0" dirty="0">
                              <a:solidFill>
                                <a:schemeClr val="tx1"/>
                              </a:solidFill>
                            </a:rPr>
                            <a:t>2081N </a:t>
                          </a:r>
                          <a:endParaRPr lang="zh-TW" altLang="en-US" dirty="0">
                            <a:solidFill>
                              <a:schemeClr val="tx1"/>
                            </a:solidFill>
                          </a:endParaRPr>
                        </a:p>
                      </a:txBody>
                      <a:tcPr/>
                    </a:tc>
                    <a:extLst>
                      <a:ext uri="{0D108BD9-81ED-4DB2-BD59-A6C34878D82A}">
                        <a16:rowId xmlns:a16="http://schemas.microsoft.com/office/drawing/2014/main" val="130909679"/>
                      </a:ext>
                    </a:extLst>
                  </a:tr>
                  <a:tr h="627725">
                    <a:tc>
                      <a:txBody>
                        <a:bodyPr/>
                        <a:lstStyle/>
                        <a:p>
                          <a:pPr algn="ctr"/>
                          <a14:m>
                            <m:oMathPara xmlns:m="http://schemas.openxmlformats.org/officeDocument/2006/math">
                              <m:oMathParaPr>
                                <m:jc m:val="centerGroup"/>
                              </m:oMathParaPr>
                              <m:oMath xmlns:m="http://schemas.openxmlformats.org/officeDocument/2006/math">
                                <m:sSub>
                                  <m:sSubPr>
                                    <m:ctrlPr>
                                      <a:rPr lang="zh-TW" altLang="en-US" sz="1800" i="1" smtClean="0">
                                        <a:solidFill>
                                          <a:schemeClr val="tx1"/>
                                        </a:solidFill>
                                        <a:latin typeface="Cambria Math" panose="02040503050406030204" pitchFamily="18" charset="0"/>
                                      </a:rPr>
                                    </m:ctrlPr>
                                  </m:sSubPr>
                                  <m:e>
                                    <m:r>
                                      <a:rPr lang="zh-TW" altLang="en-US" sz="1800" i="1">
                                        <a:solidFill>
                                          <a:schemeClr val="tx1"/>
                                        </a:solidFill>
                                        <a:latin typeface="Cambria Math" panose="02040503050406030204" pitchFamily="18" charset="0"/>
                                      </a:rPr>
                                      <m:t>𝐷</m:t>
                                    </m:r>
                                  </m:e>
                                  <m:sub>
                                    <m:r>
                                      <a:rPr lang="en-US" altLang="zh-TW" sz="1800" b="0" i="1" smtClean="0">
                                        <a:solidFill>
                                          <a:schemeClr val="tx1"/>
                                        </a:solidFill>
                                        <a:latin typeface="Cambria Math" panose="02040503050406030204" pitchFamily="18" charset="0"/>
                                      </a:rPr>
                                      <m:t>𝑝</m:t>
                                    </m:r>
                                  </m:sub>
                                </m:sSub>
                              </m:oMath>
                            </m:oMathPara>
                          </a14:m>
                          <a:endParaRPr lang="zh-TW" altLang="en-US" dirty="0">
                            <a:solidFill>
                              <a:schemeClr val="tx1"/>
                            </a:solidFill>
                          </a:endParaRPr>
                        </a:p>
                      </a:txBody>
                      <a:tcPr/>
                    </a:tc>
                    <a:tc>
                      <a:txBody>
                        <a:bodyPr/>
                        <a:lstStyle/>
                        <a:p>
                          <a:pPr algn="ctr"/>
                          <a:r>
                            <a:rPr lang="zh-TW" altLang="en-US" sz="1800" b="0" i="0" u="none" strike="noStrike" kern="1200" baseline="0" dirty="0">
                              <a:solidFill>
                                <a:schemeClr val="dk1"/>
                              </a:solidFill>
                              <a:latin typeface="+mn-lt"/>
                              <a:ea typeface="+mn-ea"/>
                              <a:cs typeface="+mn-cs"/>
                            </a:rPr>
                            <a:t>投影直徑</a:t>
                          </a:r>
                          <a:endParaRPr lang="zh-TW" altLang="en-US" dirty="0">
                            <a:solidFill>
                              <a:schemeClr val="tx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tx1"/>
                              </a:solidFill>
                            </a:rPr>
                            <a:t>1.94m</a:t>
                          </a:r>
                          <a:endParaRPr lang="zh-TW" altLang="en-US" dirty="0">
                            <a:solidFill>
                              <a:schemeClr val="tx1"/>
                            </a:solidFill>
                          </a:endParaRPr>
                        </a:p>
                      </a:txBody>
                      <a:tcPr/>
                    </a:tc>
                    <a:extLst>
                      <a:ext uri="{0D108BD9-81ED-4DB2-BD59-A6C34878D82A}">
                        <a16:rowId xmlns:a16="http://schemas.microsoft.com/office/drawing/2014/main" val="3296973364"/>
                      </a:ext>
                    </a:extLst>
                  </a:tr>
                  <a:tr h="363682">
                    <a:tc>
                      <a:txBody>
                        <a:bodyPr/>
                        <a:lstStyle/>
                        <a:p>
                          <a:pPr algn="ctr"/>
                          <a14:m>
                            <m:oMathPara xmlns:m="http://schemas.openxmlformats.org/officeDocument/2006/math">
                              <m:oMathParaPr>
                                <m:jc m:val="centerGroup"/>
                              </m:oMathParaPr>
                              <m:oMath xmlns:m="http://schemas.openxmlformats.org/officeDocument/2006/math">
                                <m:r>
                                  <a:rPr lang="en-US" altLang="zh-TW" sz="1800" b="0" i="1" dirty="0" smtClean="0">
                                    <a:solidFill>
                                      <a:schemeClr val="tx1"/>
                                    </a:solidFill>
                                    <a:latin typeface="Cambria Math" panose="02040503050406030204" pitchFamily="18" charset="0"/>
                                  </a:rPr>
                                  <m:t>𝐷𝑆</m:t>
                                </m:r>
                              </m:oMath>
                            </m:oMathPara>
                          </a14:m>
                          <a:endParaRPr lang="zh-TW" altLang="en-US" dirty="0">
                            <a:solidFill>
                              <a:schemeClr val="tx1"/>
                            </a:solidFill>
                          </a:endParaRPr>
                        </a:p>
                      </a:txBody>
                      <a:tcPr/>
                    </a:tc>
                    <a:tc>
                      <a:txBody>
                        <a:bodyPr/>
                        <a:lstStyle/>
                        <a:p>
                          <a:pPr algn="ctr"/>
                          <a:r>
                            <a:rPr lang="en-US" altLang="zh-TW" sz="1800" b="0" i="0" u="none" strike="noStrike" kern="1200" baseline="0" dirty="0">
                              <a:solidFill>
                                <a:schemeClr val="dk1"/>
                              </a:solidFill>
                              <a:latin typeface="+mn-lt"/>
                              <a:ea typeface="+mn-ea"/>
                              <a:cs typeface="+mn-cs"/>
                            </a:rPr>
                            <a:t>Ultimate design factor</a:t>
                          </a:r>
                          <a:endParaRPr lang="zh-TW" altLang="en-US" dirty="0">
                            <a:solidFill>
                              <a:schemeClr val="tx1"/>
                            </a:solidFill>
                            <a:latin typeface="微軟正黑體" panose="020B0604030504040204" pitchFamily="34" charset="-120"/>
                            <a:ea typeface="微軟正黑體" panose="020B0604030504040204" pitchFamily="34" charset="-12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微軟正黑體" panose="020B0604030504040204" pitchFamily="34" charset="-120"/>
                              <a:ea typeface="微軟正黑體" panose="020B0604030504040204" pitchFamily="34" charset="-120"/>
                              <a:cs typeface="Arial"/>
                            </a:rPr>
                            <a:t>2.43</a:t>
                          </a:r>
                        </a:p>
                      </a:txBody>
                      <a:tcPr/>
                    </a:tc>
                    <a:extLst>
                      <a:ext uri="{0D108BD9-81ED-4DB2-BD59-A6C34878D82A}">
                        <a16:rowId xmlns:a16="http://schemas.microsoft.com/office/drawing/2014/main" val="3238222944"/>
                      </a:ext>
                    </a:extLst>
                  </a:tr>
                </a:tbl>
              </a:graphicData>
            </a:graphic>
          </p:graphicFrame>
        </mc:Choice>
        <mc:Fallback xmlns="">
          <p:graphicFrame>
            <p:nvGraphicFramePr>
              <p:cNvPr id="18" name="表格 17">
                <a:extLst>
                  <a:ext uri="{FF2B5EF4-FFF2-40B4-BE49-F238E27FC236}">
                    <a16:creationId xmlns:a16="http://schemas.microsoft.com/office/drawing/2014/main" id="{89745F63-C6FD-8981-897B-D07895375C61}"/>
                  </a:ext>
                </a:extLst>
              </p:cNvPr>
              <p:cNvGraphicFramePr>
                <a:graphicFrameLocks noGrp="1"/>
              </p:cNvGraphicFramePr>
              <p:nvPr>
                <p:extLst>
                  <p:ext uri="{D42A27DB-BD31-4B8C-83A1-F6EECF244321}">
                    <p14:modId xmlns:p14="http://schemas.microsoft.com/office/powerpoint/2010/main" val="660046997"/>
                  </p:ext>
                </p:extLst>
              </p:nvPr>
            </p:nvGraphicFramePr>
            <p:xfrm>
              <a:off x="5166307" y="2688612"/>
              <a:ext cx="5891160" cy="2951283"/>
            </p:xfrm>
            <a:graphic>
              <a:graphicData uri="http://schemas.openxmlformats.org/drawingml/2006/table">
                <a:tbl>
                  <a:tblPr firstRow="1" bandRow="1">
                    <a:tableStyleId>{F5AB1C69-6EDB-4FF4-983F-18BD219EF322}</a:tableStyleId>
                  </a:tblPr>
                  <a:tblGrid>
                    <a:gridCol w="1382051">
                      <a:extLst>
                        <a:ext uri="{9D8B030D-6E8A-4147-A177-3AD203B41FA5}">
                          <a16:colId xmlns:a16="http://schemas.microsoft.com/office/drawing/2014/main" val="4227237608"/>
                        </a:ext>
                      </a:extLst>
                    </a:gridCol>
                    <a:gridCol w="2265097">
                      <a:extLst>
                        <a:ext uri="{9D8B030D-6E8A-4147-A177-3AD203B41FA5}">
                          <a16:colId xmlns:a16="http://schemas.microsoft.com/office/drawing/2014/main" val="2313997390"/>
                        </a:ext>
                      </a:extLst>
                    </a:gridCol>
                    <a:gridCol w="2244012">
                      <a:extLst>
                        <a:ext uri="{9D8B030D-6E8A-4147-A177-3AD203B41FA5}">
                          <a16:colId xmlns:a16="http://schemas.microsoft.com/office/drawing/2014/main" val="698040788"/>
                        </a:ext>
                      </a:extLst>
                    </a:gridCol>
                  </a:tblGrid>
                  <a:tr h="428028">
                    <a:tc>
                      <a:txBody>
                        <a:bodyPr/>
                        <a:lstStyle/>
                        <a:p>
                          <a:pPr algn="ctr"/>
                          <a:r>
                            <a:rPr lang="zh-TW" altLang="en-US" dirty="0">
                              <a:latin typeface="微軟正黑體" panose="020B0604030504040204" pitchFamily="34" charset="-120"/>
                              <a:ea typeface="微軟正黑體" panose="020B0604030504040204" pitchFamily="34" charset="-120"/>
                            </a:rPr>
                            <a:t>項目</a:t>
                          </a:r>
                        </a:p>
                      </a:txBody>
                      <a:tcPr/>
                    </a:tc>
                    <a:tc>
                      <a:txBody>
                        <a:bodyPr/>
                        <a:lstStyle/>
                        <a:p>
                          <a:pPr algn="ctr"/>
                          <a:r>
                            <a:rPr lang="zh-TW" altLang="en-US" dirty="0">
                              <a:latin typeface="微軟正黑體" panose="020B0604030504040204" pitchFamily="34" charset="-120"/>
                              <a:ea typeface="微軟正黑體" panose="020B0604030504040204" pitchFamily="34" charset="-120"/>
                            </a:rPr>
                            <a:t>意義</a:t>
                          </a:r>
                        </a:p>
                      </a:txBody>
                      <a:tcPr/>
                    </a:tc>
                    <a:tc>
                      <a:txBody>
                        <a:bodyPr/>
                        <a:lstStyle/>
                        <a:p>
                          <a:pPr algn="ctr"/>
                          <a:r>
                            <a:rPr lang="zh-TW" altLang="en-US" dirty="0">
                              <a:latin typeface="微軟正黑體" panose="020B0604030504040204" pitchFamily="34" charset="-120"/>
                              <a:ea typeface="微軟正黑體" panose="020B0604030504040204" pitchFamily="34" charset="-120"/>
                            </a:rPr>
                            <a:t>數值</a:t>
                          </a:r>
                        </a:p>
                      </a:txBody>
                      <a:tcPr/>
                    </a:tc>
                    <a:extLst>
                      <a:ext uri="{0D108BD9-81ED-4DB2-BD59-A6C34878D82A}">
                        <a16:rowId xmlns:a16="http://schemas.microsoft.com/office/drawing/2014/main" val="1849976062"/>
                      </a:ext>
                    </a:extLst>
                  </a:tr>
                  <a:tr h="627725">
                    <a:tc>
                      <a:txBody>
                        <a:bodyPr/>
                        <a:lstStyle/>
                        <a:p>
                          <a:endParaRPr lang="zh-TW"/>
                        </a:p>
                      </a:txBody>
                      <a:tcPr>
                        <a:blipFill>
                          <a:blip r:embed="rId8"/>
                          <a:stretch>
                            <a:fillRect l="-441" t="-72816" r="-328194" b="-317476"/>
                          </a:stretch>
                        </a:blipFill>
                      </a:tcPr>
                    </a:tc>
                    <a:tc>
                      <a:txBody>
                        <a:bodyPr/>
                        <a:lstStyle/>
                        <a:p>
                          <a:pPr algn="ctr"/>
                          <a:r>
                            <a:rPr lang="zh-TW" altLang="en-US" dirty="0">
                              <a:solidFill>
                                <a:schemeClr val="tx1"/>
                              </a:solidFill>
                              <a:latin typeface="微軟正黑體" panose="020B0604030504040204" pitchFamily="34" charset="-120"/>
                              <a:ea typeface="微軟正黑體" panose="020B0604030504040204" pitchFamily="34" charset="-120"/>
                            </a:rPr>
                            <a:t>傘布標稱強度</a:t>
                          </a:r>
                        </a:p>
                      </a:txBody>
                      <a:tcPr/>
                    </a:tc>
                    <a:tc>
                      <a:txBody>
                        <a:bodyPr/>
                        <a:lstStyle/>
                        <a:p>
                          <a:pPr algn="ctr"/>
                          <a:r>
                            <a:rPr lang="zh-TW" altLang="en-US" dirty="0">
                              <a:solidFill>
                                <a:schemeClr val="tx1"/>
                              </a:solidFill>
                            </a:rPr>
                            <a:t>所求</a:t>
                          </a:r>
                        </a:p>
                      </a:txBody>
                      <a:tcPr/>
                    </a:tc>
                    <a:extLst>
                      <a:ext uri="{0D108BD9-81ED-4DB2-BD59-A6C34878D82A}">
                        <a16:rowId xmlns:a16="http://schemas.microsoft.com/office/drawing/2014/main" val="1844443296"/>
                      </a:ext>
                    </a:extLst>
                  </a:tr>
                  <a:tr h="627725">
                    <a:tc>
                      <a:txBody>
                        <a:bodyPr/>
                        <a:lstStyle/>
                        <a:p>
                          <a:endParaRPr lang="zh-TW"/>
                        </a:p>
                      </a:txBody>
                      <a:tcPr>
                        <a:blipFill>
                          <a:blip r:embed="rId8"/>
                          <a:stretch>
                            <a:fillRect l="-441" t="-171154" r="-328194" b="-214423"/>
                          </a:stretch>
                        </a:blipFill>
                      </a:tcPr>
                    </a:tc>
                    <a:tc>
                      <a:txBody>
                        <a:bodyPr/>
                        <a:lstStyle/>
                        <a:p>
                          <a:pPr algn="ctr"/>
                          <a:r>
                            <a:rPr lang="zh-TW" altLang="en-US" dirty="0">
                              <a:solidFill>
                                <a:schemeClr val="tx1"/>
                              </a:solidFill>
                              <a:latin typeface="微軟正黑體" panose="020B0604030504040204" pitchFamily="34" charset="-120"/>
                              <a:ea typeface="微軟正黑體" panose="020B0604030504040204" pitchFamily="34" charset="-120"/>
                            </a:rPr>
                            <a:t>開傘衝擊</a:t>
                          </a:r>
                        </a:p>
                      </a:txBody>
                      <a:tcPr/>
                    </a:tc>
                    <a:tc>
                      <a:txBody>
                        <a:bodyPr/>
                        <a:lstStyle/>
                        <a:p>
                          <a:pPr algn="ctr"/>
                          <a:r>
                            <a:rPr lang="en-US" altLang="zh-TW" sz="1800" b="0" dirty="0">
                              <a:solidFill>
                                <a:schemeClr val="tx1"/>
                              </a:solidFill>
                            </a:rPr>
                            <a:t>2081N </a:t>
                          </a:r>
                          <a:endParaRPr lang="zh-TW" altLang="en-US" dirty="0">
                            <a:solidFill>
                              <a:schemeClr val="tx1"/>
                            </a:solidFill>
                          </a:endParaRPr>
                        </a:p>
                      </a:txBody>
                      <a:tcPr/>
                    </a:tc>
                    <a:extLst>
                      <a:ext uri="{0D108BD9-81ED-4DB2-BD59-A6C34878D82A}">
                        <a16:rowId xmlns:a16="http://schemas.microsoft.com/office/drawing/2014/main" val="130909679"/>
                      </a:ext>
                    </a:extLst>
                  </a:tr>
                  <a:tr h="627725">
                    <a:tc>
                      <a:txBody>
                        <a:bodyPr/>
                        <a:lstStyle/>
                        <a:p>
                          <a:endParaRPr lang="zh-TW"/>
                        </a:p>
                      </a:txBody>
                      <a:tcPr>
                        <a:blipFill>
                          <a:blip r:embed="rId8"/>
                          <a:stretch>
                            <a:fillRect l="-441" t="-273786" r="-328194" b="-116505"/>
                          </a:stretch>
                        </a:blipFill>
                      </a:tcPr>
                    </a:tc>
                    <a:tc>
                      <a:txBody>
                        <a:bodyPr/>
                        <a:lstStyle/>
                        <a:p>
                          <a:pPr algn="ctr"/>
                          <a:r>
                            <a:rPr lang="zh-TW" altLang="en-US" sz="1800" b="0" i="0" u="none" strike="noStrike" kern="1200" baseline="0" dirty="0">
                              <a:solidFill>
                                <a:schemeClr val="dk1"/>
                              </a:solidFill>
                              <a:latin typeface="+mn-lt"/>
                              <a:ea typeface="+mn-ea"/>
                              <a:cs typeface="+mn-cs"/>
                            </a:rPr>
                            <a:t>投影直徑</a:t>
                          </a:r>
                          <a:endParaRPr lang="zh-TW" altLang="en-US" dirty="0">
                            <a:solidFill>
                              <a:schemeClr val="tx1"/>
                            </a:solidFill>
                            <a:latin typeface="微軟正黑體" panose="020B0604030504040204" pitchFamily="34" charset="-120"/>
                            <a:ea typeface="微軟正黑體" panose="020B0604030504040204" pitchFamily="34" charset="-120"/>
                          </a:endParaRPr>
                        </a:p>
                      </a:txBody>
                      <a:tcPr/>
                    </a:tc>
                    <a:tc>
                      <a:txBody>
                        <a:bodyPr/>
                        <a:lstStyle/>
                        <a:p>
                          <a:pPr algn="ctr"/>
                          <a:r>
                            <a:rPr lang="en-US" altLang="zh-TW" dirty="0">
                              <a:solidFill>
                                <a:schemeClr val="tx1"/>
                              </a:solidFill>
                            </a:rPr>
                            <a:t>1.94m</a:t>
                          </a:r>
                          <a:endParaRPr lang="zh-TW" altLang="en-US" dirty="0">
                            <a:solidFill>
                              <a:schemeClr val="tx1"/>
                            </a:solidFill>
                          </a:endParaRPr>
                        </a:p>
                      </a:txBody>
                      <a:tcPr/>
                    </a:tc>
                    <a:extLst>
                      <a:ext uri="{0D108BD9-81ED-4DB2-BD59-A6C34878D82A}">
                        <a16:rowId xmlns:a16="http://schemas.microsoft.com/office/drawing/2014/main" val="3296973364"/>
                      </a:ext>
                    </a:extLst>
                  </a:tr>
                  <a:tr h="640080">
                    <a:tc>
                      <a:txBody>
                        <a:bodyPr/>
                        <a:lstStyle/>
                        <a:p>
                          <a:endParaRPr lang="zh-TW"/>
                        </a:p>
                      </a:txBody>
                      <a:tcPr>
                        <a:blipFill>
                          <a:blip r:embed="rId8"/>
                          <a:stretch>
                            <a:fillRect l="-441" t="-366667" r="-328194" b="-14286"/>
                          </a:stretch>
                        </a:blipFill>
                      </a:tcPr>
                    </a:tc>
                    <a:tc>
                      <a:txBody>
                        <a:bodyPr/>
                        <a:lstStyle/>
                        <a:p>
                          <a:pPr algn="ctr"/>
                          <a:r>
                            <a:rPr lang="en-US" altLang="zh-TW" sz="1800" b="0" i="0" u="none" strike="noStrike" kern="1200" baseline="0" dirty="0">
                              <a:solidFill>
                                <a:schemeClr val="dk1"/>
                              </a:solidFill>
                              <a:latin typeface="+mn-lt"/>
                              <a:ea typeface="+mn-ea"/>
                              <a:cs typeface="+mn-cs"/>
                            </a:rPr>
                            <a:t>Ultimate design factor</a:t>
                          </a:r>
                          <a:endParaRPr lang="zh-TW" altLang="en-US" dirty="0">
                            <a:solidFill>
                              <a:schemeClr val="tx1"/>
                            </a:solidFill>
                            <a:latin typeface="微軟正黑體" panose="020B0604030504040204" pitchFamily="34" charset="-120"/>
                            <a:ea typeface="微軟正黑體" panose="020B0604030504040204" pitchFamily="34" charset="-12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微軟正黑體" panose="020B0604030504040204" pitchFamily="34" charset="-120"/>
                              <a:ea typeface="微軟正黑體" panose="020B0604030504040204" pitchFamily="34" charset="-120"/>
                              <a:cs typeface="Arial"/>
                            </a:rPr>
                            <a:t>2.43</a:t>
                          </a:r>
                        </a:p>
                      </a:txBody>
                      <a:tcPr/>
                    </a:tc>
                    <a:extLst>
                      <a:ext uri="{0D108BD9-81ED-4DB2-BD59-A6C34878D82A}">
                        <a16:rowId xmlns:a16="http://schemas.microsoft.com/office/drawing/2014/main" val="3238222944"/>
                      </a:ext>
                    </a:extLst>
                  </a:tr>
                </a:tbl>
              </a:graphicData>
            </a:graphic>
          </p:graphicFrame>
        </mc:Fallback>
      </mc:AlternateContent>
    </p:spTree>
    <p:extLst>
      <p:ext uri="{BB962C8B-B14F-4D97-AF65-F5344CB8AC3E}">
        <p14:creationId xmlns:p14="http://schemas.microsoft.com/office/powerpoint/2010/main" val="3889607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2147-0F8D-E1DE-49C3-0005EC571F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461FB0-0CD7-D457-8B28-C8B8D8674CB1}"/>
              </a:ext>
            </a:extLst>
          </p:cNvPr>
          <p:cNvSpPr>
            <a:spLocks noGrp="1"/>
          </p:cNvSpPr>
          <p:nvPr>
            <p:ph type="title"/>
          </p:nvPr>
        </p:nvSpPr>
        <p:spPr/>
        <p:txBody>
          <a:bodyPr/>
          <a:lstStyle/>
          <a:p>
            <a:r>
              <a:rPr lang="zh-TW" altLang="en-US">
                <a:latin typeface="Microsoft JhengHei"/>
                <a:ea typeface="Microsoft JhengHei"/>
                <a:cs typeface="Arial"/>
              </a:rPr>
              <a:t>主傘材質</a:t>
            </a:r>
            <a:endParaRPr lang="zh-CN" altLang="en-US">
              <a:latin typeface="Microsoft JhengHei"/>
              <a:ea typeface="Microsoft JhengHei"/>
            </a:endParaRPr>
          </a:p>
        </p:txBody>
      </p:sp>
      <p:sp>
        <p:nvSpPr>
          <p:cNvPr id="4" name="Text Placeholder 3">
            <a:extLst>
              <a:ext uri="{FF2B5EF4-FFF2-40B4-BE49-F238E27FC236}">
                <a16:creationId xmlns:a16="http://schemas.microsoft.com/office/drawing/2014/main" id="{30DB5BB1-7DD1-1EC9-1B5E-B000C01A91DE}"/>
              </a:ext>
            </a:extLst>
          </p:cNvPr>
          <p:cNvSpPr>
            <a:spLocks noGrp="1"/>
          </p:cNvSpPr>
          <p:nvPr>
            <p:ph type="body" sz="quarter" idx="10"/>
          </p:nvPr>
        </p:nvSpPr>
        <p:spPr/>
        <p:txBody>
          <a:bodyPr>
            <a:normAutofit fontScale="70000" lnSpcReduction="20000"/>
          </a:bodyPr>
          <a:lstStyle/>
          <a:p>
            <a:r>
              <a:rPr lang="zh-TW" altLang="en-US" sz="4300">
                <a:solidFill>
                  <a:srgbClr val="FF0000"/>
                </a:solidFill>
                <a:latin typeface="Microsoft JhengHei"/>
                <a:ea typeface="Microsoft JhengHei"/>
                <a:cs typeface="Arial"/>
              </a:rPr>
              <a:t>材質 </a:t>
            </a:r>
            <a:r>
              <a:rPr lang="en-US" altLang="zh-TW" sz="4300">
                <a:solidFill>
                  <a:srgbClr val="FF0000"/>
                </a:solidFill>
                <a:latin typeface="Microsoft JhengHei"/>
                <a:ea typeface="Microsoft JhengHei"/>
                <a:cs typeface="Arial"/>
              </a:rPr>
              <a:t>(</a:t>
            </a:r>
            <a:r>
              <a:rPr lang="zh-TW" altLang="en-US" sz="4300">
                <a:solidFill>
                  <a:srgbClr val="FF0000"/>
                </a:solidFill>
                <a:latin typeface="Microsoft JhengHei"/>
                <a:ea typeface="Microsoft JhengHei"/>
                <a:cs typeface="Arial"/>
              </a:rPr>
              <a:t>候選名單</a:t>
            </a:r>
            <a:r>
              <a:rPr lang="en-US" altLang="zh-TW" sz="4300">
                <a:solidFill>
                  <a:srgbClr val="FF0000"/>
                </a:solidFill>
                <a:latin typeface="Microsoft JhengHei"/>
                <a:ea typeface="Microsoft JhengHei"/>
                <a:cs typeface="Arial"/>
              </a:rPr>
              <a:t>)</a:t>
            </a:r>
            <a:endParaRPr lang="zh-TW" altLang="en-US">
              <a:solidFill>
                <a:srgbClr val="FF0000"/>
              </a:solidFill>
              <a:cs typeface="Arial"/>
            </a:endParaRPr>
          </a:p>
        </p:txBody>
      </p:sp>
      <p:graphicFrame>
        <p:nvGraphicFramePr>
          <p:cNvPr id="2" name="表格 1">
            <a:extLst>
              <a:ext uri="{FF2B5EF4-FFF2-40B4-BE49-F238E27FC236}">
                <a16:creationId xmlns:a16="http://schemas.microsoft.com/office/drawing/2014/main" id="{BCC79AB6-8462-64EB-718D-EC0119A0EE43}"/>
              </a:ext>
            </a:extLst>
          </p:cNvPr>
          <p:cNvGraphicFramePr>
            <a:graphicFrameLocks noGrp="1"/>
          </p:cNvGraphicFramePr>
          <p:nvPr>
            <p:extLst>
              <p:ext uri="{D42A27DB-BD31-4B8C-83A1-F6EECF244321}">
                <p14:modId xmlns:p14="http://schemas.microsoft.com/office/powerpoint/2010/main" val="2261000889"/>
              </p:ext>
            </p:extLst>
          </p:nvPr>
        </p:nvGraphicFramePr>
        <p:xfrm>
          <a:off x="304801" y="2544345"/>
          <a:ext cx="11228438" cy="3093140"/>
        </p:xfrm>
        <a:graphic>
          <a:graphicData uri="http://schemas.openxmlformats.org/drawingml/2006/table">
            <a:tbl>
              <a:tblPr firstRow="1" bandRow="1">
                <a:tableStyleId>{F5AB1C69-6EDB-4FF4-983F-18BD219EF322}</a:tableStyleId>
              </a:tblPr>
              <a:tblGrid>
                <a:gridCol w="1130709">
                  <a:extLst>
                    <a:ext uri="{9D8B030D-6E8A-4147-A177-3AD203B41FA5}">
                      <a16:colId xmlns:a16="http://schemas.microsoft.com/office/drawing/2014/main" val="3144940204"/>
                    </a:ext>
                  </a:extLst>
                </a:gridCol>
                <a:gridCol w="2035278">
                  <a:extLst>
                    <a:ext uri="{9D8B030D-6E8A-4147-A177-3AD203B41FA5}">
                      <a16:colId xmlns:a16="http://schemas.microsoft.com/office/drawing/2014/main" val="402281059"/>
                    </a:ext>
                  </a:extLst>
                </a:gridCol>
                <a:gridCol w="2507226">
                  <a:extLst>
                    <a:ext uri="{9D8B030D-6E8A-4147-A177-3AD203B41FA5}">
                      <a16:colId xmlns:a16="http://schemas.microsoft.com/office/drawing/2014/main" val="3666142334"/>
                    </a:ext>
                  </a:extLst>
                </a:gridCol>
                <a:gridCol w="1396180">
                  <a:extLst>
                    <a:ext uri="{9D8B030D-6E8A-4147-A177-3AD203B41FA5}">
                      <a16:colId xmlns:a16="http://schemas.microsoft.com/office/drawing/2014/main" val="3335376451"/>
                    </a:ext>
                  </a:extLst>
                </a:gridCol>
                <a:gridCol w="1666246">
                  <a:extLst>
                    <a:ext uri="{9D8B030D-6E8A-4147-A177-3AD203B41FA5}">
                      <a16:colId xmlns:a16="http://schemas.microsoft.com/office/drawing/2014/main" val="1538218050"/>
                    </a:ext>
                  </a:extLst>
                </a:gridCol>
                <a:gridCol w="2492799">
                  <a:extLst>
                    <a:ext uri="{9D8B030D-6E8A-4147-A177-3AD203B41FA5}">
                      <a16:colId xmlns:a16="http://schemas.microsoft.com/office/drawing/2014/main" val="2034576254"/>
                    </a:ext>
                  </a:extLst>
                </a:gridCol>
              </a:tblGrid>
              <a:tr h="592662">
                <a:tc>
                  <a:txBody>
                    <a:bodyPr/>
                    <a:lstStyle/>
                    <a:p>
                      <a:pPr algn="ctr"/>
                      <a:r>
                        <a:rPr lang="zh-TW" altLang="en-US" sz="2400">
                          <a:latin typeface="微軟正黑體" panose="020B0604030504040204" pitchFamily="34" charset="-120"/>
                          <a:ea typeface="微軟正黑體" panose="020B0604030504040204" pitchFamily="34" charset="-120"/>
                        </a:rPr>
                        <a:t>部件</a:t>
                      </a:r>
                    </a:p>
                  </a:txBody>
                  <a:tcPr/>
                </a:tc>
                <a:tc>
                  <a:txBody>
                    <a:bodyPr/>
                    <a:lstStyle/>
                    <a:p>
                      <a:pPr algn="ctr"/>
                      <a:r>
                        <a:rPr lang="zh-TW" altLang="en-US" sz="2400">
                          <a:latin typeface="微軟正黑體" panose="020B0604030504040204" pitchFamily="34" charset="-120"/>
                          <a:ea typeface="微軟正黑體" panose="020B0604030504040204" pitchFamily="34" charset="-120"/>
                        </a:rPr>
                        <a:t>材質</a:t>
                      </a:r>
                    </a:p>
                  </a:txBody>
                  <a:tcPr/>
                </a:tc>
                <a:tc>
                  <a:txBody>
                    <a:bodyPr/>
                    <a:lstStyle/>
                    <a:p>
                      <a:pPr lvl="0" algn="ctr">
                        <a:buNone/>
                      </a:pPr>
                      <a:r>
                        <a:rPr lang="zh-TW" altLang="en-US" sz="2400">
                          <a:latin typeface="微軟正黑體"/>
                          <a:ea typeface="微軟正黑體"/>
                        </a:rPr>
                        <a:t>密度</a:t>
                      </a:r>
                    </a:p>
                  </a:txBody>
                  <a:tcPr/>
                </a:tc>
                <a:tc>
                  <a:txBody>
                    <a:bodyPr/>
                    <a:lstStyle/>
                    <a:p>
                      <a:pPr lvl="0" algn="ctr">
                        <a:buNone/>
                      </a:pPr>
                      <a:r>
                        <a:rPr lang="zh-TW" altLang="en-US" sz="2400">
                          <a:latin typeface="微軟正黑體"/>
                          <a:ea typeface="微軟正黑體"/>
                        </a:rPr>
                        <a:t>強度</a:t>
                      </a:r>
                    </a:p>
                  </a:txBody>
                  <a:tcPr/>
                </a:tc>
                <a:tc>
                  <a:txBody>
                    <a:bodyPr/>
                    <a:lstStyle/>
                    <a:p>
                      <a:pPr lvl="0" algn="ctr">
                        <a:buNone/>
                      </a:pPr>
                      <a:r>
                        <a:rPr lang="zh-TW" altLang="en-US" sz="2400">
                          <a:latin typeface="微軟正黑體"/>
                          <a:ea typeface="微軟正黑體"/>
                        </a:rPr>
                        <a:t>繩直徑</a:t>
                      </a:r>
                    </a:p>
                  </a:txBody>
                  <a:tcPr/>
                </a:tc>
                <a:tc>
                  <a:txBody>
                    <a:bodyPr/>
                    <a:lstStyle/>
                    <a:p>
                      <a:pPr lvl="0" algn="ctr">
                        <a:buNone/>
                      </a:pPr>
                      <a:r>
                        <a:rPr lang="zh-TW" altLang="en-US" sz="2400">
                          <a:latin typeface="微軟正黑體"/>
                          <a:ea typeface="微軟正黑體"/>
                        </a:rPr>
                        <a:t>重量</a:t>
                      </a:r>
                    </a:p>
                  </a:txBody>
                  <a:tcPr/>
                </a:tc>
                <a:extLst>
                  <a:ext uri="{0D108BD9-81ED-4DB2-BD59-A6C34878D82A}">
                    <a16:rowId xmlns:a16="http://schemas.microsoft.com/office/drawing/2014/main" val="1938982071"/>
                  </a:ext>
                </a:extLst>
              </a:tr>
              <a:tr h="135627">
                <a:tc>
                  <a:txBody>
                    <a:bodyPr/>
                    <a:lstStyle/>
                    <a:p>
                      <a:pPr algn="ctr"/>
                      <a:r>
                        <a:rPr lang="zh-TW" altLang="en-US" sz="2400">
                          <a:latin typeface="微軟正黑體" panose="020B0604030504040204" pitchFamily="34" charset="-120"/>
                          <a:ea typeface="微軟正黑體" panose="020B0604030504040204" pitchFamily="34" charset="-120"/>
                        </a:rPr>
                        <a:t>傘布</a:t>
                      </a:r>
                    </a:p>
                  </a:txBody>
                  <a:tcPr/>
                </a:tc>
                <a:tc>
                  <a:txBody>
                    <a:bodyPr/>
                    <a:lstStyle/>
                    <a:p>
                      <a:pPr marL="0" lvl="0" indent="0" algn="ctr">
                        <a:lnSpc>
                          <a:spcPct val="100000"/>
                        </a:lnSpc>
                        <a:spcBef>
                          <a:spcPts val="0"/>
                        </a:spcBef>
                        <a:spcAft>
                          <a:spcPts val="0"/>
                        </a:spcAft>
                        <a:buNone/>
                      </a:pPr>
                      <a:r>
                        <a:rPr lang="zh-TW" sz="1800" b="0" i="0" u="none" strike="noStrike" noProof="0">
                          <a:solidFill>
                            <a:srgbClr val="0097A7"/>
                          </a:solidFill>
                          <a:latin typeface="Arial"/>
                          <a:hlinkClick r:id="rId2"/>
                        </a:rPr>
                        <a:t>Rip-Stop Nylon Cloth</a:t>
                      </a:r>
                      <a:endParaRPr lang="en-US" altLang="zh-TW"/>
                    </a:p>
                  </a:txBody>
                  <a:tcPr/>
                </a:tc>
                <a:tc>
                  <a:txBody>
                    <a:bodyPr/>
                    <a:lstStyle/>
                    <a:p>
                      <a:pPr lvl="0" algn="ctr">
                        <a:buNone/>
                      </a:pPr>
                      <a:r>
                        <a:rPr lang="zh-TW" sz="1800" b="0" i="0" u="none" strike="noStrike" noProof="0">
                          <a:solidFill>
                            <a:srgbClr val="595959"/>
                          </a:solidFill>
                          <a:latin typeface="PMingLiU"/>
                          <a:ea typeface="PMingLiU"/>
                        </a:rPr>
                        <a:t>48g/m^2</a:t>
                      </a:r>
                      <a:endParaRPr lang="en-US" altLang="zh-TW">
                        <a:latin typeface="PMingLiU"/>
                        <a:ea typeface="PMingLiU"/>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i="0" u="none" strike="noStrike" noProof="0">
                          <a:solidFill>
                            <a:srgbClr val="323232"/>
                          </a:solidFill>
                          <a:latin typeface="PMingLiU"/>
                          <a:ea typeface="PMingLiU"/>
                        </a:rPr>
                        <a:t>X</a:t>
                      </a:r>
                      <a:endParaRPr lang="zh-TW" altLang="en-US" sz="1800" b="0" i="0" u="none" strike="noStrike" noProof="0">
                        <a:solidFill>
                          <a:srgbClr val="323232"/>
                        </a:solidFill>
                        <a:latin typeface="PMingLiU"/>
                        <a:ea typeface="PMingLiU"/>
                      </a:endParaRPr>
                    </a:p>
                    <a:p>
                      <a:pPr lvl="0" algn="ctr">
                        <a:buNone/>
                      </a:pPr>
                      <a:endParaRPr lang="en-US" altLang="zh-TW">
                        <a:latin typeface="PMingLiU"/>
                        <a:ea typeface="PMingLiU"/>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i="0" u="none" strike="noStrike" noProof="0">
                          <a:solidFill>
                            <a:srgbClr val="323232"/>
                          </a:solidFill>
                          <a:latin typeface="PMingLiU"/>
                          <a:ea typeface="PMingLiU"/>
                        </a:rPr>
                        <a:t>X</a:t>
                      </a:r>
                      <a:endParaRPr lang="zh-TW" altLang="en-US" sz="1800" b="0" i="0" u="none" strike="noStrike" noProof="0">
                        <a:solidFill>
                          <a:srgbClr val="323232"/>
                        </a:solidFill>
                        <a:latin typeface="PMingLiU"/>
                        <a:ea typeface="PMingLiU"/>
                      </a:endParaRPr>
                    </a:p>
                    <a:p>
                      <a:pPr lvl="0" algn="ctr">
                        <a:buNone/>
                      </a:pPr>
                      <a:endParaRPr lang="en-US" altLang="zh-TW">
                        <a:latin typeface="PMingLiU"/>
                        <a:ea typeface="PMingLiU"/>
                      </a:endParaRPr>
                    </a:p>
                  </a:txBody>
                  <a:tcPr/>
                </a:tc>
                <a:tc>
                  <a:txBody>
                    <a:bodyPr/>
                    <a:lstStyle/>
                    <a:p>
                      <a:pPr lvl="0" algn="ctr">
                        <a:buNone/>
                      </a:pPr>
                      <a:r>
                        <a:rPr lang="zh-TW" altLang="en-US" sz="1800" b="0" i="0" u="none" strike="noStrike" noProof="0">
                          <a:solidFill>
                            <a:srgbClr val="595959"/>
                          </a:solidFill>
                          <a:latin typeface="PMingLiU"/>
                          <a:ea typeface="PMingLiU"/>
                        </a:rPr>
                        <a:t>570.72 g</a:t>
                      </a:r>
                    </a:p>
                  </a:txBody>
                  <a:tcPr/>
                </a:tc>
                <a:extLst>
                  <a:ext uri="{0D108BD9-81ED-4DB2-BD59-A6C34878D82A}">
                    <a16:rowId xmlns:a16="http://schemas.microsoft.com/office/drawing/2014/main" val="2056103571"/>
                  </a:ext>
                </a:extLst>
              </a:tr>
              <a:tr h="352774">
                <a:tc rowSpan="2">
                  <a:txBody>
                    <a:bodyPr/>
                    <a:lstStyle/>
                    <a:p>
                      <a:pPr algn="ctr"/>
                      <a:r>
                        <a:rPr lang="zh-TW" altLang="en-US" sz="2400">
                          <a:latin typeface="微軟正黑體" panose="020B0604030504040204" pitchFamily="34" charset="-120"/>
                          <a:ea typeface="微軟正黑體" panose="020B0604030504040204" pitchFamily="34" charset="-120"/>
                        </a:rPr>
                        <a:t>傘繩</a:t>
                      </a:r>
                    </a:p>
                  </a:txBody>
                  <a:tcPr/>
                </a:tc>
                <a:tc>
                  <a:txBody>
                    <a:bodyPr/>
                    <a:lstStyle/>
                    <a:p>
                      <a:pPr lvl="0" algn="ctr">
                        <a:buNone/>
                      </a:pPr>
                      <a:r>
                        <a:rPr lang="zh-TW" sz="1800" b="0" i="0" u="none" strike="noStrike" noProof="0">
                          <a:solidFill>
                            <a:srgbClr val="0097A7"/>
                          </a:solidFill>
                          <a:latin typeface="Arial"/>
                          <a:hlinkClick r:id="rId3"/>
                        </a:rPr>
                        <a:t>dacron line</a:t>
                      </a:r>
                      <a:endParaRPr lang="en-US" altLang="zh-TW" sz="1800" b="0" i="0" u="none" strike="noStrike" noProof="0">
                        <a:solidFill>
                          <a:srgbClr val="0097A7"/>
                        </a:solidFill>
                        <a:latin typeface="Arial"/>
                        <a:hlinkClick r:id="rId3"/>
                      </a:endParaRPr>
                    </a:p>
                  </a:txBody>
                  <a:tcPr/>
                </a:tc>
                <a:tc>
                  <a:txBody>
                    <a:bodyPr/>
                    <a:lstStyle/>
                    <a:p>
                      <a:pPr lvl="0" algn="ctr">
                        <a:buNone/>
                      </a:pPr>
                      <a:r>
                        <a:rPr lang="zh-TW" sz="1800" b="0" i="0" u="none" strike="noStrike" noProof="0">
                          <a:solidFill>
                            <a:srgbClr val="040C28"/>
                          </a:solidFill>
                          <a:latin typeface="PMingLiU"/>
                          <a:ea typeface="PMingLiU"/>
                        </a:rPr>
                        <a:t>1.37 g/</a:t>
                      </a:r>
                      <a:r>
                        <a:rPr lang="zh-TW" sz="1800" b="0" i="0" u="none" strike="noStrike" noProof="0">
                          <a:solidFill>
                            <a:srgbClr val="323232"/>
                          </a:solidFill>
                          <a:latin typeface="PMingLiU"/>
                          <a:ea typeface="PMingLiU"/>
                        </a:rPr>
                        <a:t>cm</a:t>
                      </a:r>
                      <a:r>
                        <a:rPr lang="zh-TW" altLang="en-US" sz="1800" b="0" i="0" u="none" strike="noStrike" noProof="0">
                          <a:solidFill>
                            <a:srgbClr val="323232"/>
                          </a:solidFill>
                          <a:latin typeface="PMingLiU"/>
                          <a:ea typeface="PMingLiU"/>
                        </a:rPr>
                        <a:t>  </a:t>
                      </a:r>
                      <a:r>
                        <a:rPr lang="en-US" altLang="zh-TW" sz="1800" b="0" i="0" u="none" strike="noStrike" noProof="0">
                          <a:solidFill>
                            <a:srgbClr val="323232"/>
                          </a:solidFill>
                          <a:latin typeface="PMingLiU"/>
                          <a:ea typeface="PMingLiU"/>
                        </a:rPr>
                        <a:t>³</a:t>
                      </a:r>
                      <a:r>
                        <a:rPr lang="zh-TW" altLang="en-US" sz="1800" b="0" i="0" u="none" strike="noStrike" noProof="0">
                          <a:solidFill>
                            <a:srgbClr val="040C28"/>
                          </a:solidFill>
                          <a:latin typeface="PMingLiU"/>
                          <a:ea typeface="PMingLiU"/>
                        </a:rPr>
                        <a:t> </a:t>
                      </a:r>
                      <a:r>
                        <a:rPr lang="zh-TW" sz="1800" b="0" i="0" u="none" strike="noStrike" noProof="0">
                          <a:solidFill>
                            <a:srgbClr val="040C28"/>
                          </a:solidFill>
                          <a:latin typeface="PMingLiU"/>
                          <a:ea typeface="PMingLiU"/>
                        </a:rPr>
                        <a:t> </a:t>
                      </a:r>
                      <a:r>
                        <a:rPr lang="zh-TW" altLang="en-US" sz="1800" b="0" i="0" u="none" strike="noStrike" noProof="0">
                          <a:solidFill>
                            <a:srgbClr val="202124"/>
                          </a:solidFill>
                          <a:latin typeface="PMingLiU"/>
                          <a:ea typeface="PMingLiU"/>
                        </a:rPr>
                        <a:t> </a:t>
                      </a:r>
                    </a:p>
                  </a:txBody>
                  <a:tcPr/>
                </a:tc>
                <a:tc>
                  <a:txBody>
                    <a:bodyPr/>
                    <a:lstStyle/>
                    <a:p>
                      <a:pPr lvl="0" algn="ctr">
                        <a:buNone/>
                      </a:pPr>
                      <a:r>
                        <a:rPr lang="en-US" altLang="zh-TW" sz="1800" b="0" i="0" u="none" strike="noStrike" noProof="0">
                          <a:solidFill>
                            <a:srgbClr val="202124"/>
                          </a:solidFill>
                          <a:latin typeface="PMingLiU"/>
                          <a:ea typeface="PMingLiU"/>
                        </a:rPr>
                        <a:t>350 </a:t>
                      </a:r>
                      <a:r>
                        <a:rPr lang="en-US" altLang="zh-TW" sz="1800" b="0" i="0" u="none" strike="noStrike" noProof="0" err="1">
                          <a:solidFill>
                            <a:srgbClr val="202124"/>
                          </a:solidFill>
                          <a:latin typeface="PMingLiU"/>
                          <a:ea typeface="PMingLiU"/>
                        </a:rPr>
                        <a:t>lb</a:t>
                      </a:r>
                      <a:endParaRPr lang="zh-TW" altLang="en-US" sz="1800" b="0" i="0" u="none" strike="noStrike" noProof="0">
                        <a:solidFill>
                          <a:srgbClr val="202124"/>
                        </a:solidFill>
                        <a:latin typeface="PMingLiU"/>
                        <a:ea typeface="PMingLiU"/>
                      </a:endParaRPr>
                    </a:p>
                  </a:txBody>
                  <a:tcPr/>
                </a:tc>
                <a:tc>
                  <a:txBody>
                    <a:bodyPr/>
                    <a:lstStyle/>
                    <a:p>
                      <a:pPr lvl="0" algn="ctr">
                        <a:buNone/>
                      </a:pPr>
                      <a:r>
                        <a:rPr lang="en-US" altLang="zh-TW" sz="1800" b="0" i="0" u="none" strike="noStrike" noProof="0">
                          <a:solidFill>
                            <a:srgbClr val="202124"/>
                          </a:solidFill>
                          <a:latin typeface="PMingLiU"/>
                        </a:rPr>
                        <a:t>3.2mm</a:t>
                      </a:r>
                      <a:endParaRPr lang="zh-TW" altLang="en-US" sz="1800" b="0" i="0" u="none" strike="noStrike" noProof="0">
                        <a:solidFill>
                          <a:srgbClr val="202124"/>
                        </a:solidFill>
                        <a:latin typeface="PMingLiU"/>
                        <a:ea typeface="PMingLiU"/>
                      </a:endParaRPr>
                    </a:p>
                  </a:txBody>
                  <a:tcPr/>
                </a:tc>
                <a:tc>
                  <a:txBody>
                    <a:bodyPr/>
                    <a:lstStyle/>
                    <a:p>
                      <a:pPr lvl="0" algn="ctr">
                        <a:buNone/>
                      </a:pPr>
                      <a:r>
                        <a:rPr lang="en-US" altLang="zh-TW" sz="1800" b="0" i="0" u="none" strike="noStrike" noProof="0">
                          <a:solidFill>
                            <a:srgbClr val="323232"/>
                          </a:solidFill>
                          <a:latin typeface="PMingLiU"/>
                          <a:ea typeface="PMingLiU"/>
                        </a:rPr>
                        <a:t>30.28 </a:t>
                      </a:r>
                      <a:r>
                        <a:rPr lang="zh-TW" altLang="en-US" sz="1800" b="0" i="0" u="none" strike="noStrike" noProof="0">
                          <a:solidFill>
                            <a:srgbClr val="323232"/>
                          </a:solidFill>
                          <a:latin typeface="PMingLiU"/>
                          <a:ea typeface="PMingLiU"/>
                        </a:rPr>
                        <a:t>g</a:t>
                      </a:r>
                    </a:p>
                  </a:txBody>
                  <a:tcPr/>
                </a:tc>
                <a:extLst>
                  <a:ext uri="{0D108BD9-81ED-4DB2-BD59-A6C34878D82A}">
                    <a16:rowId xmlns:a16="http://schemas.microsoft.com/office/drawing/2014/main" val="85198574"/>
                  </a:ext>
                </a:extLst>
              </a:tr>
              <a:tr h="352774">
                <a:tc v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800" b="0" i="0" u="none" strike="noStrike" noProof="0">
                          <a:solidFill>
                            <a:schemeClr val="accent5">
                              <a:lumMod val="75000"/>
                            </a:schemeClr>
                          </a:solidFill>
                          <a:latin typeface="Arial"/>
                          <a:hlinkClick r:id="rId4"/>
                        </a:rPr>
                        <a:t>MIL-C-5040</a:t>
                      </a:r>
                      <a:endParaRPr lang="zh-TW" altLang="en-US" sz="1800" b="0" i="0" u="none" strike="noStrike" noProof="0">
                        <a:solidFill>
                          <a:schemeClr val="accent5">
                            <a:lumMod val="75000"/>
                          </a:schemeClr>
                        </a:solidFill>
                        <a:latin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zh-TW" sz="1800" b="0" i="0" u="none" strike="noStrike" noProof="0">
                          <a:solidFill>
                            <a:srgbClr val="323232"/>
                          </a:solidFill>
                          <a:latin typeface="PMingLiU"/>
                          <a:ea typeface="PMingLiU"/>
                        </a:rPr>
                        <a:t>1.14 g/cm</a:t>
                      </a:r>
                      <a:r>
                        <a:rPr lang="zh-TW" altLang="en-US" sz="1800" b="0" i="0" u="none" strike="noStrike" noProof="0">
                          <a:solidFill>
                            <a:srgbClr val="323232"/>
                          </a:solidFill>
                          <a:latin typeface="PMingLiU"/>
                          <a:ea typeface="PMingLiU"/>
                        </a:rPr>
                        <a:t>  </a:t>
                      </a:r>
                      <a:r>
                        <a:rPr lang="zh-TW" altLang="zh-TW" sz="1800" b="0" i="0" u="none" strike="noStrike" noProof="0">
                          <a:solidFill>
                            <a:srgbClr val="323232"/>
                          </a:solidFill>
                          <a:latin typeface="PMingLiU"/>
                          <a:ea typeface="PMingLiU"/>
                        </a:rPr>
                        <a:t>³</a:t>
                      </a:r>
                      <a:r>
                        <a:rPr lang="zh-TW" altLang="en-US" sz="1800" b="0" i="0" u="none" strike="noStrike" noProof="0">
                          <a:solidFill>
                            <a:srgbClr val="323232"/>
                          </a:solidFill>
                          <a:latin typeface="PMingLiU"/>
                          <a:ea typeface="PMingLiU"/>
                        </a:rPr>
                        <a:t>   </a:t>
                      </a:r>
                      <a:endParaRPr lang="zh-TW" altLang="zh-TW" sz="1800">
                        <a:latin typeface="PMingLiU"/>
                        <a:ea typeface="PMingLiU"/>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a:latin typeface="PMingLiU"/>
                          <a:ea typeface="PMingLiU"/>
                        </a:rPr>
                        <a:t>550 </a:t>
                      </a:r>
                      <a:r>
                        <a:rPr lang="en-US" altLang="zh-TW" sz="1800" err="1">
                          <a:latin typeface="PMingLiU"/>
                          <a:ea typeface="PMingLiU"/>
                        </a:rPr>
                        <a:t>lb</a:t>
                      </a:r>
                      <a:endParaRPr lang="zh-TW" altLang="zh-TW" sz="1800">
                        <a:latin typeface="PMingLiU"/>
                        <a:ea typeface="PMingLiU"/>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i="0" u="none" strike="noStrike" noProof="0">
                          <a:solidFill>
                            <a:srgbClr val="323232"/>
                          </a:solidFill>
                          <a:latin typeface="PMingLiU"/>
                          <a:ea typeface="PMingLiU"/>
                        </a:rPr>
                        <a:t>12.8</a:t>
                      </a:r>
                      <a:r>
                        <a:rPr lang="zh-TW" altLang="en-US" sz="1800" b="0" i="0" u="none" strike="noStrike" noProof="0">
                          <a:solidFill>
                            <a:srgbClr val="323232"/>
                          </a:solidFill>
                          <a:latin typeface="PMingLiU"/>
                          <a:ea typeface="PMingLiU"/>
                        </a:rPr>
                        <a:t>mm</a:t>
                      </a:r>
                      <a:endParaRPr lang="zh-TW" altLang="zh-TW" sz="1800">
                        <a:latin typeface="PMingLiU"/>
                        <a:ea typeface="PMingLiU"/>
                      </a:endParaRPr>
                    </a:p>
                  </a:txBody>
                  <a:tcPr/>
                </a:tc>
                <a:tc>
                  <a:txBody>
                    <a:bodyPr/>
                    <a:lstStyle/>
                    <a:p>
                      <a:pPr lvl="0" algn="ctr">
                        <a:buNone/>
                      </a:pPr>
                      <a:r>
                        <a:rPr lang="en-US" altLang="zh-TW" sz="1800" b="0" i="0" u="none" strike="noStrike" noProof="0">
                          <a:solidFill>
                            <a:srgbClr val="323232"/>
                          </a:solidFill>
                          <a:latin typeface="PMingLiU"/>
                          <a:ea typeface="PMingLiU"/>
                        </a:rPr>
                        <a:t>403.41 g</a:t>
                      </a:r>
                      <a:endParaRPr lang="zh-TW" altLang="en-US" sz="1800" b="0" i="0" u="none" strike="noStrike" noProof="0">
                        <a:solidFill>
                          <a:srgbClr val="323232"/>
                        </a:solidFill>
                        <a:latin typeface="PMingLiU"/>
                        <a:ea typeface="PMingLiU"/>
                      </a:endParaRPr>
                    </a:p>
                  </a:txBody>
                  <a:tcPr/>
                </a:tc>
                <a:extLst>
                  <a:ext uri="{0D108BD9-81ED-4DB2-BD59-A6C34878D82A}">
                    <a16:rowId xmlns:a16="http://schemas.microsoft.com/office/drawing/2014/main" val="3118895513"/>
                  </a:ext>
                </a:extLst>
              </a:tr>
              <a:tr h="564439">
                <a:tc>
                  <a:txBody>
                    <a:bodyPr/>
                    <a:lstStyle/>
                    <a:p>
                      <a:pPr algn="ctr"/>
                      <a:r>
                        <a:rPr lang="zh-TW" altLang="en-US" sz="2400">
                          <a:latin typeface="微軟正黑體" panose="020B0604030504040204" pitchFamily="34" charset="-120"/>
                          <a:ea typeface="微軟正黑體" panose="020B0604030504040204" pitchFamily="34" charset="-120"/>
                        </a:rPr>
                        <a:t>減震繩</a:t>
                      </a:r>
                      <a:endParaRPr lang="en-US" altLang="zh-TW" sz="2400">
                        <a:latin typeface="微軟正黑體" panose="020B0604030504040204" pitchFamily="34" charset="-120"/>
                        <a:ea typeface="微軟正黑體" panose="020B0604030504040204" pitchFamily="34" charset="-12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a:latin typeface="PMingLiU"/>
                          <a:ea typeface="PMingLiU"/>
                          <a:hlinkClick r:id="rId5"/>
                        </a:rPr>
                        <a:t>Kelver</a:t>
                      </a:r>
                      <a:endParaRPr lang="zh-TW" altLang="en-US" sz="2400">
                        <a:latin typeface="PMingLiU"/>
                        <a:ea typeface="PMingLiU"/>
                      </a:endParaRPr>
                    </a:p>
                  </a:txBody>
                  <a:tcPr/>
                </a:tc>
                <a:tc>
                  <a:txBody>
                    <a:bodyPr/>
                    <a:lstStyle/>
                    <a:p>
                      <a:pPr marL="0" lvl="0" indent="0" algn="ctr">
                        <a:lnSpc>
                          <a:spcPct val="100000"/>
                        </a:lnSpc>
                        <a:spcBef>
                          <a:spcPts val="0"/>
                        </a:spcBef>
                        <a:spcAft>
                          <a:spcPts val="0"/>
                        </a:spcAft>
                        <a:buNone/>
                      </a:pPr>
                      <a:r>
                        <a:rPr lang="zh-TW" sz="1800" b="0" i="0" u="none" strike="noStrike" noProof="0">
                          <a:solidFill>
                            <a:schemeClr val="tx1"/>
                          </a:solidFill>
                          <a:latin typeface="PMingLiU"/>
                          <a:ea typeface="PMingLiU"/>
                        </a:rPr>
                        <a:t>0.748 g/</a:t>
                      </a:r>
                      <a:r>
                        <a:rPr lang="en-US" altLang="zh-TW" sz="1800" b="0" i="0" u="none" strike="noStrike" noProof="0">
                          <a:solidFill>
                            <a:schemeClr val="tx1"/>
                          </a:solidFill>
                          <a:latin typeface="PMingLiU"/>
                          <a:ea typeface="PMingLiU"/>
                        </a:rPr>
                        <a:t>cm</a:t>
                      </a:r>
                      <a:r>
                        <a:rPr lang="zh-TW" altLang="en-US" sz="1800" b="0" i="0" u="none" strike="noStrike" noProof="0">
                          <a:solidFill>
                            <a:schemeClr val="tx1"/>
                          </a:solidFill>
                          <a:latin typeface="PMingLiU"/>
                          <a:ea typeface="PMingLiU"/>
                        </a:rPr>
                        <a:t>  </a:t>
                      </a:r>
                      <a:r>
                        <a:rPr lang="en-US" altLang="zh-TW" sz="1800" b="0" i="0" u="none" strike="noStrike" noProof="0">
                          <a:solidFill>
                            <a:schemeClr val="tx1"/>
                          </a:solidFill>
                          <a:latin typeface="PMingLiU"/>
                          <a:ea typeface="PMingLiU"/>
                        </a:rPr>
                        <a:t>³</a:t>
                      </a:r>
                      <a:endParaRPr lang="en-US" altLang="zh-TW" b="0">
                        <a:solidFill>
                          <a:schemeClr val="tx1"/>
                        </a:solidFill>
                        <a:latin typeface="PMingLiU"/>
                      </a:endParaRPr>
                    </a:p>
                  </a:txBody>
                  <a:tcPr/>
                </a:tc>
                <a:tc>
                  <a:txBody>
                    <a:bodyPr/>
                    <a:lstStyle/>
                    <a:p>
                      <a:pPr marL="0" lvl="0" indent="0" algn="ctr">
                        <a:lnSpc>
                          <a:spcPct val="100000"/>
                        </a:lnSpc>
                        <a:spcBef>
                          <a:spcPts val="0"/>
                        </a:spcBef>
                        <a:spcAft>
                          <a:spcPts val="0"/>
                        </a:spcAft>
                        <a:buNone/>
                      </a:pPr>
                      <a:r>
                        <a:rPr lang="en-US" altLang="zh-TW" b="0">
                          <a:solidFill>
                            <a:schemeClr val="tx1"/>
                          </a:solidFill>
                          <a:latin typeface="PMingLiU"/>
                        </a:rPr>
                        <a:t>400 </a:t>
                      </a:r>
                      <a:r>
                        <a:rPr lang="en-US" altLang="zh-TW" b="0" err="1">
                          <a:solidFill>
                            <a:schemeClr val="tx1"/>
                          </a:solidFill>
                          <a:latin typeface="PMingLiU"/>
                        </a:rPr>
                        <a:t>lb</a:t>
                      </a:r>
                      <a:endParaRPr lang="en-US" altLang="zh-TW" b="0">
                        <a:solidFill>
                          <a:schemeClr val="tx1"/>
                        </a:solidFill>
                        <a:latin typeface="PMingLiU"/>
                      </a:endParaRPr>
                    </a:p>
                  </a:txBody>
                  <a:tcPr/>
                </a:tc>
                <a:tc>
                  <a:txBody>
                    <a:bodyPr/>
                    <a:lstStyle/>
                    <a:p>
                      <a:pPr marL="0" lvl="0" indent="0" algn="ctr">
                        <a:lnSpc>
                          <a:spcPct val="100000"/>
                        </a:lnSpc>
                        <a:spcBef>
                          <a:spcPts val="0"/>
                        </a:spcBef>
                        <a:spcAft>
                          <a:spcPts val="0"/>
                        </a:spcAft>
                        <a:buNone/>
                      </a:pPr>
                      <a:r>
                        <a:rPr lang="en-US" altLang="zh-TW" b="0">
                          <a:solidFill>
                            <a:schemeClr val="tx1"/>
                          </a:solidFill>
                          <a:latin typeface="PMingLiU"/>
                        </a:rPr>
                        <a:t>1.6mm</a:t>
                      </a:r>
                    </a:p>
                  </a:txBody>
                  <a:tcPr/>
                </a:tc>
                <a:tc>
                  <a:txBody>
                    <a:bodyPr/>
                    <a:lstStyle/>
                    <a:p>
                      <a:pPr marL="0" lvl="0" indent="0" algn="ctr">
                        <a:lnSpc>
                          <a:spcPct val="100000"/>
                        </a:lnSpc>
                        <a:spcBef>
                          <a:spcPts val="0"/>
                        </a:spcBef>
                        <a:spcAft>
                          <a:spcPts val="0"/>
                        </a:spcAft>
                        <a:buNone/>
                      </a:pPr>
                      <a:r>
                        <a:rPr lang="en-US" altLang="zh-TW" sz="1800" b="0" i="0" u="none" strike="noStrike" noProof="0">
                          <a:solidFill>
                            <a:schemeClr val="tx1"/>
                          </a:solidFill>
                          <a:latin typeface="PMingLiU"/>
                          <a:ea typeface="PMingLiU"/>
                        </a:rPr>
                        <a:t>9.47 g</a:t>
                      </a:r>
                    </a:p>
                  </a:txBody>
                  <a:tcPr/>
                </a:tc>
                <a:extLst>
                  <a:ext uri="{0D108BD9-81ED-4DB2-BD59-A6C34878D82A}">
                    <a16:rowId xmlns:a16="http://schemas.microsoft.com/office/drawing/2014/main" val="2584289149"/>
                  </a:ext>
                </a:extLst>
              </a:tr>
              <a:tr h="564439">
                <a:tc>
                  <a:txBody>
                    <a:bodyPr/>
                    <a:lstStyle/>
                    <a:p>
                      <a:pPr algn="ctr"/>
                      <a:r>
                        <a:rPr lang="zh-TW" altLang="en-US" sz="2400">
                          <a:latin typeface="微軟正黑體" panose="020B0604030504040204" pitchFamily="34" charset="-120"/>
                          <a:ea typeface="微軟正黑體" panose="020B0604030504040204" pitchFamily="34" charset="-120"/>
                        </a:rPr>
                        <a:t>加強帶</a:t>
                      </a:r>
                      <a:endParaRPr lang="en-US" altLang="zh-TW" sz="2400">
                        <a:latin typeface="微軟正黑體" panose="020B0604030504040204" pitchFamily="34" charset="-120"/>
                        <a:ea typeface="微軟正黑體" panose="020B0604030504040204" pitchFamily="34" charset="-12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400">
                        <a:latin typeface="PMingLiU"/>
                        <a:ea typeface="PMingLiU"/>
                      </a:endParaRPr>
                    </a:p>
                  </a:txBody>
                  <a:tcPr/>
                </a:tc>
                <a:tc>
                  <a:txBody>
                    <a:bodyPr/>
                    <a:lstStyle/>
                    <a:p>
                      <a:pPr marL="0" lvl="0" indent="0" algn="ctr">
                        <a:lnSpc>
                          <a:spcPct val="100000"/>
                        </a:lnSpc>
                        <a:spcBef>
                          <a:spcPts val="0"/>
                        </a:spcBef>
                        <a:spcAft>
                          <a:spcPts val="0"/>
                        </a:spcAft>
                        <a:buNone/>
                      </a:pPr>
                      <a:endParaRPr lang="en-US" altLang="zh-TW" b="0">
                        <a:solidFill>
                          <a:schemeClr val="tx1"/>
                        </a:solidFill>
                        <a:latin typeface="PMingLiU"/>
                      </a:endParaRPr>
                    </a:p>
                  </a:txBody>
                  <a:tcPr/>
                </a:tc>
                <a:tc>
                  <a:txBody>
                    <a:bodyPr/>
                    <a:lstStyle/>
                    <a:p>
                      <a:pPr marL="0" lvl="0" indent="0" algn="ctr">
                        <a:lnSpc>
                          <a:spcPct val="100000"/>
                        </a:lnSpc>
                        <a:spcBef>
                          <a:spcPts val="0"/>
                        </a:spcBef>
                        <a:spcAft>
                          <a:spcPts val="0"/>
                        </a:spcAft>
                        <a:buNone/>
                      </a:pPr>
                      <a:endParaRPr lang="en-US" altLang="zh-TW" b="0">
                        <a:solidFill>
                          <a:schemeClr val="tx1"/>
                        </a:solidFill>
                        <a:latin typeface="PMingLiU"/>
                      </a:endParaRPr>
                    </a:p>
                  </a:txBody>
                  <a:tcPr/>
                </a:tc>
                <a:tc>
                  <a:txBody>
                    <a:bodyPr/>
                    <a:lstStyle/>
                    <a:p>
                      <a:pPr marL="0" lvl="0" indent="0" algn="ctr">
                        <a:lnSpc>
                          <a:spcPct val="100000"/>
                        </a:lnSpc>
                        <a:spcBef>
                          <a:spcPts val="0"/>
                        </a:spcBef>
                        <a:spcAft>
                          <a:spcPts val="0"/>
                        </a:spcAft>
                        <a:buNone/>
                      </a:pPr>
                      <a:endParaRPr lang="en-US" altLang="zh-TW" b="0">
                        <a:solidFill>
                          <a:schemeClr val="tx1"/>
                        </a:solidFill>
                        <a:latin typeface="PMingLiU"/>
                      </a:endParaRPr>
                    </a:p>
                  </a:txBody>
                  <a:tcPr/>
                </a:tc>
                <a:tc>
                  <a:txBody>
                    <a:bodyPr/>
                    <a:lstStyle/>
                    <a:p>
                      <a:pPr marL="0" lvl="0" indent="0" algn="ctr">
                        <a:lnSpc>
                          <a:spcPct val="100000"/>
                        </a:lnSpc>
                        <a:spcBef>
                          <a:spcPts val="0"/>
                        </a:spcBef>
                        <a:spcAft>
                          <a:spcPts val="0"/>
                        </a:spcAft>
                        <a:buNone/>
                      </a:pPr>
                      <a:endParaRPr lang="en-US" altLang="zh-TW" sz="1800" b="0" i="0" u="none" strike="noStrike" noProof="0">
                        <a:solidFill>
                          <a:schemeClr val="tx1"/>
                        </a:solidFill>
                        <a:latin typeface="PMingLiU"/>
                        <a:ea typeface="PMingLiU"/>
                      </a:endParaRPr>
                    </a:p>
                  </a:txBody>
                  <a:tcPr/>
                </a:tc>
                <a:extLst>
                  <a:ext uri="{0D108BD9-81ED-4DB2-BD59-A6C34878D82A}">
                    <a16:rowId xmlns:a16="http://schemas.microsoft.com/office/drawing/2014/main" val="3781225309"/>
                  </a:ext>
                </a:extLst>
              </a:tr>
            </a:tbl>
          </a:graphicData>
        </a:graphic>
      </p:graphicFrame>
      <p:sp>
        <p:nvSpPr>
          <p:cNvPr id="5" name="文字方塊 4">
            <a:extLst>
              <a:ext uri="{FF2B5EF4-FFF2-40B4-BE49-F238E27FC236}">
                <a16:creationId xmlns:a16="http://schemas.microsoft.com/office/drawing/2014/main" id="{BCB52057-DC9F-9856-15E2-FCB1852806BC}"/>
              </a:ext>
            </a:extLst>
          </p:cNvPr>
          <p:cNvSpPr txBox="1"/>
          <p:nvPr/>
        </p:nvSpPr>
        <p:spPr>
          <a:xfrm>
            <a:off x="304801" y="1533739"/>
            <a:ext cx="5397631" cy="830997"/>
          </a:xfrm>
          <a:prstGeom prst="rect">
            <a:avLst/>
          </a:prstGeom>
          <a:noFill/>
        </p:spPr>
        <p:txBody>
          <a:bodyPr wrap="none" rtlCol="0">
            <a:spAutoFit/>
          </a:bodyPr>
          <a:lstStyle/>
          <a:p>
            <a:pPr marL="285750" indent="-285750">
              <a:buFont typeface="Arial" panose="020B0604020202020204" pitchFamily="34" charset="0"/>
              <a:buChar char="•"/>
            </a:pPr>
            <a:r>
              <a:rPr lang="zh-TW" altLang="en-US" sz="2400">
                <a:solidFill>
                  <a:schemeClr val="bg1"/>
                </a:solidFill>
                <a:latin typeface="微軟正黑體" panose="020B0604030504040204" pitchFamily="34" charset="-120"/>
                <a:ea typeface="微軟正黑體" panose="020B0604030504040204" pitchFamily="34" charset="-120"/>
              </a:rPr>
              <a:t>表格僅涵蓋出市面上能購買的材質</a:t>
            </a:r>
            <a:endParaRPr lang="en-US" altLang="zh-TW" sz="2400">
              <a:solidFill>
                <a:schemeClr val="bg1"/>
              </a:solidFill>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sz="2400">
                <a:solidFill>
                  <a:schemeClr val="bg1"/>
                </a:solidFill>
                <a:latin typeface="微軟正黑體" panose="020B0604030504040204" pitchFamily="34" charset="-120"/>
                <a:ea typeface="微軟正黑體" panose="020B0604030504040204" pitchFamily="34" charset="-120"/>
              </a:rPr>
              <a:t>傘繩需藉由後續計算強度來進行選擇</a:t>
            </a:r>
          </a:p>
        </p:txBody>
      </p:sp>
    </p:spTree>
    <p:extLst>
      <p:ext uri="{BB962C8B-B14F-4D97-AF65-F5344CB8AC3E}">
        <p14:creationId xmlns:p14="http://schemas.microsoft.com/office/powerpoint/2010/main" val="1902958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19889-63B7-E62D-F320-AC6791AAA3C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A39450-71B9-EF11-A6CA-33D580C0E1AC}"/>
              </a:ext>
            </a:extLst>
          </p:cNvPr>
          <p:cNvSpPr>
            <a:spLocks noGrp="1"/>
          </p:cNvSpPr>
          <p:nvPr>
            <p:ph idx="1"/>
          </p:nvPr>
        </p:nvSpPr>
        <p:spPr/>
        <p:txBody>
          <a:bodyPr vert="horz" lIns="91440" tIns="45720" rIns="91440" bIns="45720" rtlCol="0" anchor="t">
            <a:normAutofit/>
          </a:bodyPr>
          <a:lstStyle/>
          <a:p>
            <a:pPr marL="457200" indent="-457200"/>
            <a:r>
              <a:rPr lang="zh-TW" altLang="en-US">
                <a:latin typeface="Arial"/>
                <a:ea typeface="微軟正黑體"/>
                <a:cs typeface="Arial"/>
              </a:rPr>
              <a:t>計算</a:t>
            </a:r>
            <a:endParaRPr lang="zh-TW" sz="3200">
              <a:latin typeface="Cambria Math"/>
              <a:ea typeface="微軟正黑體"/>
              <a:cs typeface="Arial"/>
            </a:endParaRPr>
          </a:p>
          <a:p>
            <a:pPr marL="457200" indent="-457200"/>
            <a:r>
              <a:rPr lang="zh-TW" altLang="en-US">
                <a:latin typeface="Arial"/>
                <a:ea typeface="微軟正黑體"/>
                <a:cs typeface="Arial"/>
              </a:rPr>
              <a:t>目標將箭體減速至約20m/s，截面積約2.1</a:t>
            </a:r>
          </a:p>
          <a:p>
            <a:pPr marL="457200" indent="-457200"/>
            <a:r>
              <a:rPr lang="zh-TW" altLang="en-US">
                <a:latin typeface="Arial"/>
                <a:ea typeface="微軟正黑體"/>
                <a:cs typeface="Arial"/>
              </a:rPr>
              <a:t>使用十字引傘，摺疊後收納於鼻錐內</a:t>
            </a:r>
          </a:p>
          <a:p>
            <a:endParaRPr lang="zh-TW" altLang="en-US" sz="1400">
              <a:latin typeface="Arial"/>
              <a:ea typeface="微軟正黑體"/>
              <a:cs typeface="Arial"/>
            </a:endParaRPr>
          </a:p>
          <a:p>
            <a:endParaRPr lang="zh-TW" altLang="en-US" sz="1400">
              <a:latin typeface="Arial"/>
              <a:ea typeface="微軟正黑體"/>
              <a:cs typeface="Arial"/>
            </a:endParaRPr>
          </a:p>
          <a:p>
            <a:endParaRPr lang="zh-TW" sz="1400">
              <a:latin typeface="Arial"/>
              <a:ea typeface="微軟正黑體"/>
              <a:cs typeface="Arial"/>
            </a:endParaRPr>
          </a:p>
          <a:p>
            <a:endParaRPr lang="zh-TW" altLang="en-US" sz="1400">
              <a:ea typeface="微軟正黑體"/>
            </a:endParaRPr>
          </a:p>
          <a:p>
            <a:endParaRPr lang="zh-TW" altLang="en-US">
              <a:ea typeface="微軟正黑體"/>
            </a:endParaRPr>
          </a:p>
          <a:p>
            <a:endParaRPr lang="zh-TW" altLang="en-US">
              <a:ea typeface="微軟正黑體"/>
            </a:endParaRPr>
          </a:p>
        </p:txBody>
      </p:sp>
      <p:sp>
        <p:nvSpPr>
          <p:cNvPr id="3" name="Title 2">
            <a:extLst>
              <a:ext uri="{FF2B5EF4-FFF2-40B4-BE49-F238E27FC236}">
                <a16:creationId xmlns:a16="http://schemas.microsoft.com/office/drawing/2014/main" id="{63C19D83-DFA4-5D79-C637-3A3CFAF336C7}"/>
              </a:ext>
            </a:extLst>
          </p:cNvPr>
          <p:cNvSpPr>
            <a:spLocks noGrp="1"/>
          </p:cNvSpPr>
          <p:nvPr>
            <p:ph type="title"/>
          </p:nvPr>
        </p:nvSpPr>
        <p:spPr/>
        <p:txBody>
          <a:bodyPr/>
          <a:lstStyle/>
          <a:p>
            <a:r>
              <a:rPr lang="zh-TW" altLang="en-US">
                <a:latin typeface="Arial"/>
                <a:ea typeface="微軟正黑體"/>
                <a:cs typeface="Arial"/>
              </a:rPr>
              <a:t>引傘</a:t>
            </a:r>
            <a:endParaRPr lang="en-US"/>
          </a:p>
        </p:txBody>
      </p:sp>
      <p:sp>
        <p:nvSpPr>
          <p:cNvPr id="4" name="Text Placeholder 3">
            <a:extLst>
              <a:ext uri="{FF2B5EF4-FFF2-40B4-BE49-F238E27FC236}">
                <a16:creationId xmlns:a16="http://schemas.microsoft.com/office/drawing/2014/main" id="{85667CAB-7FE4-3CF7-7DD9-82A13DD2159E}"/>
              </a:ext>
            </a:extLst>
          </p:cNvPr>
          <p:cNvSpPr>
            <a:spLocks noGrp="1"/>
          </p:cNvSpPr>
          <p:nvPr>
            <p:ph type="body" sz="quarter" idx="10"/>
          </p:nvPr>
        </p:nvSpPr>
        <p:spPr/>
        <p:txBody>
          <a:bodyPr>
            <a:normAutofit fontScale="92500" lnSpcReduction="10000"/>
          </a:bodyPr>
          <a:lstStyle/>
          <a:p>
            <a:r>
              <a:rPr lang="zh-TW" altLang="en-US">
                <a:solidFill>
                  <a:schemeClr val="accent6"/>
                </a:solidFill>
              </a:rPr>
              <a:t>降落傘子系統</a:t>
            </a:r>
            <a:endParaRPr lang="en-US">
              <a:solidFill>
                <a:schemeClr val="accent6"/>
              </a:solidFill>
            </a:endParaRPr>
          </a:p>
        </p:txBody>
      </p:sp>
      <p:pic>
        <p:nvPicPr>
          <p:cNvPr id="5" name="圖片 4" descr="一張含有 字型, 印刷術, 行, 文字 的圖片&#10;&#10;AI 產生的內容可能不正確。">
            <a:extLst>
              <a:ext uri="{FF2B5EF4-FFF2-40B4-BE49-F238E27FC236}">
                <a16:creationId xmlns:a16="http://schemas.microsoft.com/office/drawing/2014/main" id="{607D41FE-1FE9-A328-D57D-BD2EA53FD6DC}"/>
              </a:ext>
            </a:extLst>
          </p:cNvPr>
          <p:cNvPicPr>
            <a:picLocks noChangeAspect="1"/>
          </p:cNvPicPr>
          <p:nvPr/>
        </p:nvPicPr>
        <p:blipFill>
          <a:blip r:embed="rId2"/>
          <a:stretch>
            <a:fillRect/>
          </a:stretch>
        </p:blipFill>
        <p:spPr>
          <a:xfrm>
            <a:off x="2119479" y="1826039"/>
            <a:ext cx="5654420" cy="434956"/>
          </a:xfrm>
          <a:prstGeom prst="rect">
            <a:avLst/>
          </a:prstGeom>
        </p:spPr>
      </p:pic>
      <p:pic>
        <p:nvPicPr>
          <p:cNvPr id="6" name="圖片 5">
            <a:extLst>
              <a:ext uri="{FF2B5EF4-FFF2-40B4-BE49-F238E27FC236}">
                <a16:creationId xmlns:a16="http://schemas.microsoft.com/office/drawing/2014/main" id="{3FBDDA51-53D2-18DC-7D99-A7AD357B5507}"/>
              </a:ext>
            </a:extLst>
          </p:cNvPr>
          <p:cNvPicPr>
            <a:picLocks noChangeAspect="1"/>
          </p:cNvPicPr>
          <p:nvPr/>
        </p:nvPicPr>
        <p:blipFill>
          <a:blip r:embed="rId3"/>
          <a:stretch>
            <a:fillRect/>
          </a:stretch>
        </p:blipFill>
        <p:spPr>
          <a:xfrm>
            <a:off x="7832379" y="2322049"/>
            <a:ext cx="600075" cy="381000"/>
          </a:xfrm>
          <a:prstGeom prst="rect">
            <a:avLst/>
          </a:prstGeom>
        </p:spPr>
      </p:pic>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7A294C42-8A20-F00C-4555-FAFE06A958A8}"/>
                  </a:ext>
                </a:extLst>
              </p:cNvPr>
              <p:cNvGraphicFramePr>
                <a:graphicFrameLocks noGrp="1"/>
              </p:cNvGraphicFramePr>
              <p:nvPr>
                <p:extLst>
                  <p:ext uri="{D42A27DB-BD31-4B8C-83A1-F6EECF244321}">
                    <p14:modId xmlns:p14="http://schemas.microsoft.com/office/powerpoint/2010/main" val="938080053"/>
                  </p:ext>
                </p:extLst>
              </p:nvPr>
            </p:nvGraphicFramePr>
            <p:xfrm>
              <a:off x="1014896" y="3813892"/>
              <a:ext cx="4451349" cy="2194560"/>
            </p:xfrm>
            <a:graphic>
              <a:graphicData uri="http://schemas.openxmlformats.org/drawingml/2006/table">
                <a:tbl>
                  <a:tblPr firstRow="1" bandRow="1">
                    <a:tableStyleId>{5C22544A-7EE6-4342-B048-85BDC9FD1C3A}</a:tableStyleId>
                  </a:tblPr>
                  <a:tblGrid>
                    <a:gridCol w="1483783">
                      <a:extLst>
                        <a:ext uri="{9D8B030D-6E8A-4147-A177-3AD203B41FA5}">
                          <a16:colId xmlns:a16="http://schemas.microsoft.com/office/drawing/2014/main" val="2136083221"/>
                        </a:ext>
                      </a:extLst>
                    </a:gridCol>
                    <a:gridCol w="1483783">
                      <a:extLst>
                        <a:ext uri="{9D8B030D-6E8A-4147-A177-3AD203B41FA5}">
                          <a16:colId xmlns:a16="http://schemas.microsoft.com/office/drawing/2014/main" val="1621073932"/>
                        </a:ext>
                      </a:extLst>
                    </a:gridCol>
                    <a:gridCol w="1483783">
                      <a:extLst>
                        <a:ext uri="{9D8B030D-6E8A-4147-A177-3AD203B41FA5}">
                          <a16:colId xmlns:a16="http://schemas.microsoft.com/office/drawing/2014/main" val="2480966885"/>
                        </a:ext>
                      </a:extLst>
                    </a:gridCol>
                  </a:tblGrid>
                  <a:tr h="273932">
                    <a:tc>
                      <a:txBody>
                        <a:bodyPr/>
                        <a:lstStyle/>
                        <a:p>
                          <a:r>
                            <a:rPr lang="zh-TW" altLang="en-US"/>
                            <a:t>符號</a:t>
                          </a:r>
                        </a:p>
                      </a:txBody>
                      <a:tcPr/>
                    </a:tc>
                    <a:tc>
                      <a:txBody>
                        <a:bodyPr/>
                        <a:lstStyle/>
                        <a:p>
                          <a:r>
                            <a:rPr lang="zh-TW" altLang="en-US"/>
                            <a:t>意義</a:t>
                          </a:r>
                        </a:p>
                      </a:txBody>
                      <a:tcPr/>
                    </a:tc>
                    <a:tc>
                      <a:txBody>
                        <a:bodyPr/>
                        <a:lstStyle/>
                        <a:p>
                          <a:r>
                            <a:rPr lang="zh-TW" altLang="en-US"/>
                            <a:t>數值</a:t>
                          </a:r>
                        </a:p>
                      </a:txBody>
                      <a:tcPr/>
                    </a:tc>
                    <a:extLst>
                      <a:ext uri="{0D108BD9-81ED-4DB2-BD59-A6C34878D82A}">
                        <a16:rowId xmlns:a16="http://schemas.microsoft.com/office/drawing/2014/main" val="591182978"/>
                      </a:ext>
                    </a:extLst>
                  </a:tr>
                  <a:tr h="283519">
                    <a:tc>
                      <a:txBody>
                        <a:bodyPr/>
                        <a:lstStyle/>
                        <a:p>
                          <a:r>
                            <a:rPr lang="zh-TW" altLang="en-US"/>
                            <a:t>v</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𝑒</m:t>
                                  </m:r>
                                </m:sub>
                              </m:sSub>
                            </m:oMath>
                          </a14:m>
                          <a:endParaRPr lang="zh-TW" altLang="en-US"/>
                        </a:p>
                      </a:txBody>
                      <a:tcPr/>
                    </a:tc>
                    <a:tc>
                      <a:txBody>
                        <a:bodyPr/>
                        <a:lstStyle/>
                        <a:p>
                          <a:r>
                            <a:rPr lang="zh-TW" altLang="en-US"/>
                            <a:t>終端速度</a:t>
                          </a:r>
                        </a:p>
                      </a:txBody>
                      <a:tcPr/>
                    </a:tc>
                    <a:tc>
                      <a:txBody>
                        <a:bodyPr/>
                        <a:lstStyle/>
                        <a:p>
                          <a:r>
                            <a:rPr lang="en-US" altLang="zh-TW"/>
                            <a:t>20</a:t>
                          </a:r>
                        </a:p>
                      </a:txBody>
                      <a:tcPr/>
                    </a:tc>
                    <a:extLst>
                      <a:ext uri="{0D108BD9-81ED-4DB2-BD59-A6C34878D82A}">
                        <a16:rowId xmlns:a16="http://schemas.microsoft.com/office/drawing/2014/main" val="2487701231"/>
                      </a:ext>
                    </a:extLst>
                  </a:tr>
                  <a:tr h="273932">
                    <a:tc>
                      <a:txBody>
                        <a:bodyPr/>
                        <a:lstStyle/>
                        <a:p>
                          <a:r>
                            <a:rPr lang="zh-TW" altLang="en-US"/>
                            <a:t>F</a:t>
                          </a:r>
                          <a14:m>
                            <m:oMath xmlns:m="http://schemas.openxmlformats.org/officeDocument/2006/math">
                              <m:r>
                                <m:rPr>
                                  <m:nor/>
                                </m:rPr>
                                <a:rPr lang="en-US" altLang="zh-TW" b="0" i="0" smtClean="0">
                                  <a:latin typeface="Cambria Math" panose="02040503050406030204" pitchFamily="18" charset="0"/>
                                </a:rPr>
                                <m:t>W</m:t>
                              </m:r>
                            </m:oMath>
                          </a14:m>
                          <a:endParaRPr lang="zh-TW" altLang="en-US"/>
                        </a:p>
                      </a:txBody>
                      <a:tcPr/>
                    </a:tc>
                    <a:tc>
                      <a:txBody>
                        <a:bodyPr/>
                        <a:lstStyle/>
                        <a:p>
                          <a:r>
                            <a:rPr lang="zh-TW" altLang="en-US"/>
                            <a:t>火箭重</a:t>
                          </a:r>
                        </a:p>
                      </a:txBody>
                      <a:tcPr/>
                    </a:tc>
                    <a:tc>
                      <a:txBody>
                        <a:bodyPr/>
                        <a:lstStyle/>
                        <a:p>
                          <a:r>
                            <a:rPr lang="en-US" altLang="zh-TW"/>
                            <a:t>28.535*g</a:t>
                          </a:r>
                          <a:endParaRPr lang="zh-TW" altLang="en-US"/>
                        </a:p>
                      </a:txBody>
                      <a:tcPr/>
                    </a:tc>
                    <a:extLst>
                      <a:ext uri="{0D108BD9-81ED-4DB2-BD59-A6C34878D82A}">
                        <a16:rowId xmlns:a16="http://schemas.microsoft.com/office/drawing/2014/main" val="2378844341"/>
                      </a:ext>
                    </a:extLst>
                  </a:tr>
                  <a:tr h="273932">
                    <a:tc>
                      <a:txBody>
                        <a:bodyPr/>
                        <a:lstStyle/>
                        <a:p>
                          <a:r>
                            <a:rPr lang="zh-TW" altLang="en-US"/>
                            <a:t>S_0</a:t>
                          </a:r>
                          <a14:m>
                            <m:oMath xmlns:m="http://schemas.openxmlformats.org/officeDocument/2006/math">
                              <m:r>
                                <m:rPr>
                                  <m:nor/>
                                </m:rPr>
                                <a:rPr lang="en-US" altLang="en-US" b="0" i="0" smtClean="0">
                                  <a:latin typeface="Cambria Math" panose="02040503050406030204" pitchFamily="18" charset="0"/>
                                </a:rPr>
                                <m:t>S</m:t>
                              </m:r>
                            </m:oMath>
                          </a14:m>
                          <a:endParaRPr lang="zh-TW" altLang="en-US"/>
                        </a:p>
                      </a:txBody>
                      <a:tcPr/>
                    </a:tc>
                    <a:tc>
                      <a:txBody>
                        <a:bodyPr/>
                        <a:lstStyle/>
                        <a:p>
                          <a:r>
                            <a:rPr lang="zh-TW" altLang="en-US"/>
                            <a:t>截面積</a:t>
                          </a:r>
                        </a:p>
                      </a:txBody>
                      <a:tcPr/>
                    </a:tc>
                    <a:tc>
                      <a:txBody>
                        <a:bodyPr/>
                        <a:lstStyle/>
                        <a:p>
                          <a:r>
                            <a:rPr lang="zh-TW" altLang="en-US"/>
                            <a:t>所求</a:t>
                          </a:r>
                        </a:p>
                      </a:txBody>
                      <a:tcPr/>
                    </a:tc>
                    <a:extLst>
                      <a:ext uri="{0D108BD9-81ED-4DB2-BD59-A6C34878D82A}">
                        <a16:rowId xmlns:a16="http://schemas.microsoft.com/office/drawing/2014/main" val="1829045471"/>
                      </a:ext>
                    </a:extLst>
                  </a:tr>
                  <a:tr h="273932">
                    <a:tc>
                      <a:txBody>
                        <a:bodyPr/>
                        <a:lstStyle/>
                        <a:p>
                          <a:r>
                            <a:rPr lang="zh-TW" altLang="en-US"/>
                            <a:t>C_d</a:t>
                          </a:r>
                          <a14:m>
                            <m:oMath xmlns:m="http://schemas.openxmlformats.org/officeDocument/2006/math">
                              <m:sSub>
                                <m:sSubPr>
                                  <m:ctrlPr>
                                    <a:rPr lang="en-US" altLang="en-US"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𝑑</m:t>
                                  </m:r>
                                </m:sub>
                              </m:sSub>
                            </m:oMath>
                          </a14:m>
                          <a:endParaRPr lang="zh-TW" altLang="en-US"/>
                        </a:p>
                      </a:txBody>
                      <a:tcPr/>
                    </a:tc>
                    <a:tc>
                      <a:txBody>
                        <a:bodyPr/>
                        <a:lstStyle/>
                        <a:p>
                          <a:r>
                            <a:rPr lang="zh-TW" altLang="en-US"/>
                            <a:t>阻力係數</a:t>
                          </a:r>
                        </a:p>
                      </a:txBody>
                      <a:tcPr/>
                    </a:tc>
                    <a:tc>
                      <a:txBody>
                        <a:bodyPr/>
                        <a:lstStyle/>
                        <a:p>
                          <a:r>
                            <a:rPr lang="en-US" altLang="zh-TW"/>
                            <a:t>0.6</a:t>
                          </a:r>
                          <a:endParaRPr lang="zh-TW" altLang="en-US"/>
                        </a:p>
                      </a:txBody>
                      <a:tcPr/>
                    </a:tc>
                    <a:extLst>
                      <a:ext uri="{0D108BD9-81ED-4DB2-BD59-A6C34878D82A}">
                        <a16:rowId xmlns:a16="http://schemas.microsoft.com/office/drawing/2014/main" val="3170729175"/>
                      </a:ext>
                    </a:extLst>
                  </a:tr>
                  <a:tr h="273932">
                    <a:tc>
                      <a:txBody>
                        <a:bodyPr/>
                        <a:lstStyle/>
                        <a:p>
                          <a:r>
                            <a:rPr lang="zh-TW" altLang="en-US"/>
                            <a:t>R</a:t>
                          </a:r>
                          <a14:m>
                            <m:oMath xmlns:m="http://schemas.openxmlformats.org/officeDocument/2006/math">
                              <m:r>
                                <a:rPr lang="zh-TW" altLang="en-US" i="1" smtClean="0">
                                  <a:latin typeface="Cambria Math" panose="02040503050406030204" pitchFamily="18" charset="0"/>
                                </a:rPr>
                                <m:t>𝜌</m:t>
                              </m:r>
                            </m:oMath>
                          </a14:m>
                          <a:endParaRPr lang="zh-TW" altLang="en-US"/>
                        </a:p>
                      </a:txBody>
                      <a:tcPr/>
                    </a:tc>
                    <a:tc>
                      <a:txBody>
                        <a:bodyPr/>
                        <a:lstStyle/>
                        <a:p>
                          <a:r>
                            <a:rPr lang="zh-TW" altLang="en-US"/>
                            <a:t>空氣密度</a:t>
                          </a:r>
                        </a:p>
                      </a:txBody>
                      <a:tcPr/>
                    </a:tc>
                    <a:tc>
                      <a:txBody>
                        <a:bodyPr/>
                        <a:lstStyle/>
                        <a:p>
                          <a:r>
                            <a:rPr lang="en-US" altLang="zh-TW"/>
                            <a:t>1.1</a:t>
                          </a:r>
                          <a:endParaRPr lang="zh-TW" altLang="en-US"/>
                        </a:p>
                      </a:txBody>
                      <a:tcPr/>
                    </a:tc>
                    <a:extLst>
                      <a:ext uri="{0D108BD9-81ED-4DB2-BD59-A6C34878D82A}">
                        <a16:rowId xmlns:a16="http://schemas.microsoft.com/office/drawing/2014/main" val="3001541235"/>
                      </a:ext>
                    </a:extLst>
                  </a:tr>
                </a:tbl>
              </a:graphicData>
            </a:graphic>
          </p:graphicFrame>
        </mc:Choice>
        <mc:Fallback xmlns="">
          <p:graphicFrame>
            <p:nvGraphicFramePr>
              <p:cNvPr id="8" name="表格 7">
                <a:extLst>
                  <a:ext uri="{FF2B5EF4-FFF2-40B4-BE49-F238E27FC236}">
                    <a16:creationId xmlns:a16="http://schemas.microsoft.com/office/drawing/2014/main" id="{7A294C42-8A20-F00C-4555-FAFE06A958A8}"/>
                  </a:ext>
                </a:extLst>
              </p:cNvPr>
              <p:cNvGraphicFramePr>
                <a:graphicFrameLocks noGrp="1"/>
              </p:cNvGraphicFramePr>
              <p:nvPr>
                <p:extLst>
                  <p:ext uri="{D42A27DB-BD31-4B8C-83A1-F6EECF244321}">
                    <p14:modId xmlns:p14="http://schemas.microsoft.com/office/powerpoint/2010/main" val="938080053"/>
                  </p:ext>
                </p:extLst>
              </p:nvPr>
            </p:nvGraphicFramePr>
            <p:xfrm>
              <a:off x="1014896" y="3813892"/>
              <a:ext cx="4451349" cy="2194560"/>
            </p:xfrm>
            <a:graphic>
              <a:graphicData uri="http://schemas.openxmlformats.org/drawingml/2006/table">
                <a:tbl>
                  <a:tblPr firstRow="1" bandRow="1">
                    <a:tableStyleId>{5C22544A-7EE6-4342-B048-85BDC9FD1C3A}</a:tableStyleId>
                  </a:tblPr>
                  <a:tblGrid>
                    <a:gridCol w="1483783">
                      <a:extLst>
                        <a:ext uri="{9D8B030D-6E8A-4147-A177-3AD203B41FA5}">
                          <a16:colId xmlns:a16="http://schemas.microsoft.com/office/drawing/2014/main" val="2136083221"/>
                        </a:ext>
                      </a:extLst>
                    </a:gridCol>
                    <a:gridCol w="1483783">
                      <a:extLst>
                        <a:ext uri="{9D8B030D-6E8A-4147-A177-3AD203B41FA5}">
                          <a16:colId xmlns:a16="http://schemas.microsoft.com/office/drawing/2014/main" val="1621073932"/>
                        </a:ext>
                      </a:extLst>
                    </a:gridCol>
                    <a:gridCol w="1483783">
                      <a:extLst>
                        <a:ext uri="{9D8B030D-6E8A-4147-A177-3AD203B41FA5}">
                          <a16:colId xmlns:a16="http://schemas.microsoft.com/office/drawing/2014/main" val="2480966885"/>
                        </a:ext>
                      </a:extLst>
                    </a:gridCol>
                  </a:tblGrid>
                  <a:tr h="365760">
                    <a:tc>
                      <a:txBody>
                        <a:bodyPr/>
                        <a:lstStyle/>
                        <a:p>
                          <a:r>
                            <a:rPr lang="zh-TW" altLang="en-US"/>
                            <a:t>符號</a:t>
                          </a:r>
                        </a:p>
                      </a:txBody>
                      <a:tcPr/>
                    </a:tc>
                    <a:tc>
                      <a:txBody>
                        <a:bodyPr/>
                        <a:lstStyle/>
                        <a:p>
                          <a:r>
                            <a:rPr lang="zh-TW" altLang="en-US"/>
                            <a:t>意義</a:t>
                          </a:r>
                        </a:p>
                      </a:txBody>
                      <a:tcPr/>
                    </a:tc>
                    <a:tc>
                      <a:txBody>
                        <a:bodyPr/>
                        <a:lstStyle/>
                        <a:p>
                          <a:r>
                            <a:rPr lang="zh-TW" altLang="en-US"/>
                            <a:t>數值</a:t>
                          </a:r>
                        </a:p>
                      </a:txBody>
                      <a:tcPr/>
                    </a:tc>
                    <a:extLst>
                      <a:ext uri="{0D108BD9-81ED-4DB2-BD59-A6C34878D82A}">
                        <a16:rowId xmlns:a16="http://schemas.microsoft.com/office/drawing/2014/main" val="591182978"/>
                      </a:ext>
                    </a:extLst>
                  </a:tr>
                  <a:tr h="365760">
                    <a:tc>
                      <a:txBody>
                        <a:bodyPr/>
                        <a:lstStyle/>
                        <a:p>
                          <a:endParaRPr lang="en-US"/>
                        </a:p>
                      </a:txBody>
                      <a:tcPr>
                        <a:blipFill>
                          <a:blip r:embed="rId4"/>
                          <a:stretch>
                            <a:fillRect l="-410" t="-108333" r="-201230" b="-428333"/>
                          </a:stretch>
                        </a:blipFill>
                      </a:tcPr>
                    </a:tc>
                    <a:tc>
                      <a:txBody>
                        <a:bodyPr/>
                        <a:lstStyle/>
                        <a:p>
                          <a:r>
                            <a:rPr lang="zh-TW" altLang="en-US"/>
                            <a:t>終端速度</a:t>
                          </a:r>
                        </a:p>
                      </a:txBody>
                      <a:tcPr/>
                    </a:tc>
                    <a:tc>
                      <a:txBody>
                        <a:bodyPr/>
                        <a:lstStyle/>
                        <a:p>
                          <a:r>
                            <a:rPr lang="en-US" altLang="zh-TW"/>
                            <a:t>20</a:t>
                          </a:r>
                        </a:p>
                      </a:txBody>
                      <a:tcPr/>
                    </a:tc>
                    <a:extLst>
                      <a:ext uri="{0D108BD9-81ED-4DB2-BD59-A6C34878D82A}">
                        <a16:rowId xmlns:a16="http://schemas.microsoft.com/office/drawing/2014/main" val="2487701231"/>
                      </a:ext>
                    </a:extLst>
                  </a:tr>
                  <a:tr h="365760">
                    <a:tc>
                      <a:txBody>
                        <a:bodyPr/>
                        <a:lstStyle/>
                        <a:p>
                          <a:endParaRPr lang="en-US"/>
                        </a:p>
                      </a:txBody>
                      <a:tcPr>
                        <a:blipFill>
                          <a:blip r:embed="rId4"/>
                          <a:stretch>
                            <a:fillRect l="-410" t="-204918" r="-201230" b="-321311"/>
                          </a:stretch>
                        </a:blipFill>
                      </a:tcPr>
                    </a:tc>
                    <a:tc>
                      <a:txBody>
                        <a:bodyPr/>
                        <a:lstStyle/>
                        <a:p>
                          <a:r>
                            <a:rPr lang="zh-TW" altLang="en-US"/>
                            <a:t>火箭重</a:t>
                          </a:r>
                        </a:p>
                      </a:txBody>
                      <a:tcPr/>
                    </a:tc>
                    <a:tc>
                      <a:txBody>
                        <a:bodyPr/>
                        <a:lstStyle/>
                        <a:p>
                          <a:r>
                            <a:rPr lang="en-US" altLang="zh-TW"/>
                            <a:t>28.535*g</a:t>
                          </a:r>
                          <a:endParaRPr lang="zh-TW" altLang="en-US"/>
                        </a:p>
                      </a:txBody>
                      <a:tcPr/>
                    </a:tc>
                    <a:extLst>
                      <a:ext uri="{0D108BD9-81ED-4DB2-BD59-A6C34878D82A}">
                        <a16:rowId xmlns:a16="http://schemas.microsoft.com/office/drawing/2014/main" val="2378844341"/>
                      </a:ext>
                    </a:extLst>
                  </a:tr>
                  <a:tr h="365760">
                    <a:tc>
                      <a:txBody>
                        <a:bodyPr/>
                        <a:lstStyle/>
                        <a:p>
                          <a:endParaRPr lang="en-US"/>
                        </a:p>
                      </a:txBody>
                      <a:tcPr>
                        <a:blipFill>
                          <a:blip r:embed="rId4"/>
                          <a:stretch>
                            <a:fillRect l="-410" t="-310000" r="-201230" b="-226667"/>
                          </a:stretch>
                        </a:blipFill>
                      </a:tcPr>
                    </a:tc>
                    <a:tc>
                      <a:txBody>
                        <a:bodyPr/>
                        <a:lstStyle/>
                        <a:p>
                          <a:r>
                            <a:rPr lang="zh-TW" altLang="en-US"/>
                            <a:t>截面積</a:t>
                          </a:r>
                        </a:p>
                      </a:txBody>
                      <a:tcPr/>
                    </a:tc>
                    <a:tc>
                      <a:txBody>
                        <a:bodyPr/>
                        <a:lstStyle/>
                        <a:p>
                          <a:r>
                            <a:rPr lang="zh-TW" altLang="en-US"/>
                            <a:t>所求</a:t>
                          </a:r>
                        </a:p>
                      </a:txBody>
                      <a:tcPr/>
                    </a:tc>
                    <a:extLst>
                      <a:ext uri="{0D108BD9-81ED-4DB2-BD59-A6C34878D82A}">
                        <a16:rowId xmlns:a16="http://schemas.microsoft.com/office/drawing/2014/main" val="1829045471"/>
                      </a:ext>
                    </a:extLst>
                  </a:tr>
                  <a:tr h="365760">
                    <a:tc>
                      <a:txBody>
                        <a:bodyPr/>
                        <a:lstStyle/>
                        <a:p>
                          <a:endParaRPr lang="en-US"/>
                        </a:p>
                      </a:txBody>
                      <a:tcPr>
                        <a:blipFill>
                          <a:blip r:embed="rId4"/>
                          <a:stretch>
                            <a:fillRect l="-410" t="-410000" r="-201230" b="-126667"/>
                          </a:stretch>
                        </a:blipFill>
                      </a:tcPr>
                    </a:tc>
                    <a:tc>
                      <a:txBody>
                        <a:bodyPr/>
                        <a:lstStyle/>
                        <a:p>
                          <a:r>
                            <a:rPr lang="zh-TW" altLang="en-US"/>
                            <a:t>阻力係數</a:t>
                          </a:r>
                        </a:p>
                      </a:txBody>
                      <a:tcPr/>
                    </a:tc>
                    <a:tc>
                      <a:txBody>
                        <a:bodyPr/>
                        <a:lstStyle/>
                        <a:p>
                          <a:r>
                            <a:rPr lang="en-US" altLang="zh-TW"/>
                            <a:t>0.6</a:t>
                          </a:r>
                          <a:endParaRPr lang="zh-TW" altLang="en-US"/>
                        </a:p>
                      </a:txBody>
                      <a:tcPr/>
                    </a:tc>
                    <a:extLst>
                      <a:ext uri="{0D108BD9-81ED-4DB2-BD59-A6C34878D82A}">
                        <a16:rowId xmlns:a16="http://schemas.microsoft.com/office/drawing/2014/main" val="3170729175"/>
                      </a:ext>
                    </a:extLst>
                  </a:tr>
                  <a:tr h="365760">
                    <a:tc>
                      <a:txBody>
                        <a:bodyPr/>
                        <a:lstStyle/>
                        <a:p>
                          <a:endParaRPr lang="en-US"/>
                        </a:p>
                      </a:txBody>
                      <a:tcPr>
                        <a:blipFill>
                          <a:blip r:embed="rId4"/>
                          <a:stretch>
                            <a:fillRect l="-410" t="-510000" r="-201230" b="-26667"/>
                          </a:stretch>
                        </a:blipFill>
                      </a:tcPr>
                    </a:tc>
                    <a:tc>
                      <a:txBody>
                        <a:bodyPr/>
                        <a:lstStyle/>
                        <a:p>
                          <a:r>
                            <a:rPr lang="zh-TW" altLang="en-US"/>
                            <a:t>空氣密度</a:t>
                          </a:r>
                        </a:p>
                      </a:txBody>
                      <a:tcPr/>
                    </a:tc>
                    <a:tc>
                      <a:txBody>
                        <a:bodyPr/>
                        <a:lstStyle/>
                        <a:p>
                          <a:r>
                            <a:rPr lang="en-US" altLang="zh-TW"/>
                            <a:t>1.1</a:t>
                          </a:r>
                          <a:endParaRPr lang="zh-TW" altLang="en-US"/>
                        </a:p>
                      </a:txBody>
                      <a:tcPr/>
                    </a:tc>
                    <a:extLst>
                      <a:ext uri="{0D108BD9-81ED-4DB2-BD59-A6C34878D82A}">
                        <a16:rowId xmlns:a16="http://schemas.microsoft.com/office/drawing/2014/main" val="3001541235"/>
                      </a:ext>
                    </a:extLst>
                  </a:tr>
                </a:tbl>
              </a:graphicData>
            </a:graphic>
          </p:graphicFrame>
        </mc:Fallback>
      </mc:AlternateContent>
    </p:spTree>
    <p:extLst>
      <p:ext uri="{BB962C8B-B14F-4D97-AF65-F5344CB8AC3E}">
        <p14:creationId xmlns:p14="http://schemas.microsoft.com/office/powerpoint/2010/main" val="1783466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5F77F6C2-6F70-C22A-A205-58C594A8C851}"/>
              </a:ext>
            </a:extLst>
          </p:cNvPr>
          <p:cNvSpPr>
            <a:spLocks noGrp="1"/>
          </p:cNvSpPr>
          <p:nvPr>
            <p:ph idx="1"/>
          </p:nvPr>
        </p:nvSpPr>
        <p:spPr>
          <a:xfrm>
            <a:off x="838200" y="1825625"/>
            <a:ext cx="5645426" cy="4351338"/>
          </a:xfrm>
        </p:spPr>
        <p:txBody>
          <a:bodyPr vert="horz" lIns="91440" tIns="45720" rIns="91440" bIns="45720" rtlCol="0" anchor="t">
            <a:normAutofit/>
          </a:bodyPr>
          <a:lstStyle/>
          <a:p>
            <a:pPr marL="457200" indent="-457200"/>
            <a:r>
              <a:rPr lang="zh-TW" altLang="en-US">
                <a:latin typeface="Arial"/>
                <a:ea typeface="微軟正黑體"/>
                <a:cs typeface="Arial"/>
              </a:rPr>
              <a:t>採用主傘相同材質及加工方式</a:t>
            </a:r>
            <a:endParaRPr lang="zh-TW"/>
          </a:p>
          <a:p>
            <a:pPr marL="457200" indent="-457200"/>
            <a:r>
              <a:rPr lang="zh-TW" altLang="en-US">
                <a:latin typeface="Arial"/>
                <a:ea typeface="微軟正黑體"/>
                <a:cs typeface="Arial"/>
              </a:rPr>
              <a:t>傘繩長度為兩倍傘徑，2.9公尺</a:t>
            </a:r>
            <a:endParaRPr lang="zh-TW">
              <a:ea typeface="微軟正黑體"/>
            </a:endParaRPr>
          </a:p>
          <a:p>
            <a:pPr marL="457200" indent="-457200"/>
            <a:r>
              <a:rPr lang="zh-TW" altLang="en-US">
                <a:latin typeface="Arial"/>
                <a:ea typeface="微軟正黑體"/>
                <a:cs typeface="Arial"/>
              </a:rPr>
              <a:t>減震繩取1.5倍傘徑長加上連接主傘長度，2.38公尺</a:t>
            </a:r>
            <a:endParaRPr lang="zh-TW" altLang="en-US">
              <a:ea typeface="微軟正黑體"/>
            </a:endParaRPr>
          </a:p>
          <a:p>
            <a:pPr marL="457200" indent="-457200"/>
            <a:endParaRPr lang="zh-TW" altLang="en-US">
              <a:ea typeface="微軟正黑體"/>
            </a:endParaRPr>
          </a:p>
        </p:txBody>
      </p:sp>
      <p:sp>
        <p:nvSpPr>
          <p:cNvPr id="3" name="標題 2">
            <a:extLst>
              <a:ext uri="{FF2B5EF4-FFF2-40B4-BE49-F238E27FC236}">
                <a16:creationId xmlns:a16="http://schemas.microsoft.com/office/drawing/2014/main" id="{0CC4D144-3B81-94D3-50E1-5F921D8FA690}"/>
              </a:ext>
            </a:extLst>
          </p:cNvPr>
          <p:cNvSpPr>
            <a:spLocks noGrp="1"/>
          </p:cNvSpPr>
          <p:nvPr>
            <p:ph type="title"/>
          </p:nvPr>
        </p:nvSpPr>
        <p:spPr/>
        <p:txBody>
          <a:bodyPr/>
          <a:lstStyle/>
          <a:p>
            <a:r>
              <a:rPr lang="zh-TW" altLang="en-US">
                <a:latin typeface="Arial"/>
                <a:ea typeface="微軟正黑體"/>
                <a:cs typeface="Arial"/>
              </a:rPr>
              <a:t>引傘</a:t>
            </a:r>
            <a:endParaRPr lang="zh-TW" altLang="en-US">
              <a:latin typeface="Arial"/>
              <a:cs typeface="Arial"/>
            </a:endParaRPr>
          </a:p>
        </p:txBody>
      </p:sp>
      <p:sp>
        <p:nvSpPr>
          <p:cNvPr id="4" name="文字版面配置區 3">
            <a:extLst>
              <a:ext uri="{FF2B5EF4-FFF2-40B4-BE49-F238E27FC236}">
                <a16:creationId xmlns:a16="http://schemas.microsoft.com/office/drawing/2014/main" id="{5AD2B6F1-73A5-0FAE-D386-4B8BD223BA66}"/>
              </a:ext>
            </a:extLst>
          </p:cNvPr>
          <p:cNvSpPr>
            <a:spLocks noGrp="1"/>
          </p:cNvSpPr>
          <p:nvPr>
            <p:ph type="body" sz="quarter" idx="10"/>
          </p:nvPr>
        </p:nvSpPr>
        <p:spPr/>
        <p:txBody>
          <a:bodyPr>
            <a:normAutofit fontScale="92500" lnSpcReduction="10000"/>
          </a:bodyPr>
          <a:lstStyle/>
          <a:p>
            <a:endParaRPr lang="zh-TW" altLang="en-US"/>
          </a:p>
        </p:txBody>
      </p:sp>
      <p:pic>
        <p:nvPicPr>
          <p:cNvPr id="5" name="圖片 4" descr="一張含有 行, 圖表, 平行, 螢幕擷取畫面 的圖片&#10;&#10;AI 產生的內容可能不正確。">
            <a:extLst>
              <a:ext uri="{FF2B5EF4-FFF2-40B4-BE49-F238E27FC236}">
                <a16:creationId xmlns:a16="http://schemas.microsoft.com/office/drawing/2014/main" id="{06E282E0-2BAF-BC59-2579-EAC800A162E2}"/>
              </a:ext>
            </a:extLst>
          </p:cNvPr>
          <p:cNvPicPr>
            <a:picLocks noChangeAspect="1"/>
          </p:cNvPicPr>
          <p:nvPr/>
        </p:nvPicPr>
        <p:blipFill>
          <a:blip r:embed="rId2"/>
          <a:stretch>
            <a:fillRect/>
          </a:stretch>
        </p:blipFill>
        <p:spPr>
          <a:xfrm>
            <a:off x="6654040" y="1431511"/>
            <a:ext cx="4714875" cy="5143500"/>
          </a:xfrm>
          <a:prstGeom prst="rect">
            <a:avLst/>
          </a:prstGeom>
        </p:spPr>
      </p:pic>
    </p:spTree>
    <p:extLst>
      <p:ext uri="{BB962C8B-B14F-4D97-AF65-F5344CB8AC3E}">
        <p14:creationId xmlns:p14="http://schemas.microsoft.com/office/powerpoint/2010/main" val="500863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53388-42A6-27B6-AEB5-A1D94FD7F620}"/>
            </a:ext>
          </a:extLst>
        </p:cNvPr>
        <p:cNvGrpSpPr/>
        <p:nvPr/>
      </p:nvGrpSpPr>
      <p:grpSpPr>
        <a:xfrm>
          <a:off x="0" y="0"/>
          <a:ext cx="0" cy="0"/>
          <a:chOff x="0" y="0"/>
          <a:chExt cx="0" cy="0"/>
        </a:xfrm>
      </p:grpSpPr>
      <p:pic>
        <p:nvPicPr>
          <p:cNvPr id="6" name="圖片 5" descr="一張含有 螢幕擷取畫面 的圖片&#10;&#10;AI 產生的內容可能不正確。">
            <a:extLst>
              <a:ext uri="{FF2B5EF4-FFF2-40B4-BE49-F238E27FC236}">
                <a16:creationId xmlns:a16="http://schemas.microsoft.com/office/drawing/2014/main" id="{ECBBFBBE-0DE5-9B91-D782-1E463A1E30D9}"/>
              </a:ext>
            </a:extLst>
          </p:cNvPr>
          <p:cNvPicPr>
            <a:picLocks noChangeAspect="1"/>
          </p:cNvPicPr>
          <p:nvPr/>
        </p:nvPicPr>
        <p:blipFill>
          <a:blip r:embed="rId3"/>
          <a:stretch>
            <a:fillRect/>
          </a:stretch>
        </p:blipFill>
        <p:spPr>
          <a:xfrm>
            <a:off x="5308240" y="0"/>
            <a:ext cx="8274172" cy="6968067"/>
          </a:xfrm>
          <a:prstGeom prst="rect">
            <a:avLst/>
          </a:prstGeom>
        </p:spPr>
      </p:pic>
      <p:sp>
        <p:nvSpPr>
          <p:cNvPr id="4" name="橢圓 3">
            <a:extLst>
              <a:ext uri="{FF2B5EF4-FFF2-40B4-BE49-F238E27FC236}">
                <a16:creationId xmlns:a16="http://schemas.microsoft.com/office/drawing/2014/main" id="{56F44822-5C73-8C40-1996-FA21F83F2499}"/>
              </a:ext>
            </a:extLst>
          </p:cNvPr>
          <p:cNvSpPr/>
          <p:nvPr/>
        </p:nvSpPr>
        <p:spPr>
          <a:xfrm>
            <a:off x="-106432" y="-804410"/>
            <a:ext cx="7401997" cy="8308003"/>
          </a:xfrm>
          <a:prstGeom prst="ellipse">
            <a:avLst/>
          </a:prstGeom>
          <a:solidFill>
            <a:srgbClr val="33333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3E34E091-E53C-C8E6-6A88-86976DE85D23}"/>
              </a:ext>
            </a:extLst>
          </p:cNvPr>
          <p:cNvSpPr>
            <a:spLocks noGrp="1"/>
          </p:cNvSpPr>
          <p:nvPr>
            <p:ph type="title"/>
          </p:nvPr>
        </p:nvSpPr>
        <p:spPr>
          <a:xfrm>
            <a:off x="-2050338" y="1387869"/>
            <a:ext cx="10515600" cy="2852737"/>
          </a:xfrm>
        </p:spPr>
        <p:txBody>
          <a:bodyPr/>
          <a:lstStyle/>
          <a:p>
            <a:r>
              <a:rPr lang="zh-TW" altLang="en-US"/>
              <a:t>開傘裝置</a:t>
            </a:r>
          </a:p>
        </p:txBody>
      </p:sp>
      <p:sp>
        <p:nvSpPr>
          <p:cNvPr id="3" name="文字版面配置區 2">
            <a:extLst>
              <a:ext uri="{FF2B5EF4-FFF2-40B4-BE49-F238E27FC236}">
                <a16:creationId xmlns:a16="http://schemas.microsoft.com/office/drawing/2014/main" id="{541362AD-598C-0615-B16E-1F7848CCA02E}"/>
              </a:ext>
            </a:extLst>
          </p:cNvPr>
          <p:cNvSpPr>
            <a:spLocks noGrp="1"/>
          </p:cNvSpPr>
          <p:nvPr>
            <p:ph type="body" idx="1"/>
          </p:nvPr>
        </p:nvSpPr>
        <p:spPr>
          <a:xfrm>
            <a:off x="-2350262" y="3819158"/>
            <a:ext cx="10515600" cy="1500187"/>
          </a:xfrm>
        </p:spPr>
        <p:txBody>
          <a:bodyPr/>
          <a:lstStyle/>
          <a:p>
            <a:pPr algn="ctr"/>
            <a:r>
              <a:rPr lang="zh-TW" altLang="en-US"/>
              <a:t>用於彈出引傘，具備冗於裝置</a:t>
            </a:r>
          </a:p>
        </p:txBody>
      </p:sp>
    </p:spTree>
    <p:extLst>
      <p:ext uri="{BB962C8B-B14F-4D97-AF65-F5344CB8AC3E}">
        <p14:creationId xmlns:p14="http://schemas.microsoft.com/office/powerpoint/2010/main" val="269417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25911-50F0-831F-20D7-CB68EF93483C}"/>
            </a:ext>
          </a:extLst>
        </p:cNvPr>
        <p:cNvGrpSpPr/>
        <p:nvPr/>
      </p:nvGrpSpPr>
      <p:grpSpPr>
        <a:xfrm>
          <a:off x="0" y="0"/>
          <a:ext cx="0" cy="0"/>
          <a:chOff x="0" y="0"/>
          <a:chExt cx="0" cy="0"/>
        </a:xfrm>
      </p:grpSpPr>
      <p:pic>
        <p:nvPicPr>
          <p:cNvPr id="16" name="圖片 15" descr="一張含有 圓形, 螢幕擷取畫面 的圖片&#10;&#10;AI 產生的內容可能不正確。">
            <a:extLst>
              <a:ext uri="{FF2B5EF4-FFF2-40B4-BE49-F238E27FC236}">
                <a16:creationId xmlns:a16="http://schemas.microsoft.com/office/drawing/2014/main" id="{3B00492B-7FEC-305B-E0B6-D61FB6D1371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621" b="95728" l="1846" r="94883">
                        <a14:foregroundMark x1="57383" y1="45684" x2="55117" y2="53008"/>
                        <a14:foregroundMark x1="55117" y1="53008" x2="43876" y2="67655"/>
                        <a14:foregroundMark x1="43876" y1="67655" x2="26174" y2="62947"/>
                        <a14:foregroundMark x1="26174" y1="62947" x2="23574" y2="38535"/>
                        <a14:foregroundMark x1="23574" y1="38535" x2="24413" y2="37576"/>
                        <a14:foregroundMark x1="49077" y1="29119" x2="38926" y2="39582"/>
                        <a14:foregroundMark x1="38926" y1="39582" x2="38758" y2="66260"/>
                        <a14:foregroundMark x1="38758" y1="66260" x2="42366" y2="66434"/>
                        <a14:foregroundMark x1="29782" y1="23017" x2="24161" y2="34786"/>
                        <a14:foregroundMark x1="24161" y1="34786" x2="24245" y2="54664"/>
                        <a14:foregroundMark x1="24245" y1="54664" x2="30537" y2="58413"/>
                        <a14:foregroundMark x1="43624" y1="19355" x2="18708" y2="30514"/>
                        <a14:foregroundMark x1="18708" y1="30514" x2="16611" y2="66521"/>
                        <a14:foregroundMark x1="16611" y1="66521" x2="36074" y2="68963"/>
                        <a14:foregroundMark x1="70973" y1="21970" x2="49161" y2="28073"/>
                        <a14:foregroundMark x1="49161" y1="28073" x2="21309" y2="65388"/>
                        <a14:foregroundMark x1="21309" y1="65388" x2="19295" y2="71578"/>
                        <a14:foregroundMark x1="45050" y1="20837" x2="27768" y2="39058"/>
                        <a14:foregroundMark x1="27768" y1="39058" x2="17869" y2="65824"/>
                        <a14:foregroundMark x1="17869" y1="65824" x2="17785" y2="68963"/>
                        <a14:foregroundMark x1="22315" y1="41674" x2="18792" y2="63993"/>
                        <a14:foregroundMark x1="15017" y1="41325" x2="14094" y2="71491"/>
                        <a14:foregroundMark x1="21980" y1="33130" x2="13591" y2="57105"/>
                        <a14:foregroundMark x1="13591" y1="57105" x2="15604" y2="31909"/>
                        <a14:foregroundMark x1="15604" y1="31909" x2="43289" y2="12990"/>
                        <a14:foregroundMark x1="43289" y1="12990" x2="58138" y2="11857"/>
                        <a14:foregroundMark x1="58138" y1="11857" x2="59732" y2="12206"/>
                        <a14:foregroundMark x1="59060" y1="17088" x2="51426" y2="27027"/>
                        <a14:foregroundMark x1="51426" y1="27027" x2="58809" y2="51526"/>
                        <a14:foregroundMark x1="58809" y1="51526" x2="66023" y2="53182"/>
                        <a14:foregroundMark x1="40436" y1="14298" x2="57634" y2="69137"/>
                        <a14:foregroundMark x1="57634" y1="69137" x2="58977" y2="71578"/>
                        <a14:foregroundMark x1="58138" y1="22929" x2="70721" y2="76460"/>
                        <a14:foregroundMark x1="70721" y1="76460" x2="70721" y2="76896"/>
                        <a14:foregroundMark x1="83389" y1="31561" x2="44044" y2="68091"/>
                        <a14:foregroundMark x1="44044" y1="68091" x2="40352" y2="70009"/>
                        <a14:foregroundMark x1="37584" y1="38012" x2="64562" y2="93830"/>
                        <a14:foregroundMark x1="47903" y1="79163" x2="65268" y2="91369"/>
                        <a14:foregroundMark x1="65268" y1="91369" x2="69647" y2="92387"/>
                        <a14:foregroundMark x1="35654" y1="85092" x2="72407" y2="91374"/>
                        <a14:foregroundMark x1="38926" y1="87794" x2="60319" y2="92241"/>
                        <a14:foregroundMark x1="60319" y1="92241" x2="60738" y2="91979"/>
                        <a14:foregroundMark x1="43792" y1="92415" x2="50587" y2="94943"/>
                        <a14:foregroundMark x1="50587" y1="94943" x2="59060" y2="94943"/>
                        <a14:foregroundMark x1="59060" y1="94943" x2="64178" y2="93897"/>
                        <a14:foregroundMark x1="73406" y1="90584" x2="79614" y2="84220"/>
                        <a14:foregroundMark x1="79614" y1="84220" x2="85654" y2="72450"/>
                        <a14:foregroundMark x1="85654" y1="72450" x2="89094" y2="50044"/>
                        <a14:foregroundMark x1="89094" y1="50044" x2="70638" y2="83086"/>
                        <a14:foregroundMark x1="71560" y1="27376" x2="63842" y2="38099"/>
                        <a14:foregroundMark x1="63842" y1="38099" x2="48909" y2="48649"/>
                        <a14:foregroundMark x1="58641" y1="32868" x2="58893" y2="53880"/>
                        <a14:foregroundMark x1="78440" y1="22145" x2="85570" y2="32956"/>
                        <a14:foregroundMark x1="85570" y1="32956" x2="92701" y2="55885"/>
                        <a14:foregroundMark x1="92701" y1="55885" x2="92030" y2="59285"/>
                        <a14:foregroundMark x1="64430" y1="16652" x2="46560" y2="16216"/>
                        <a14:foregroundMark x1="46560" y1="16216" x2="18121" y2="29555"/>
                        <a14:foregroundMark x1="18121" y1="29555" x2="8932" y2="42256"/>
                        <a14:foregroundMark x1="60487" y1="13775" x2="46393" y2="11770"/>
                        <a14:foregroundMark x1="46393" y1="11770" x2="18289" y2="23452"/>
                        <a14:foregroundMark x1="18289" y1="23452" x2="10403" y2="50741"/>
                        <a14:foregroundMark x1="10403" y1="50741" x2="16946" y2="62772"/>
                        <a14:foregroundMark x1="16946" y1="62772" x2="20805" y2="64167"/>
                        <a14:foregroundMark x1="64262" y1="26853" x2="75252" y2="44638"/>
                        <a14:foregroundMark x1="75252" y1="44638" x2="80285" y2="72886"/>
                        <a14:foregroundMark x1="84815" y1="28684" x2="84144" y2="64342"/>
                        <a14:foregroundMark x1="84144" y1="64342" x2="83725" y2="65824"/>
                        <a14:foregroundMark x1="83389" y1="39669" x2="78188" y2="76983"/>
                        <a14:foregroundMark x1="84815" y1="40192" x2="88171" y2="54490"/>
                        <a14:foregroundMark x1="88171" y1="54490" x2="78189" y2="87884"/>
                        <a14:foregroundMark x1="83138" y1="73758" x2="79530" y2="85266"/>
                        <a14:foregroundMark x1="80997" y1="86430" x2="83473" y2="76722"/>
                        <a14:foregroundMark x1="83473" y1="76722" x2="86667" y2="77676"/>
                        <a14:foregroundMark x1="91190" y1="74008" x2="95050" y2="55885"/>
                        <a14:foregroundMark x1="62248" y1="8806" x2="37164" y2="6975"/>
                        <a14:foregroundMark x1="54866" y1="4795" x2="40185" y2="4621"/>
                        <a14:backgroundMark x1="1174" y1="40715" x2="2349" y2="71665"/>
                        <a14:backgroundMark x1="1678" y1="39320" x2="5537" y2="69747"/>
                        <a14:backgroundMark x1="5537" y1="69747" x2="5369" y2="79163"/>
                        <a14:backgroundMark x1="8893" y1="31997" x2="4195" y2="54403"/>
                        <a14:backgroundMark x1="8809" y1="70706" x2="8221" y2="70619"/>
                        <a14:backgroundMark x1="3691" y1="70881" x2="3691" y2="70881"/>
                        <a14:backgroundMark x1="86829" y1="92938" x2="77685" y2="95118"/>
                        <a14:backgroundMark x1="76258" y1="93636" x2="76258" y2="93636"/>
                        <a14:backgroundMark x1="80369" y1="90671" x2="70638" y2="94246"/>
                        <a14:backgroundMark x1="70638" y1="94246" x2="69128" y2="95990"/>
                        <a14:backgroundMark x1="69211" y1="96338" x2="64933" y2="95641"/>
                        <a14:backgroundMark x1="76594" y1="90235" x2="79027" y2="88928"/>
                        <a14:backgroundMark x1="79698" y1="89015" x2="82886" y2="85440"/>
                        <a14:backgroundMark x1="93792" y1="76896" x2="88926" y2="80994"/>
                        <a14:backgroundMark x1="91359" y1="74106" x2="86493" y2="82127"/>
                        <a14:backgroundMark x1="98574" y1="49085" x2="97819" y2="51264"/>
                      </a14:backgroundRemoval>
                    </a14:imgEffect>
                  </a14:imgLayer>
                </a14:imgProps>
              </a:ext>
            </a:extLst>
          </a:blip>
          <a:stretch>
            <a:fillRect/>
          </a:stretch>
        </p:blipFill>
        <p:spPr>
          <a:xfrm>
            <a:off x="2153931" y="2409345"/>
            <a:ext cx="4583878" cy="4410829"/>
          </a:xfrm>
          <a:prstGeom prst="rect">
            <a:avLst/>
          </a:prstGeom>
        </p:spPr>
      </p:pic>
      <p:sp>
        <p:nvSpPr>
          <p:cNvPr id="2" name="Content Placeholder 1">
            <a:extLst>
              <a:ext uri="{FF2B5EF4-FFF2-40B4-BE49-F238E27FC236}">
                <a16:creationId xmlns:a16="http://schemas.microsoft.com/office/drawing/2014/main" id="{323379DF-4AD2-DAE8-21D4-336359297CDF}"/>
              </a:ext>
            </a:extLst>
          </p:cNvPr>
          <p:cNvSpPr>
            <a:spLocks noGrp="1"/>
          </p:cNvSpPr>
          <p:nvPr>
            <p:ph idx="1"/>
          </p:nvPr>
        </p:nvSpPr>
        <p:spPr>
          <a:xfrm>
            <a:off x="164819" y="1430067"/>
            <a:ext cx="10515600" cy="4351338"/>
          </a:xfrm>
        </p:spPr>
        <p:txBody>
          <a:bodyPr>
            <a:normAutofit/>
          </a:bodyPr>
          <a:lstStyle/>
          <a:p>
            <a:r>
              <a:rPr lang="zh-TW" altLang="en-US" sz="2400" dirty="0"/>
              <a:t>主能量來源為高壓氣瓶</a:t>
            </a:r>
            <a:r>
              <a:rPr lang="en-US" altLang="zh-TW" sz="2400" dirty="0"/>
              <a:t>(</a:t>
            </a:r>
            <a:r>
              <a:rPr lang="zh-TW" altLang="en-US" sz="2400" dirty="0"/>
              <a:t>伺服馬達、救生衣氣閥啟動</a:t>
            </a:r>
            <a:r>
              <a:rPr lang="en-US" altLang="zh-TW" sz="2400" dirty="0"/>
              <a:t>)</a:t>
            </a:r>
          </a:p>
          <a:p>
            <a:r>
              <a:rPr lang="zh-TW" altLang="en-US" sz="2400" dirty="0"/>
              <a:t>冗於裝置為產氣燃料</a:t>
            </a:r>
            <a:r>
              <a:rPr lang="en-US" altLang="zh-TW" sz="2400" dirty="0"/>
              <a:t>(</a:t>
            </a:r>
            <a:r>
              <a:rPr lang="zh-TW" altLang="en-US" sz="2400" dirty="0"/>
              <a:t>電火頭啟動</a:t>
            </a:r>
            <a:r>
              <a:rPr lang="en-US" altLang="zh-TW" sz="2400" dirty="0"/>
              <a:t>)</a:t>
            </a:r>
            <a:endParaRPr lang="en-US" sz="2400" dirty="0"/>
          </a:p>
        </p:txBody>
      </p:sp>
      <p:sp>
        <p:nvSpPr>
          <p:cNvPr id="3" name="Title 2">
            <a:extLst>
              <a:ext uri="{FF2B5EF4-FFF2-40B4-BE49-F238E27FC236}">
                <a16:creationId xmlns:a16="http://schemas.microsoft.com/office/drawing/2014/main" id="{2D8E83FB-B4BD-ACD6-1848-1BC0971FD629}"/>
              </a:ext>
            </a:extLst>
          </p:cNvPr>
          <p:cNvSpPr>
            <a:spLocks noGrp="1"/>
          </p:cNvSpPr>
          <p:nvPr>
            <p:ph type="title"/>
          </p:nvPr>
        </p:nvSpPr>
        <p:spPr/>
        <p:txBody>
          <a:bodyPr/>
          <a:lstStyle/>
          <a:p>
            <a:r>
              <a:rPr lang="zh-TW" altLang="en-US"/>
              <a:t>開傘盤</a:t>
            </a:r>
            <a:endParaRPr lang="en-US"/>
          </a:p>
        </p:txBody>
      </p:sp>
      <p:sp>
        <p:nvSpPr>
          <p:cNvPr id="4" name="Text Placeholder 3">
            <a:extLst>
              <a:ext uri="{FF2B5EF4-FFF2-40B4-BE49-F238E27FC236}">
                <a16:creationId xmlns:a16="http://schemas.microsoft.com/office/drawing/2014/main" id="{86137CE3-1686-B03C-2E47-327EEFFDE117}"/>
              </a:ext>
            </a:extLst>
          </p:cNvPr>
          <p:cNvSpPr>
            <a:spLocks noGrp="1"/>
          </p:cNvSpPr>
          <p:nvPr>
            <p:ph type="body" sz="quarter" idx="10"/>
          </p:nvPr>
        </p:nvSpPr>
        <p:spPr/>
        <p:txBody>
          <a:bodyPr>
            <a:normAutofit fontScale="92500" lnSpcReduction="10000"/>
          </a:bodyPr>
          <a:lstStyle/>
          <a:p>
            <a:r>
              <a:rPr lang="zh-TW" altLang="en-US" dirty="0">
                <a:solidFill>
                  <a:schemeClr val="accent6"/>
                </a:solidFill>
              </a:rPr>
              <a:t>伺服馬達</a:t>
            </a:r>
            <a:r>
              <a:rPr lang="en-US" altLang="zh-TW" dirty="0">
                <a:solidFill>
                  <a:schemeClr val="accent6"/>
                </a:solidFill>
              </a:rPr>
              <a:t>+</a:t>
            </a:r>
            <a:r>
              <a:rPr lang="zh-TW" altLang="en-US" dirty="0">
                <a:solidFill>
                  <a:schemeClr val="accent6"/>
                </a:solidFill>
              </a:rPr>
              <a:t>高壓氣瓶</a:t>
            </a:r>
            <a:endParaRPr lang="en-US" dirty="0">
              <a:solidFill>
                <a:schemeClr val="accent6"/>
              </a:solidFill>
            </a:endParaRPr>
          </a:p>
        </p:txBody>
      </p:sp>
      <p:pic>
        <p:nvPicPr>
          <p:cNvPr id="6" name="圖片 5" descr="一張含有 卡通 的圖片&#10;&#10;AI 產生的內容可能不正確。">
            <a:extLst>
              <a:ext uri="{FF2B5EF4-FFF2-40B4-BE49-F238E27FC236}">
                <a16:creationId xmlns:a16="http://schemas.microsoft.com/office/drawing/2014/main" id="{29197C19-1B42-0DBC-C1C1-00AA3CEB673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7625" b="92669" l="9924" r="91317">
                        <a14:foregroundMark x1="18893" y1="57674" x2="18893" y2="57674"/>
                        <a14:foregroundMark x1="18893" y1="57674" x2="18893" y2="57674"/>
                        <a14:foregroundMark x1="18893" y1="60020" x2="19752" y2="70772"/>
                        <a14:foregroundMark x1="19752" y1="70772" x2="20611" y2="72043"/>
                        <a14:foregroundMark x1="24141" y1="67644" x2="46660" y2="60704"/>
                        <a14:foregroundMark x1="46660" y1="60704" x2="54485" y2="65396"/>
                        <a14:foregroundMark x1="54485" y1="65396" x2="65935" y2="52884"/>
                        <a14:foregroundMark x1="65935" y1="52884" x2="45992" y2="48289"/>
                        <a14:foregroundMark x1="45992" y1="48289" x2="59637" y2="56500"/>
                        <a14:foregroundMark x1="59637" y1="56500" x2="61927" y2="66373"/>
                        <a14:foregroundMark x1="53531" y1="43206" x2="47805" y2="57185"/>
                        <a14:foregroundMark x1="49332" y1="41447" x2="52576" y2="63930"/>
                        <a14:foregroundMark x1="49905" y1="52688" x2="50477" y2="61975"/>
                        <a14:foregroundMark x1="50477" y1="61975" x2="45706" y2="80352"/>
                        <a14:foregroundMark x1="38836" y1="67840" x2="44275" y2="88954"/>
                        <a14:foregroundMark x1="44275" y1="88954" x2="45802" y2="87390"/>
                        <a14:foregroundMark x1="46947" y1="64223" x2="48282" y2="88465"/>
                        <a14:foregroundMark x1="48282" y1="88465" x2="48664" y2="87683"/>
                        <a14:foregroundMark x1="36641" y1="67644" x2="35305" y2="77908"/>
                        <a14:foregroundMark x1="35305" y1="77908" x2="37691" y2="88172"/>
                        <a14:foregroundMark x1="37691" y1="88172" x2="42844" y2="90225"/>
                        <a14:foregroundMark x1="31870" y1="81623" x2="31820" y2="87476"/>
                        <a14:foregroundMark x1="54485" y1="87195" x2="69561" y2="69599"/>
                        <a14:foregroundMark x1="69561" y1="69599" x2="68416" y2="69208"/>
                        <a14:foregroundMark x1="64218" y1="79765" x2="63550" y2="83675"/>
                        <a14:foregroundMark x1="71374" y1="85337" x2="74237" y2="45650"/>
                        <a14:foregroundMark x1="76336" y1="70479" x2="73092" y2="38807"/>
                        <a14:foregroundMark x1="73092" y1="38807" x2="70992" y2="31867"/>
                        <a14:foregroundMark x1="81202" y1="57967" x2="80534" y2="45943"/>
                        <a14:foregroundMark x1="80534" y1="45943" x2="68416" y2="29717"/>
                        <a14:foregroundMark x1="68416" y1="29717" x2="56011" y2="29032"/>
                        <a14:foregroundMark x1="56011" y1="29032" x2="53912" y2="29521"/>
                        <a14:foregroundMark x1="68130" y1="28739" x2="77004" y2="27957"/>
                        <a14:foregroundMark x1="77004" y1="27957" x2="78244" y2="36559"/>
                        <a14:foregroundMark x1="78244" y1="36559" x2="86832" y2="52004"/>
                        <a14:foregroundMark x1="81966" y1="36950" x2="86737" y2="44966"/>
                        <a14:foregroundMark x1="85592" y1="38025" x2="88645" y2="54448"/>
                        <a14:foregroundMark x1="85401" y1="36950" x2="91412" y2="47410"/>
                        <a14:foregroundMark x1="83874" y1="33822" x2="83874" y2="33822"/>
                        <a14:foregroundMark x1="86069" y1="36266" x2="87118" y2="36755"/>
                        <a14:foregroundMark x1="84447" y1="34506" x2="84447" y2="34506"/>
                        <a14:foregroundMark x1="85019" y1="35386" x2="85019" y2="35386"/>
                        <a14:foregroundMark x1="44943" y1="32845" x2="43893" y2="27566"/>
                        <a14:foregroundMark x1="39885" y1="26686" x2="39885" y2="26686"/>
                        <a14:foregroundMark x1="43225" y1="25904" x2="47233" y2="23558"/>
                        <a14:foregroundMark x1="50191" y1="22581" x2="66221" y2="19648"/>
                        <a14:foregroundMark x1="29936" y1="88621" x2="21660" y2="70870"/>
                        <a14:foregroundMark x1="25191" y1="79961" x2="18130" y2="71359"/>
                        <a14:foregroundMark x1="18130" y1="71359" x2="18034" y2="70870"/>
                        <a14:foregroundMark x1="19275" y1="70381" x2="18511" y2="57967"/>
                        <a14:foregroundMark x1="18511" y1="57967" x2="28435" y2="40469"/>
                        <a14:foregroundMark x1="22615" y1="47214" x2="19561" y2="49756"/>
                        <a14:foregroundMark x1="42844" y1="10506" x2="42844" y2="7625"/>
                        <a14:foregroundMark x1="57634" y1="10557" x2="61164" y2="15738"/>
                        <a14:backgroundMark x1="30534" y1="91593" x2="33874" y2="91593"/>
                        <a14:backgroundMark x1="30344" y1="90909" x2="31870" y2="95699"/>
                        <a14:backgroundMark x1="30821" y1="91300" x2="30821" y2="91300"/>
                        <a14:backgroundMark x1="30534" y1="91300" x2="31489" y2="94037"/>
                        <a14:backgroundMark x1="29676" y1="88856" x2="31870" y2="90714"/>
                        <a14:backgroundMark x1="41126" y1="12610" x2="43511" y2="12610"/>
                      </a14:backgroundRemoval>
                    </a14:imgEffect>
                  </a14:imgLayer>
                </a14:imgProps>
              </a:ext>
            </a:extLst>
          </a:blip>
          <a:stretch>
            <a:fillRect/>
          </a:stretch>
        </p:blipFill>
        <p:spPr>
          <a:xfrm rot="1986733">
            <a:off x="8510270" y="3201015"/>
            <a:ext cx="3105831" cy="3031742"/>
          </a:xfrm>
          <a:prstGeom prst="rect">
            <a:avLst/>
          </a:prstGeom>
        </p:spPr>
      </p:pic>
      <p:sp>
        <p:nvSpPr>
          <p:cNvPr id="10" name="圖說文字: 直線加上強調線 9">
            <a:extLst>
              <a:ext uri="{FF2B5EF4-FFF2-40B4-BE49-F238E27FC236}">
                <a16:creationId xmlns:a16="http://schemas.microsoft.com/office/drawing/2014/main" id="{48F90033-4CF3-6507-0917-D38FDD7A4032}"/>
              </a:ext>
            </a:extLst>
          </p:cNvPr>
          <p:cNvSpPr/>
          <p:nvPr/>
        </p:nvSpPr>
        <p:spPr>
          <a:xfrm>
            <a:off x="1592443" y="2868190"/>
            <a:ext cx="1615965" cy="709448"/>
          </a:xfrm>
          <a:prstGeom prst="accentCallout1">
            <a:avLst>
              <a:gd name="adj1" fmla="val 70972"/>
              <a:gd name="adj2" fmla="val 105129"/>
              <a:gd name="adj3" fmla="val 141389"/>
              <a:gd name="adj4" fmla="val 1600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t>救生衣氣閥</a:t>
            </a:r>
          </a:p>
        </p:txBody>
      </p:sp>
      <p:sp>
        <p:nvSpPr>
          <p:cNvPr id="11" name="圖說文字: 直線加上強調線 10">
            <a:extLst>
              <a:ext uri="{FF2B5EF4-FFF2-40B4-BE49-F238E27FC236}">
                <a16:creationId xmlns:a16="http://schemas.microsoft.com/office/drawing/2014/main" id="{F5B1A9BD-8DB1-D131-EA5F-7350BDEA4C24}"/>
              </a:ext>
            </a:extLst>
          </p:cNvPr>
          <p:cNvSpPr/>
          <p:nvPr/>
        </p:nvSpPr>
        <p:spPr>
          <a:xfrm>
            <a:off x="1747342" y="3846967"/>
            <a:ext cx="1615965" cy="709448"/>
          </a:xfrm>
          <a:prstGeom prst="accentCallout1">
            <a:avLst>
              <a:gd name="adj1" fmla="val 70972"/>
              <a:gd name="adj2" fmla="val 105129"/>
              <a:gd name="adj3" fmla="val 141389"/>
              <a:gd name="adj4" fmla="val 1600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t>伺服馬達</a:t>
            </a:r>
            <a:endParaRPr lang="en-US" altLang="zh-TW"/>
          </a:p>
          <a:p>
            <a:pPr algn="ctr"/>
            <a:r>
              <a:rPr lang="en-US" altLang="zh-TW"/>
              <a:t>Hv7036mg</a:t>
            </a:r>
            <a:endParaRPr lang="zh-TW" altLang="en-US"/>
          </a:p>
        </p:txBody>
      </p:sp>
      <p:sp>
        <p:nvSpPr>
          <p:cNvPr id="12" name="圖說文字: 直線加上強調線 11">
            <a:extLst>
              <a:ext uri="{FF2B5EF4-FFF2-40B4-BE49-F238E27FC236}">
                <a16:creationId xmlns:a16="http://schemas.microsoft.com/office/drawing/2014/main" id="{08E64150-A5DD-84E6-4AB4-0BF1B7A13541}"/>
              </a:ext>
            </a:extLst>
          </p:cNvPr>
          <p:cNvSpPr/>
          <p:nvPr/>
        </p:nvSpPr>
        <p:spPr>
          <a:xfrm>
            <a:off x="1792008" y="5178524"/>
            <a:ext cx="1615965" cy="709448"/>
          </a:xfrm>
          <a:prstGeom prst="accentCallout1">
            <a:avLst>
              <a:gd name="adj1" fmla="val 70972"/>
              <a:gd name="adj2" fmla="val 105129"/>
              <a:gd name="adj3" fmla="val 55833"/>
              <a:gd name="adj4" fmla="val 15958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t>伺服馬達固定螺栓</a:t>
            </a:r>
          </a:p>
        </p:txBody>
      </p:sp>
      <p:sp>
        <p:nvSpPr>
          <p:cNvPr id="13" name="圖說文字: 直線加上強調線 12">
            <a:extLst>
              <a:ext uri="{FF2B5EF4-FFF2-40B4-BE49-F238E27FC236}">
                <a16:creationId xmlns:a16="http://schemas.microsoft.com/office/drawing/2014/main" id="{EAF485F6-269C-1377-6025-E485E299E571}"/>
              </a:ext>
            </a:extLst>
          </p:cNvPr>
          <p:cNvSpPr/>
          <p:nvPr/>
        </p:nvSpPr>
        <p:spPr>
          <a:xfrm>
            <a:off x="5592604" y="2681002"/>
            <a:ext cx="1615965" cy="709448"/>
          </a:xfrm>
          <a:prstGeom prst="accentCallout1">
            <a:avLst>
              <a:gd name="adj1" fmla="val 55416"/>
              <a:gd name="adj2" fmla="val -5603"/>
              <a:gd name="adj3" fmla="val 246944"/>
              <a:gd name="adj4" fmla="val -257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16G</a:t>
            </a:r>
            <a:r>
              <a:rPr lang="zh-TW" altLang="en-US" dirty="0"/>
              <a:t> </a:t>
            </a:r>
            <a:r>
              <a:rPr lang="en-US" altLang="zh-TW" dirty="0"/>
              <a:t>CO2</a:t>
            </a:r>
            <a:r>
              <a:rPr lang="zh-TW" altLang="en-US" dirty="0"/>
              <a:t>氣瓶</a:t>
            </a:r>
          </a:p>
        </p:txBody>
      </p:sp>
      <p:sp>
        <p:nvSpPr>
          <p:cNvPr id="14" name="圖說文字: 直線加上強調線 13">
            <a:extLst>
              <a:ext uri="{FF2B5EF4-FFF2-40B4-BE49-F238E27FC236}">
                <a16:creationId xmlns:a16="http://schemas.microsoft.com/office/drawing/2014/main" id="{E79F0ADE-C9CB-F738-0B6A-6C28635DC361}"/>
              </a:ext>
            </a:extLst>
          </p:cNvPr>
          <p:cNvSpPr/>
          <p:nvPr/>
        </p:nvSpPr>
        <p:spPr>
          <a:xfrm>
            <a:off x="6105258" y="3935863"/>
            <a:ext cx="1615965" cy="709448"/>
          </a:xfrm>
          <a:prstGeom prst="accentCallout1">
            <a:avLst>
              <a:gd name="adj1" fmla="val 55416"/>
              <a:gd name="adj2" fmla="val -5603"/>
              <a:gd name="adj3" fmla="val 134722"/>
              <a:gd name="adj4" fmla="val -3699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t>CO2</a:t>
            </a:r>
            <a:r>
              <a:rPr lang="zh-TW" altLang="en-US"/>
              <a:t>氣瓶固定螺栓</a:t>
            </a:r>
          </a:p>
        </p:txBody>
      </p:sp>
      <p:sp>
        <p:nvSpPr>
          <p:cNvPr id="15" name="圖說文字: 直線加上強調線 14">
            <a:extLst>
              <a:ext uri="{FF2B5EF4-FFF2-40B4-BE49-F238E27FC236}">
                <a16:creationId xmlns:a16="http://schemas.microsoft.com/office/drawing/2014/main" id="{A4B9D05D-A0D9-60BC-2069-490F2F163926}"/>
              </a:ext>
            </a:extLst>
          </p:cNvPr>
          <p:cNvSpPr/>
          <p:nvPr/>
        </p:nvSpPr>
        <p:spPr>
          <a:xfrm>
            <a:off x="6437379" y="5039616"/>
            <a:ext cx="1615965" cy="709448"/>
          </a:xfrm>
          <a:prstGeom prst="accentCallout1">
            <a:avLst>
              <a:gd name="adj1" fmla="val 55416"/>
              <a:gd name="adj2" fmla="val -5603"/>
              <a:gd name="adj3" fmla="val 27160"/>
              <a:gd name="adj4" fmla="val -25190"/>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zh-TW" altLang="en-US" dirty="0"/>
              <a:t>產氣燃料倉</a:t>
            </a:r>
          </a:p>
        </p:txBody>
      </p:sp>
      <p:cxnSp>
        <p:nvCxnSpPr>
          <p:cNvPr id="18" name="直線接點 17">
            <a:extLst>
              <a:ext uri="{FF2B5EF4-FFF2-40B4-BE49-F238E27FC236}">
                <a16:creationId xmlns:a16="http://schemas.microsoft.com/office/drawing/2014/main" id="{25F8E1A1-B951-24EB-D818-A7F227775072}"/>
              </a:ext>
            </a:extLst>
          </p:cNvPr>
          <p:cNvCxnSpPr>
            <a:cxnSpLocks/>
            <a:endCxn id="15" idx="2"/>
          </p:cNvCxnSpPr>
          <p:nvPr/>
        </p:nvCxnSpPr>
        <p:spPr>
          <a:xfrm flipV="1">
            <a:off x="3825675" y="5394340"/>
            <a:ext cx="2611704" cy="645135"/>
          </a:xfrm>
          <a:prstGeom prst="line">
            <a:avLst/>
          </a:prstGeom>
          <a:ln w="12700">
            <a:solidFill>
              <a:schemeClr val="accent2">
                <a:lumMod val="50000"/>
              </a:schemeClr>
            </a:solidFill>
          </a:ln>
        </p:spPr>
        <p:style>
          <a:lnRef idx="1">
            <a:schemeClr val="accent2"/>
          </a:lnRef>
          <a:fillRef idx="0">
            <a:schemeClr val="accent2"/>
          </a:fillRef>
          <a:effectRef idx="0">
            <a:schemeClr val="accent2"/>
          </a:effectRef>
          <a:fontRef idx="minor">
            <a:schemeClr val="tx1"/>
          </a:fontRef>
        </p:style>
      </p:cxnSp>
      <p:sp>
        <p:nvSpPr>
          <p:cNvPr id="19" name="圖說文字: 直線加上強調線 18">
            <a:extLst>
              <a:ext uri="{FF2B5EF4-FFF2-40B4-BE49-F238E27FC236}">
                <a16:creationId xmlns:a16="http://schemas.microsoft.com/office/drawing/2014/main" id="{44612044-BA86-6347-BD11-49DCCE2B35A1}"/>
              </a:ext>
            </a:extLst>
          </p:cNvPr>
          <p:cNvSpPr/>
          <p:nvPr/>
        </p:nvSpPr>
        <p:spPr>
          <a:xfrm>
            <a:off x="5720124" y="6075100"/>
            <a:ext cx="1615965" cy="709448"/>
          </a:xfrm>
          <a:prstGeom prst="accentCallout1">
            <a:avLst>
              <a:gd name="adj1" fmla="val 55416"/>
              <a:gd name="adj2" fmla="val -5603"/>
              <a:gd name="adj3" fmla="val -51353"/>
              <a:gd name="adj4" fmla="val -112328"/>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TW" altLang="en-US" dirty="0"/>
              <a:t>電火頭走線孔</a:t>
            </a:r>
          </a:p>
        </p:txBody>
      </p:sp>
      <p:sp>
        <p:nvSpPr>
          <p:cNvPr id="20" name="圖說文字: 直線加上強調線 19">
            <a:extLst>
              <a:ext uri="{FF2B5EF4-FFF2-40B4-BE49-F238E27FC236}">
                <a16:creationId xmlns:a16="http://schemas.microsoft.com/office/drawing/2014/main" id="{AC220264-32FD-5E15-9A76-B3A6BB27BC52}"/>
              </a:ext>
            </a:extLst>
          </p:cNvPr>
          <p:cNvSpPr/>
          <p:nvPr/>
        </p:nvSpPr>
        <p:spPr>
          <a:xfrm>
            <a:off x="3407974" y="2303944"/>
            <a:ext cx="1722262" cy="709448"/>
          </a:xfrm>
          <a:prstGeom prst="accentCallout1">
            <a:avLst>
              <a:gd name="adj1" fmla="val 107639"/>
              <a:gd name="adj2" fmla="val 104244"/>
              <a:gd name="adj3" fmla="val 276944"/>
              <a:gd name="adj4" fmla="val 813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TW" altLang="en-US"/>
              <a:t>減震繩</a:t>
            </a:r>
            <a:r>
              <a:rPr lang="en-US" altLang="zh-TW"/>
              <a:t>/</a:t>
            </a:r>
            <a:r>
              <a:rPr lang="zh-TW" altLang="en-US"/>
              <a:t>伺服馬達走線孔</a:t>
            </a:r>
          </a:p>
        </p:txBody>
      </p:sp>
    </p:spTree>
    <p:extLst>
      <p:ext uri="{BB962C8B-B14F-4D97-AF65-F5344CB8AC3E}">
        <p14:creationId xmlns:p14="http://schemas.microsoft.com/office/powerpoint/2010/main" val="3619084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3B3C6-1F85-27E7-5485-1481CBFB18E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07BC90-82F8-A642-FC7F-5C642B5B3173}"/>
              </a:ext>
            </a:extLst>
          </p:cNvPr>
          <p:cNvSpPr>
            <a:spLocks noGrp="1"/>
          </p:cNvSpPr>
          <p:nvPr>
            <p:ph idx="1"/>
          </p:nvPr>
        </p:nvSpPr>
        <p:spPr>
          <a:xfrm>
            <a:off x="664779" y="1401968"/>
            <a:ext cx="10515600" cy="2285284"/>
          </a:xfrm>
        </p:spPr>
        <p:txBody>
          <a:bodyPr>
            <a:normAutofit/>
          </a:bodyPr>
          <a:lstStyle/>
          <a:p>
            <a:r>
              <a:rPr lang="zh-TW" altLang="en-US" sz="2400"/>
              <a:t>拉動救生衣氣閥最大需要約</a:t>
            </a:r>
            <a:r>
              <a:rPr lang="en-US" altLang="zh-TW" sz="2400"/>
              <a:t>50N</a:t>
            </a:r>
            <a:r>
              <a:rPr lang="zh-TW" altLang="en-US" sz="2400"/>
              <a:t>的力</a:t>
            </a:r>
            <a:endParaRPr lang="en-US" altLang="zh-TW" sz="2400"/>
          </a:p>
          <a:p>
            <a:r>
              <a:rPr lang="en-US" altLang="zh-TW" sz="2400"/>
              <a:t>HV7036</a:t>
            </a:r>
            <a:r>
              <a:rPr lang="zh-TW" altLang="en-US" sz="2400"/>
              <a:t>本身有</a:t>
            </a:r>
            <a:r>
              <a:rPr lang="en-US" altLang="zh-TW" sz="2400"/>
              <a:t>36kg*</a:t>
            </a:r>
            <a:r>
              <a:rPr lang="en-US" altLang="zh-TW" sz="2400" err="1"/>
              <a:t>cms</a:t>
            </a:r>
            <a:r>
              <a:rPr lang="zh-TW" altLang="en-US" sz="2400"/>
              <a:t>扭矩</a:t>
            </a:r>
            <a:endParaRPr lang="en-US" altLang="zh-TW" sz="2400"/>
          </a:p>
          <a:p>
            <a:r>
              <a:rPr lang="zh-TW" altLang="en-US" sz="2400"/>
              <a:t>搭配</a:t>
            </a:r>
            <a:r>
              <a:rPr lang="en-US" altLang="zh-TW" sz="2400"/>
              <a:t>2cm</a:t>
            </a:r>
            <a:r>
              <a:rPr lang="zh-TW" altLang="en-US" sz="2400"/>
              <a:t>的舵臂有最大</a:t>
            </a:r>
            <a:r>
              <a:rPr lang="en-US" altLang="zh-TW" sz="2400"/>
              <a:t>180N</a:t>
            </a:r>
            <a:r>
              <a:rPr lang="zh-TW" altLang="en-US" sz="2400"/>
              <a:t>的拉力</a:t>
            </a:r>
            <a:r>
              <a:rPr lang="en-US" altLang="zh-TW" sz="2400"/>
              <a:t>(</a:t>
            </a:r>
            <a:r>
              <a:rPr lang="zh-TW" altLang="en-US" sz="2400"/>
              <a:t>在垂直方向</a:t>
            </a:r>
            <a:r>
              <a:rPr lang="en-US" altLang="zh-TW" sz="2400"/>
              <a:t>)</a:t>
            </a:r>
          </a:p>
          <a:p>
            <a:r>
              <a:rPr lang="zh-TW" altLang="en-US" sz="2400"/>
              <a:t>為了確保一定能開氣閥，將一段彈簧愈拉至引繩上，提供一段預拉力並且確保剩下的行程足夠短</a:t>
            </a:r>
            <a:endParaRPr lang="en-US" altLang="zh-TW" sz="2400"/>
          </a:p>
        </p:txBody>
      </p:sp>
      <p:sp>
        <p:nvSpPr>
          <p:cNvPr id="3" name="Title 2">
            <a:extLst>
              <a:ext uri="{FF2B5EF4-FFF2-40B4-BE49-F238E27FC236}">
                <a16:creationId xmlns:a16="http://schemas.microsoft.com/office/drawing/2014/main" id="{AF8DFA77-C36E-59BF-F81F-B65C236AAFC5}"/>
              </a:ext>
            </a:extLst>
          </p:cNvPr>
          <p:cNvSpPr>
            <a:spLocks noGrp="1"/>
          </p:cNvSpPr>
          <p:nvPr>
            <p:ph type="title"/>
          </p:nvPr>
        </p:nvSpPr>
        <p:spPr/>
        <p:txBody>
          <a:bodyPr/>
          <a:lstStyle/>
          <a:p>
            <a:r>
              <a:rPr lang="zh-TW" altLang="en-US"/>
              <a:t>啟動拉力解決方案</a:t>
            </a:r>
            <a:endParaRPr lang="en-US"/>
          </a:p>
        </p:txBody>
      </p:sp>
      <p:sp>
        <p:nvSpPr>
          <p:cNvPr id="4" name="Text Placeholder 3">
            <a:extLst>
              <a:ext uri="{FF2B5EF4-FFF2-40B4-BE49-F238E27FC236}">
                <a16:creationId xmlns:a16="http://schemas.microsoft.com/office/drawing/2014/main" id="{6E712A5F-5F0D-F78D-ACC8-60120E25C2DA}"/>
              </a:ext>
            </a:extLst>
          </p:cNvPr>
          <p:cNvSpPr>
            <a:spLocks noGrp="1"/>
          </p:cNvSpPr>
          <p:nvPr>
            <p:ph type="body" sz="quarter" idx="10"/>
          </p:nvPr>
        </p:nvSpPr>
        <p:spPr/>
        <p:txBody>
          <a:bodyPr>
            <a:normAutofit fontScale="92500" lnSpcReduction="10000"/>
          </a:bodyPr>
          <a:lstStyle/>
          <a:p>
            <a:r>
              <a:rPr lang="zh-TW" altLang="en-US">
                <a:solidFill>
                  <a:schemeClr val="accent6"/>
                </a:solidFill>
              </a:rPr>
              <a:t>伺服馬達</a:t>
            </a:r>
            <a:r>
              <a:rPr lang="en-US" altLang="zh-TW">
                <a:solidFill>
                  <a:schemeClr val="accent6"/>
                </a:solidFill>
              </a:rPr>
              <a:t>+</a:t>
            </a:r>
            <a:r>
              <a:rPr lang="zh-TW" altLang="en-US">
                <a:solidFill>
                  <a:schemeClr val="accent6"/>
                </a:solidFill>
              </a:rPr>
              <a:t>高壓氣瓶</a:t>
            </a:r>
            <a:endParaRPr lang="en-US">
              <a:solidFill>
                <a:schemeClr val="accent6"/>
              </a:solidFill>
            </a:endParaRPr>
          </a:p>
        </p:txBody>
      </p:sp>
      <mc:AlternateContent xmlns:mc="http://schemas.openxmlformats.org/markup-compatibility/2006" xmlns:p14="http://schemas.microsoft.com/office/powerpoint/2010/main">
        <mc:Choice Requires="p14">
          <p:contentPart p14:bwMode="auto" r:id="rId3">
            <p14:nvContentPartPr>
              <p14:cNvPr id="6" name="筆跡 5">
                <a:extLst>
                  <a:ext uri="{FF2B5EF4-FFF2-40B4-BE49-F238E27FC236}">
                    <a16:creationId xmlns:a16="http://schemas.microsoft.com/office/drawing/2014/main" id="{D8F413B2-1D5B-B209-BC5C-E47DDC469E95}"/>
                  </a:ext>
                </a:extLst>
              </p14:cNvPr>
              <p14:cNvContentPartPr/>
              <p14:nvPr/>
            </p14:nvContentPartPr>
            <p14:xfrm>
              <a:off x="3298705" y="5804412"/>
              <a:ext cx="2139840" cy="3600"/>
            </p14:xfrm>
          </p:contentPart>
        </mc:Choice>
        <mc:Fallback xmlns="">
          <p:pic>
            <p:nvPicPr>
              <p:cNvPr id="6" name="筆跡 5">
                <a:extLst>
                  <a:ext uri="{FF2B5EF4-FFF2-40B4-BE49-F238E27FC236}">
                    <a16:creationId xmlns:a16="http://schemas.microsoft.com/office/drawing/2014/main" id="{D8F413B2-1D5B-B209-BC5C-E47DDC469E95}"/>
                  </a:ext>
                </a:extLst>
              </p:cNvPr>
              <p:cNvPicPr/>
              <p:nvPr/>
            </p:nvPicPr>
            <p:blipFill>
              <a:blip r:embed="rId4"/>
              <a:stretch>
                <a:fillRect/>
              </a:stretch>
            </p:blipFill>
            <p:spPr>
              <a:xfrm>
                <a:off x="3280708" y="5786412"/>
                <a:ext cx="2175474" cy="39240"/>
              </a:xfrm>
              <a:prstGeom prst="rect">
                <a:avLst/>
              </a:prstGeom>
            </p:spPr>
          </p:pic>
        </mc:Fallback>
      </mc:AlternateContent>
      <p:grpSp>
        <p:nvGrpSpPr>
          <p:cNvPr id="10" name="群組 9">
            <a:extLst>
              <a:ext uri="{FF2B5EF4-FFF2-40B4-BE49-F238E27FC236}">
                <a16:creationId xmlns:a16="http://schemas.microsoft.com/office/drawing/2014/main" id="{7FFE34AB-780A-D6F5-D3D7-F96B29391348}"/>
              </a:ext>
            </a:extLst>
          </p:cNvPr>
          <p:cNvGrpSpPr/>
          <p:nvPr/>
        </p:nvGrpSpPr>
        <p:grpSpPr>
          <a:xfrm>
            <a:off x="3946345" y="5636652"/>
            <a:ext cx="373680" cy="137880"/>
            <a:chOff x="3946345" y="5636652"/>
            <a:chExt cx="373680" cy="137880"/>
          </a:xfrm>
        </p:grpSpPr>
        <mc:AlternateContent xmlns:mc="http://schemas.openxmlformats.org/markup-compatibility/2006" xmlns:p14="http://schemas.microsoft.com/office/powerpoint/2010/main">
          <mc:Choice Requires="p14">
            <p:contentPart p14:bwMode="auto" r:id="rId5">
              <p14:nvContentPartPr>
                <p14:cNvPr id="7" name="筆跡 6">
                  <a:extLst>
                    <a:ext uri="{FF2B5EF4-FFF2-40B4-BE49-F238E27FC236}">
                      <a16:creationId xmlns:a16="http://schemas.microsoft.com/office/drawing/2014/main" id="{7AA74906-5A05-7DC7-495C-EA446FE67061}"/>
                    </a:ext>
                  </a:extLst>
                </p14:cNvPr>
                <p14:cNvContentPartPr/>
                <p14:nvPr/>
              </p14:nvContentPartPr>
              <p14:xfrm>
                <a:off x="3946345" y="5683452"/>
                <a:ext cx="3240" cy="84240"/>
              </p14:xfrm>
            </p:contentPart>
          </mc:Choice>
          <mc:Fallback xmlns="">
            <p:pic>
              <p:nvPicPr>
                <p:cNvPr id="7" name="筆跡 6">
                  <a:extLst>
                    <a:ext uri="{FF2B5EF4-FFF2-40B4-BE49-F238E27FC236}">
                      <a16:creationId xmlns:a16="http://schemas.microsoft.com/office/drawing/2014/main" id="{7AA74906-5A05-7DC7-495C-EA446FE67061}"/>
                    </a:ext>
                  </a:extLst>
                </p:cNvPr>
                <p:cNvPicPr/>
                <p:nvPr/>
              </p:nvPicPr>
              <p:blipFill>
                <a:blip r:embed="rId6"/>
                <a:stretch>
                  <a:fillRect/>
                </a:stretch>
              </p:blipFill>
              <p:spPr>
                <a:xfrm>
                  <a:off x="3928345" y="5665529"/>
                  <a:ext cx="38880" cy="119728"/>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筆跡 7">
                  <a:extLst>
                    <a:ext uri="{FF2B5EF4-FFF2-40B4-BE49-F238E27FC236}">
                      <a16:creationId xmlns:a16="http://schemas.microsoft.com/office/drawing/2014/main" id="{282F2451-22BC-4BFD-DC86-4ACFC5CC9BDB}"/>
                    </a:ext>
                  </a:extLst>
                </p14:cNvPr>
                <p14:cNvContentPartPr/>
                <p14:nvPr/>
              </p14:nvContentPartPr>
              <p14:xfrm>
                <a:off x="3981265" y="5636652"/>
                <a:ext cx="338760" cy="137880"/>
              </p14:xfrm>
            </p:contentPart>
          </mc:Choice>
          <mc:Fallback xmlns="">
            <p:pic>
              <p:nvPicPr>
                <p:cNvPr id="8" name="筆跡 7">
                  <a:extLst>
                    <a:ext uri="{FF2B5EF4-FFF2-40B4-BE49-F238E27FC236}">
                      <a16:creationId xmlns:a16="http://schemas.microsoft.com/office/drawing/2014/main" id="{282F2451-22BC-4BFD-DC86-4ACFC5CC9BDB}"/>
                    </a:ext>
                  </a:extLst>
                </p:cNvPr>
                <p:cNvPicPr/>
                <p:nvPr/>
              </p:nvPicPr>
              <p:blipFill>
                <a:blip r:embed="rId8"/>
                <a:stretch>
                  <a:fillRect/>
                </a:stretch>
              </p:blipFill>
              <p:spPr>
                <a:xfrm>
                  <a:off x="3963265" y="5618699"/>
                  <a:ext cx="374400" cy="173427"/>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筆跡 8">
                  <a:extLst>
                    <a:ext uri="{FF2B5EF4-FFF2-40B4-BE49-F238E27FC236}">
                      <a16:creationId xmlns:a16="http://schemas.microsoft.com/office/drawing/2014/main" id="{60869F69-D840-9A22-5FA2-6D5EBCAA383E}"/>
                    </a:ext>
                  </a:extLst>
                </p14:cNvPr>
                <p14:cNvContentPartPr/>
                <p14:nvPr/>
              </p14:nvContentPartPr>
              <p14:xfrm>
                <a:off x="3966505" y="5656812"/>
                <a:ext cx="315720" cy="116280"/>
              </p14:xfrm>
            </p:contentPart>
          </mc:Choice>
          <mc:Fallback xmlns="">
            <p:pic>
              <p:nvPicPr>
                <p:cNvPr id="9" name="筆跡 8">
                  <a:extLst>
                    <a:ext uri="{FF2B5EF4-FFF2-40B4-BE49-F238E27FC236}">
                      <a16:creationId xmlns:a16="http://schemas.microsoft.com/office/drawing/2014/main" id="{60869F69-D840-9A22-5FA2-6D5EBCAA383E}"/>
                    </a:ext>
                  </a:extLst>
                </p:cNvPr>
                <p:cNvPicPr/>
                <p:nvPr/>
              </p:nvPicPr>
              <p:blipFill>
                <a:blip r:embed="rId10"/>
                <a:stretch>
                  <a:fillRect/>
                </a:stretch>
              </p:blipFill>
              <p:spPr>
                <a:xfrm>
                  <a:off x="3948505" y="5638812"/>
                  <a:ext cx="351360" cy="15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7" name="筆跡 16">
                <a:extLst>
                  <a:ext uri="{FF2B5EF4-FFF2-40B4-BE49-F238E27FC236}">
                    <a16:creationId xmlns:a16="http://schemas.microsoft.com/office/drawing/2014/main" id="{92205A40-6A17-0656-8C73-F9D9CCAEBD2B}"/>
                  </a:ext>
                </a:extLst>
              </p14:cNvPr>
              <p14:cNvContentPartPr/>
              <p14:nvPr/>
            </p14:nvContentPartPr>
            <p14:xfrm>
              <a:off x="6585505" y="4045452"/>
              <a:ext cx="720" cy="1558800"/>
            </p14:xfrm>
          </p:contentPart>
        </mc:Choice>
        <mc:Fallback xmlns="">
          <p:pic>
            <p:nvPicPr>
              <p:cNvPr id="17" name="筆跡 16">
                <a:extLst>
                  <a:ext uri="{FF2B5EF4-FFF2-40B4-BE49-F238E27FC236}">
                    <a16:creationId xmlns:a16="http://schemas.microsoft.com/office/drawing/2014/main" id="{92205A40-6A17-0656-8C73-F9D9CCAEBD2B}"/>
                  </a:ext>
                </a:extLst>
              </p:cNvPr>
              <p:cNvPicPr/>
              <p:nvPr/>
            </p:nvPicPr>
            <p:blipFill>
              <a:blip r:embed="rId12"/>
              <a:stretch>
                <a:fillRect/>
              </a:stretch>
            </p:blipFill>
            <p:spPr>
              <a:xfrm>
                <a:off x="6573265" y="4039332"/>
                <a:ext cx="25200" cy="1571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筆跡 21">
                <a:extLst>
                  <a:ext uri="{FF2B5EF4-FFF2-40B4-BE49-F238E27FC236}">
                    <a16:creationId xmlns:a16="http://schemas.microsoft.com/office/drawing/2014/main" id="{72D90064-D8D8-AD96-D696-A3162D6522C4}"/>
                  </a:ext>
                </a:extLst>
              </p14:cNvPr>
              <p14:cNvContentPartPr/>
              <p14:nvPr/>
            </p14:nvContentPartPr>
            <p14:xfrm>
              <a:off x="4879465" y="4891812"/>
              <a:ext cx="1507680" cy="56880"/>
            </p14:xfrm>
          </p:contentPart>
        </mc:Choice>
        <mc:Fallback xmlns="">
          <p:pic>
            <p:nvPicPr>
              <p:cNvPr id="22" name="筆跡 21">
                <a:extLst>
                  <a:ext uri="{FF2B5EF4-FFF2-40B4-BE49-F238E27FC236}">
                    <a16:creationId xmlns:a16="http://schemas.microsoft.com/office/drawing/2014/main" id="{72D90064-D8D8-AD96-D696-A3162D6522C4}"/>
                  </a:ext>
                </a:extLst>
              </p:cNvPr>
              <p:cNvPicPr/>
              <p:nvPr/>
            </p:nvPicPr>
            <p:blipFill>
              <a:blip r:embed="rId14"/>
              <a:stretch>
                <a:fillRect/>
              </a:stretch>
            </p:blipFill>
            <p:spPr>
              <a:xfrm>
                <a:off x="4873345" y="4885692"/>
                <a:ext cx="151992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69" name="筆跡 68">
                <a:extLst>
                  <a:ext uri="{FF2B5EF4-FFF2-40B4-BE49-F238E27FC236}">
                    <a16:creationId xmlns:a16="http://schemas.microsoft.com/office/drawing/2014/main" id="{0227405B-DD26-C0C1-44FF-903A274A3DEF}"/>
                  </a:ext>
                </a:extLst>
              </p14:cNvPr>
              <p14:cNvContentPartPr/>
              <p14:nvPr/>
            </p14:nvContentPartPr>
            <p14:xfrm>
              <a:off x="2685985" y="4403733"/>
              <a:ext cx="720" cy="1528200"/>
            </p14:xfrm>
          </p:contentPart>
        </mc:Choice>
        <mc:Fallback xmlns="">
          <p:pic>
            <p:nvPicPr>
              <p:cNvPr id="69" name="筆跡 68">
                <a:extLst>
                  <a:ext uri="{FF2B5EF4-FFF2-40B4-BE49-F238E27FC236}">
                    <a16:creationId xmlns:a16="http://schemas.microsoft.com/office/drawing/2014/main" id="{0227405B-DD26-C0C1-44FF-903A274A3DEF}"/>
                  </a:ext>
                </a:extLst>
              </p:cNvPr>
              <p:cNvPicPr/>
              <p:nvPr/>
            </p:nvPicPr>
            <p:blipFill>
              <a:blip r:embed="rId16"/>
              <a:stretch>
                <a:fillRect/>
              </a:stretch>
            </p:blipFill>
            <p:spPr>
              <a:xfrm>
                <a:off x="2673745" y="4397613"/>
                <a:ext cx="25200" cy="1540440"/>
              </a:xfrm>
              <a:prstGeom prst="rect">
                <a:avLst/>
              </a:prstGeom>
            </p:spPr>
          </p:pic>
        </mc:Fallback>
      </mc:AlternateContent>
      <p:grpSp>
        <p:nvGrpSpPr>
          <p:cNvPr id="95" name="群組 94">
            <a:extLst>
              <a:ext uri="{FF2B5EF4-FFF2-40B4-BE49-F238E27FC236}">
                <a16:creationId xmlns:a16="http://schemas.microsoft.com/office/drawing/2014/main" id="{0818AF4A-1871-9046-44BD-99419F7C9D82}"/>
              </a:ext>
            </a:extLst>
          </p:cNvPr>
          <p:cNvGrpSpPr/>
          <p:nvPr/>
        </p:nvGrpSpPr>
        <p:grpSpPr>
          <a:xfrm>
            <a:off x="6388225" y="4637292"/>
            <a:ext cx="854280" cy="981360"/>
            <a:chOff x="6388225" y="4637292"/>
            <a:chExt cx="854280" cy="981360"/>
          </a:xfrm>
        </p:grpSpPr>
        <mc:AlternateContent xmlns:mc="http://schemas.openxmlformats.org/markup-compatibility/2006" xmlns:p14="http://schemas.microsoft.com/office/powerpoint/2010/main">
          <mc:Choice Requires="p14">
            <p:contentPart p14:bwMode="auto" r:id="rId17">
              <p14:nvContentPartPr>
                <p14:cNvPr id="18" name="筆跡 17">
                  <a:extLst>
                    <a:ext uri="{FF2B5EF4-FFF2-40B4-BE49-F238E27FC236}">
                      <a16:creationId xmlns:a16="http://schemas.microsoft.com/office/drawing/2014/main" id="{9FA76951-091A-0C55-D453-D56D884CE215}"/>
                    </a:ext>
                  </a:extLst>
                </p14:cNvPr>
                <p14:cNvContentPartPr/>
                <p14:nvPr/>
              </p14:nvContentPartPr>
              <p14:xfrm>
                <a:off x="6401185" y="4637292"/>
                <a:ext cx="163440" cy="44640"/>
              </p14:xfrm>
            </p:contentPart>
          </mc:Choice>
          <mc:Fallback xmlns="">
            <p:pic>
              <p:nvPicPr>
                <p:cNvPr id="18" name="筆跡 17">
                  <a:extLst>
                    <a:ext uri="{FF2B5EF4-FFF2-40B4-BE49-F238E27FC236}">
                      <a16:creationId xmlns:a16="http://schemas.microsoft.com/office/drawing/2014/main" id="{9FA76951-091A-0C55-D453-D56D884CE215}"/>
                    </a:ext>
                  </a:extLst>
                </p:cNvPr>
                <p:cNvPicPr/>
                <p:nvPr/>
              </p:nvPicPr>
              <p:blipFill>
                <a:blip r:embed="rId18"/>
                <a:stretch>
                  <a:fillRect/>
                </a:stretch>
              </p:blipFill>
              <p:spPr>
                <a:xfrm>
                  <a:off x="6395065" y="4631122"/>
                  <a:ext cx="175680" cy="569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筆跡 18">
                  <a:extLst>
                    <a:ext uri="{FF2B5EF4-FFF2-40B4-BE49-F238E27FC236}">
                      <a16:creationId xmlns:a16="http://schemas.microsoft.com/office/drawing/2014/main" id="{A1E9B93E-6A8D-F7ED-2253-57C437ABD31F}"/>
                    </a:ext>
                  </a:extLst>
                </p14:cNvPr>
                <p14:cNvContentPartPr/>
                <p14:nvPr/>
              </p14:nvContentPartPr>
              <p14:xfrm>
                <a:off x="6388225" y="4693092"/>
                <a:ext cx="183600" cy="335880"/>
              </p14:xfrm>
            </p:contentPart>
          </mc:Choice>
          <mc:Fallback xmlns="">
            <p:pic>
              <p:nvPicPr>
                <p:cNvPr id="19" name="筆跡 18">
                  <a:extLst>
                    <a:ext uri="{FF2B5EF4-FFF2-40B4-BE49-F238E27FC236}">
                      <a16:creationId xmlns:a16="http://schemas.microsoft.com/office/drawing/2014/main" id="{A1E9B93E-6A8D-F7ED-2253-57C437ABD31F}"/>
                    </a:ext>
                  </a:extLst>
                </p:cNvPr>
                <p:cNvPicPr/>
                <p:nvPr/>
              </p:nvPicPr>
              <p:blipFill>
                <a:blip r:embed="rId20"/>
                <a:stretch>
                  <a:fillRect/>
                </a:stretch>
              </p:blipFill>
              <p:spPr>
                <a:xfrm>
                  <a:off x="6382105" y="4686972"/>
                  <a:ext cx="19584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筆跡 23">
                  <a:extLst>
                    <a:ext uri="{FF2B5EF4-FFF2-40B4-BE49-F238E27FC236}">
                      <a16:creationId xmlns:a16="http://schemas.microsoft.com/office/drawing/2014/main" id="{725C8541-7E72-2120-2060-91BE66F815B4}"/>
                    </a:ext>
                  </a:extLst>
                </p14:cNvPr>
                <p14:cNvContentPartPr/>
                <p14:nvPr/>
              </p14:nvContentPartPr>
              <p14:xfrm>
                <a:off x="6691345" y="5571852"/>
                <a:ext cx="551160" cy="46800"/>
              </p14:xfrm>
            </p:contentPart>
          </mc:Choice>
          <mc:Fallback xmlns="">
            <p:pic>
              <p:nvPicPr>
                <p:cNvPr id="24" name="筆跡 23">
                  <a:extLst>
                    <a:ext uri="{FF2B5EF4-FFF2-40B4-BE49-F238E27FC236}">
                      <a16:creationId xmlns:a16="http://schemas.microsoft.com/office/drawing/2014/main" id="{725C8541-7E72-2120-2060-91BE66F815B4}"/>
                    </a:ext>
                  </a:extLst>
                </p:cNvPr>
                <p:cNvPicPr/>
                <p:nvPr/>
              </p:nvPicPr>
              <p:blipFill>
                <a:blip r:embed="rId22"/>
                <a:stretch>
                  <a:fillRect/>
                </a:stretch>
              </p:blipFill>
              <p:spPr>
                <a:xfrm>
                  <a:off x="6685221" y="5565732"/>
                  <a:ext cx="563408" cy="59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97" name="筆跡 96">
                <a:extLst>
                  <a:ext uri="{FF2B5EF4-FFF2-40B4-BE49-F238E27FC236}">
                    <a16:creationId xmlns:a16="http://schemas.microsoft.com/office/drawing/2014/main" id="{AA553C80-2CCC-1236-26CA-98EF858D0BBB}"/>
                  </a:ext>
                </a:extLst>
              </p14:cNvPr>
              <p14:cNvContentPartPr/>
              <p14:nvPr/>
            </p14:nvContentPartPr>
            <p14:xfrm>
              <a:off x="6576145" y="4072533"/>
              <a:ext cx="673200" cy="34560"/>
            </p14:xfrm>
          </p:contentPart>
        </mc:Choice>
        <mc:Fallback xmlns="">
          <p:pic>
            <p:nvPicPr>
              <p:cNvPr id="97" name="筆跡 96">
                <a:extLst>
                  <a:ext uri="{FF2B5EF4-FFF2-40B4-BE49-F238E27FC236}">
                    <a16:creationId xmlns:a16="http://schemas.microsoft.com/office/drawing/2014/main" id="{AA553C80-2CCC-1236-26CA-98EF858D0BBB}"/>
                  </a:ext>
                </a:extLst>
              </p:cNvPr>
              <p:cNvPicPr/>
              <p:nvPr/>
            </p:nvPicPr>
            <p:blipFill>
              <a:blip r:embed="rId24"/>
              <a:stretch>
                <a:fillRect/>
              </a:stretch>
            </p:blipFill>
            <p:spPr>
              <a:xfrm>
                <a:off x="6570025" y="4066413"/>
                <a:ext cx="68544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99" name="筆跡 98">
                <a:extLst>
                  <a:ext uri="{FF2B5EF4-FFF2-40B4-BE49-F238E27FC236}">
                    <a16:creationId xmlns:a16="http://schemas.microsoft.com/office/drawing/2014/main" id="{279AF627-CF8F-C1AC-D528-8045EABC539E}"/>
                  </a:ext>
                </a:extLst>
              </p14:cNvPr>
              <p14:cNvContentPartPr/>
              <p14:nvPr/>
            </p14:nvContentPartPr>
            <p14:xfrm>
              <a:off x="7272385" y="3530733"/>
              <a:ext cx="3600" cy="2662560"/>
            </p14:xfrm>
          </p:contentPart>
        </mc:Choice>
        <mc:Fallback xmlns="">
          <p:pic>
            <p:nvPicPr>
              <p:cNvPr id="99" name="筆跡 98">
                <a:extLst>
                  <a:ext uri="{FF2B5EF4-FFF2-40B4-BE49-F238E27FC236}">
                    <a16:creationId xmlns:a16="http://schemas.microsoft.com/office/drawing/2014/main" id="{279AF627-CF8F-C1AC-D528-8045EABC539E}"/>
                  </a:ext>
                </a:extLst>
              </p:cNvPr>
              <p:cNvPicPr/>
              <p:nvPr/>
            </p:nvPicPr>
            <p:blipFill>
              <a:blip r:embed="rId26"/>
              <a:stretch>
                <a:fillRect/>
              </a:stretch>
            </p:blipFill>
            <p:spPr>
              <a:xfrm>
                <a:off x="7265585" y="3524614"/>
                <a:ext cx="17200" cy="2674798"/>
              </a:xfrm>
              <a:prstGeom prst="rect">
                <a:avLst/>
              </a:prstGeom>
            </p:spPr>
          </p:pic>
        </mc:Fallback>
      </mc:AlternateContent>
      <p:grpSp>
        <p:nvGrpSpPr>
          <p:cNvPr id="155" name="群組 154">
            <a:extLst>
              <a:ext uri="{FF2B5EF4-FFF2-40B4-BE49-F238E27FC236}">
                <a16:creationId xmlns:a16="http://schemas.microsoft.com/office/drawing/2014/main" id="{CC187E36-BEB1-A1F0-4CB6-7C0C2CC295FD}"/>
              </a:ext>
            </a:extLst>
          </p:cNvPr>
          <p:cNvGrpSpPr/>
          <p:nvPr/>
        </p:nvGrpSpPr>
        <p:grpSpPr>
          <a:xfrm>
            <a:off x="3953185" y="5950293"/>
            <a:ext cx="1104120" cy="450720"/>
            <a:chOff x="3953185" y="5950293"/>
            <a:chExt cx="1104120" cy="450720"/>
          </a:xfrm>
        </p:grpSpPr>
        <mc:AlternateContent xmlns:mc="http://schemas.openxmlformats.org/markup-compatibility/2006" xmlns:p14="http://schemas.microsoft.com/office/powerpoint/2010/main">
          <mc:Choice Requires="p14">
            <p:contentPart p14:bwMode="auto" r:id="rId27">
              <p14:nvContentPartPr>
                <p14:cNvPr id="130" name="筆跡 129">
                  <a:extLst>
                    <a:ext uri="{FF2B5EF4-FFF2-40B4-BE49-F238E27FC236}">
                      <a16:creationId xmlns:a16="http://schemas.microsoft.com/office/drawing/2014/main" id="{AD380908-B1D8-598A-41C4-B40E13DC0C58}"/>
                    </a:ext>
                  </a:extLst>
                </p14:cNvPr>
                <p14:cNvContentPartPr/>
                <p14:nvPr/>
              </p14:nvContentPartPr>
              <p14:xfrm>
                <a:off x="3953185" y="5951373"/>
                <a:ext cx="162720" cy="320400"/>
              </p14:xfrm>
            </p:contentPart>
          </mc:Choice>
          <mc:Fallback xmlns="">
            <p:pic>
              <p:nvPicPr>
                <p:cNvPr id="130" name="筆跡 129">
                  <a:extLst>
                    <a:ext uri="{FF2B5EF4-FFF2-40B4-BE49-F238E27FC236}">
                      <a16:creationId xmlns:a16="http://schemas.microsoft.com/office/drawing/2014/main" id="{AD380908-B1D8-598A-41C4-B40E13DC0C58}"/>
                    </a:ext>
                  </a:extLst>
                </p:cNvPr>
                <p:cNvPicPr/>
                <p:nvPr/>
              </p:nvPicPr>
              <p:blipFill>
                <a:blip r:embed="rId28"/>
                <a:stretch>
                  <a:fillRect/>
                </a:stretch>
              </p:blipFill>
              <p:spPr>
                <a:xfrm>
                  <a:off x="3935145" y="5933373"/>
                  <a:ext cx="198439"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31" name="筆跡 130">
                  <a:extLst>
                    <a:ext uri="{FF2B5EF4-FFF2-40B4-BE49-F238E27FC236}">
                      <a16:creationId xmlns:a16="http://schemas.microsoft.com/office/drawing/2014/main" id="{8A341E10-8397-BBA1-8BAB-985BD0178B38}"/>
                    </a:ext>
                  </a:extLst>
                </p14:cNvPr>
                <p14:cNvContentPartPr/>
                <p14:nvPr/>
              </p14:nvContentPartPr>
              <p14:xfrm>
                <a:off x="4058305" y="6022293"/>
                <a:ext cx="135360" cy="369720"/>
              </p14:xfrm>
            </p:contentPart>
          </mc:Choice>
          <mc:Fallback xmlns="">
            <p:pic>
              <p:nvPicPr>
                <p:cNvPr id="131" name="筆跡 130">
                  <a:extLst>
                    <a:ext uri="{FF2B5EF4-FFF2-40B4-BE49-F238E27FC236}">
                      <a16:creationId xmlns:a16="http://schemas.microsoft.com/office/drawing/2014/main" id="{8A341E10-8397-BBA1-8BAB-985BD0178B38}"/>
                    </a:ext>
                  </a:extLst>
                </p:cNvPr>
                <p:cNvPicPr/>
                <p:nvPr/>
              </p:nvPicPr>
              <p:blipFill>
                <a:blip r:embed="rId30"/>
                <a:stretch>
                  <a:fillRect/>
                </a:stretch>
              </p:blipFill>
              <p:spPr>
                <a:xfrm>
                  <a:off x="4040305" y="6004293"/>
                  <a:ext cx="171000" cy="4053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32" name="筆跡 131">
                  <a:extLst>
                    <a:ext uri="{FF2B5EF4-FFF2-40B4-BE49-F238E27FC236}">
                      <a16:creationId xmlns:a16="http://schemas.microsoft.com/office/drawing/2014/main" id="{FF248664-F035-3E61-0BB4-B0683DFF45E5}"/>
                    </a:ext>
                  </a:extLst>
                </p14:cNvPr>
                <p14:cNvContentPartPr/>
                <p14:nvPr/>
              </p14:nvContentPartPr>
              <p14:xfrm>
                <a:off x="4093225" y="6143253"/>
                <a:ext cx="49320" cy="47160"/>
              </p14:xfrm>
            </p:contentPart>
          </mc:Choice>
          <mc:Fallback xmlns="">
            <p:pic>
              <p:nvPicPr>
                <p:cNvPr id="132" name="筆跡 131">
                  <a:extLst>
                    <a:ext uri="{FF2B5EF4-FFF2-40B4-BE49-F238E27FC236}">
                      <a16:creationId xmlns:a16="http://schemas.microsoft.com/office/drawing/2014/main" id="{FF248664-F035-3E61-0BB4-B0683DFF45E5}"/>
                    </a:ext>
                  </a:extLst>
                </p:cNvPr>
                <p:cNvPicPr/>
                <p:nvPr/>
              </p:nvPicPr>
              <p:blipFill>
                <a:blip r:embed="rId32"/>
                <a:stretch>
                  <a:fillRect/>
                </a:stretch>
              </p:blipFill>
              <p:spPr>
                <a:xfrm>
                  <a:off x="4075093" y="6125253"/>
                  <a:ext cx="85222"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33" name="筆跡 132">
                  <a:extLst>
                    <a:ext uri="{FF2B5EF4-FFF2-40B4-BE49-F238E27FC236}">
                      <a16:creationId xmlns:a16="http://schemas.microsoft.com/office/drawing/2014/main" id="{67DB4A25-6CA7-FBF6-AE4C-73906455F415}"/>
                    </a:ext>
                  </a:extLst>
                </p14:cNvPr>
                <p14:cNvContentPartPr/>
                <p14:nvPr/>
              </p14:nvContentPartPr>
              <p14:xfrm>
                <a:off x="4113025" y="6215973"/>
                <a:ext cx="22680" cy="57240"/>
              </p14:xfrm>
            </p:contentPart>
          </mc:Choice>
          <mc:Fallback xmlns="">
            <p:pic>
              <p:nvPicPr>
                <p:cNvPr id="133" name="筆跡 132">
                  <a:extLst>
                    <a:ext uri="{FF2B5EF4-FFF2-40B4-BE49-F238E27FC236}">
                      <a16:creationId xmlns:a16="http://schemas.microsoft.com/office/drawing/2014/main" id="{67DB4A25-6CA7-FBF6-AE4C-73906455F415}"/>
                    </a:ext>
                  </a:extLst>
                </p:cNvPr>
                <p:cNvPicPr/>
                <p:nvPr/>
              </p:nvPicPr>
              <p:blipFill>
                <a:blip r:embed="rId34"/>
                <a:stretch>
                  <a:fillRect/>
                </a:stretch>
              </p:blipFill>
              <p:spPr>
                <a:xfrm>
                  <a:off x="4095025" y="6197973"/>
                  <a:ext cx="583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34" name="筆跡 133">
                  <a:extLst>
                    <a:ext uri="{FF2B5EF4-FFF2-40B4-BE49-F238E27FC236}">
                      <a16:creationId xmlns:a16="http://schemas.microsoft.com/office/drawing/2014/main" id="{8B5A561F-EE84-FB91-ACB5-B974F5E96C4D}"/>
                    </a:ext>
                  </a:extLst>
                </p14:cNvPr>
                <p14:cNvContentPartPr/>
                <p14:nvPr/>
              </p14:nvContentPartPr>
              <p14:xfrm>
                <a:off x="3965785" y="6165213"/>
                <a:ext cx="227160" cy="14400"/>
              </p14:xfrm>
            </p:contentPart>
          </mc:Choice>
          <mc:Fallback xmlns="">
            <p:pic>
              <p:nvPicPr>
                <p:cNvPr id="134" name="筆跡 133">
                  <a:extLst>
                    <a:ext uri="{FF2B5EF4-FFF2-40B4-BE49-F238E27FC236}">
                      <a16:creationId xmlns:a16="http://schemas.microsoft.com/office/drawing/2014/main" id="{8B5A561F-EE84-FB91-ACB5-B974F5E96C4D}"/>
                    </a:ext>
                  </a:extLst>
                </p:cNvPr>
                <p:cNvPicPr/>
                <p:nvPr/>
              </p:nvPicPr>
              <p:blipFill>
                <a:blip r:embed="rId36"/>
                <a:stretch>
                  <a:fillRect/>
                </a:stretch>
              </p:blipFill>
              <p:spPr>
                <a:xfrm>
                  <a:off x="3947785" y="6147213"/>
                  <a:ext cx="26280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35" name="筆跡 134">
                  <a:extLst>
                    <a:ext uri="{FF2B5EF4-FFF2-40B4-BE49-F238E27FC236}">
                      <a16:creationId xmlns:a16="http://schemas.microsoft.com/office/drawing/2014/main" id="{99896349-32E6-716C-2EE7-89D1A86C2F0C}"/>
                    </a:ext>
                  </a:extLst>
                </p14:cNvPr>
                <p14:cNvContentPartPr/>
                <p14:nvPr/>
              </p14:nvContentPartPr>
              <p14:xfrm>
                <a:off x="4220665" y="6021933"/>
                <a:ext cx="45720" cy="102600"/>
              </p14:xfrm>
            </p:contentPart>
          </mc:Choice>
          <mc:Fallback xmlns="">
            <p:pic>
              <p:nvPicPr>
                <p:cNvPr id="135" name="筆跡 134">
                  <a:extLst>
                    <a:ext uri="{FF2B5EF4-FFF2-40B4-BE49-F238E27FC236}">
                      <a16:creationId xmlns:a16="http://schemas.microsoft.com/office/drawing/2014/main" id="{99896349-32E6-716C-2EE7-89D1A86C2F0C}"/>
                    </a:ext>
                  </a:extLst>
                </p:cNvPr>
                <p:cNvPicPr/>
                <p:nvPr/>
              </p:nvPicPr>
              <p:blipFill>
                <a:blip r:embed="rId38"/>
                <a:stretch>
                  <a:fillRect/>
                </a:stretch>
              </p:blipFill>
              <p:spPr>
                <a:xfrm>
                  <a:off x="4202522" y="6003933"/>
                  <a:ext cx="81643"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37" name="筆跡 136">
                  <a:extLst>
                    <a:ext uri="{FF2B5EF4-FFF2-40B4-BE49-F238E27FC236}">
                      <a16:creationId xmlns:a16="http://schemas.microsoft.com/office/drawing/2014/main" id="{52AEB5EA-26FF-192B-B70B-A8668CA9D00D}"/>
                    </a:ext>
                  </a:extLst>
                </p14:cNvPr>
                <p14:cNvContentPartPr/>
                <p14:nvPr/>
              </p14:nvContentPartPr>
              <p14:xfrm>
                <a:off x="4326505" y="5950293"/>
                <a:ext cx="45720" cy="35640"/>
              </p14:xfrm>
            </p:contentPart>
          </mc:Choice>
          <mc:Fallback xmlns="">
            <p:pic>
              <p:nvPicPr>
                <p:cNvPr id="137" name="筆跡 136">
                  <a:extLst>
                    <a:ext uri="{FF2B5EF4-FFF2-40B4-BE49-F238E27FC236}">
                      <a16:creationId xmlns:a16="http://schemas.microsoft.com/office/drawing/2014/main" id="{52AEB5EA-26FF-192B-B70B-A8668CA9D00D}"/>
                    </a:ext>
                  </a:extLst>
                </p:cNvPr>
                <p:cNvPicPr/>
                <p:nvPr/>
              </p:nvPicPr>
              <p:blipFill>
                <a:blip r:embed="rId40"/>
                <a:stretch>
                  <a:fillRect/>
                </a:stretch>
              </p:blipFill>
              <p:spPr>
                <a:xfrm>
                  <a:off x="4308646" y="5932293"/>
                  <a:ext cx="81082"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38" name="筆跡 137">
                  <a:extLst>
                    <a:ext uri="{FF2B5EF4-FFF2-40B4-BE49-F238E27FC236}">
                      <a16:creationId xmlns:a16="http://schemas.microsoft.com/office/drawing/2014/main" id="{66CC81E9-5AE1-2685-6849-3A6D6F34567B}"/>
                    </a:ext>
                  </a:extLst>
                </p14:cNvPr>
                <p14:cNvContentPartPr/>
                <p14:nvPr/>
              </p14:nvContentPartPr>
              <p14:xfrm>
                <a:off x="4261345" y="6007533"/>
                <a:ext cx="227880" cy="73800"/>
              </p14:xfrm>
            </p:contentPart>
          </mc:Choice>
          <mc:Fallback xmlns="">
            <p:pic>
              <p:nvPicPr>
                <p:cNvPr id="138" name="筆跡 137">
                  <a:extLst>
                    <a:ext uri="{FF2B5EF4-FFF2-40B4-BE49-F238E27FC236}">
                      <a16:creationId xmlns:a16="http://schemas.microsoft.com/office/drawing/2014/main" id="{66CC81E9-5AE1-2685-6849-3A6D6F34567B}"/>
                    </a:ext>
                  </a:extLst>
                </p:cNvPr>
                <p:cNvPicPr/>
                <p:nvPr/>
              </p:nvPicPr>
              <p:blipFill>
                <a:blip r:embed="rId42"/>
                <a:stretch>
                  <a:fillRect/>
                </a:stretch>
              </p:blipFill>
              <p:spPr>
                <a:xfrm>
                  <a:off x="4243345" y="5989533"/>
                  <a:ext cx="2635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39" name="筆跡 138">
                  <a:extLst>
                    <a:ext uri="{FF2B5EF4-FFF2-40B4-BE49-F238E27FC236}">
                      <a16:creationId xmlns:a16="http://schemas.microsoft.com/office/drawing/2014/main" id="{AD4EFA8E-9AB3-5E2A-048F-9A9D39E2FF6B}"/>
                    </a:ext>
                  </a:extLst>
                </p14:cNvPr>
                <p14:cNvContentPartPr/>
                <p14:nvPr/>
              </p14:nvContentPartPr>
              <p14:xfrm>
                <a:off x="4332625" y="6169173"/>
                <a:ext cx="99720" cy="9720"/>
              </p14:xfrm>
            </p:contentPart>
          </mc:Choice>
          <mc:Fallback xmlns="">
            <p:pic>
              <p:nvPicPr>
                <p:cNvPr id="139" name="筆跡 138">
                  <a:extLst>
                    <a:ext uri="{FF2B5EF4-FFF2-40B4-BE49-F238E27FC236}">
                      <a16:creationId xmlns:a16="http://schemas.microsoft.com/office/drawing/2014/main" id="{AD4EFA8E-9AB3-5E2A-048F-9A9D39E2FF6B}"/>
                    </a:ext>
                  </a:extLst>
                </p:cNvPr>
                <p:cNvPicPr/>
                <p:nvPr/>
              </p:nvPicPr>
              <p:blipFill>
                <a:blip r:embed="rId44"/>
                <a:stretch>
                  <a:fillRect/>
                </a:stretch>
              </p:blipFill>
              <p:spPr>
                <a:xfrm>
                  <a:off x="4314625" y="6151816"/>
                  <a:ext cx="135360" cy="44087"/>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40" name="筆跡 139">
                  <a:extLst>
                    <a:ext uri="{FF2B5EF4-FFF2-40B4-BE49-F238E27FC236}">
                      <a16:creationId xmlns:a16="http://schemas.microsoft.com/office/drawing/2014/main" id="{0AA3FD4C-23F2-0240-68CB-C1B03C5CB65F}"/>
                    </a:ext>
                  </a:extLst>
                </p14:cNvPr>
                <p14:cNvContentPartPr/>
                <p14:nvPr/>
              </p14:nvContentPartPr>
              <p14:xfrm>
                <a:off x="4320385" y="6095013"/>
                <a:ext cx="181800" cy="244440"/>
              </p14:xfrm>
            </p:contentPart>
          </mc:Choice>
          <mc:Fallback xmlns="">
            <p:pic>
              <p:nvPicPr>
                <p:cNvPr id="140" name="筆跡 139">
                  <a:extLst>
                    <a:ext uri="{FF2B5EF4-FFF2-40B4-BE49-F238E27FC236}">
                      <a16:creationId xmlns:a16="http://schemas.microsoft.com/office/drawing/2014/main" id="{0AA3FD4C-23F2-0240-68CB-C1B03C5CB65F}"/>
                    </a:ext>
                  </a:extLst>
                </p:cNvPr>
                <p:cNvPicPr/>
                <p:nvPr/>
              </p:nvPicPr>
              <p:blipFill>
                <a:blip r:embed="rId46"/>
                <a:stretch>
                  <a:fillRect/>
                </a:stretch>
              </p:blipFill>
              <p:spPr>
                <a:xfrm>
                  <a:off x="4302385" y="6077013"/>
                  <a:ext cx="21744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42" name="筆跡 141">
                  <a:extLst>
                    <a:ext uri="{FF2B5EF4-FFF2-40B4-BE49-F238E27FC236}">
                      <a16:creationId xmlns:a16="http://schemas.microsoft.com/office/drawing/2014/main" id="{FCA3B6B7-D861-9C11-416C-C94C2EF58FA1}"/>
                    </a:ext>
                  </a:extLst>
                </p14:cNvPr>
                <p14:cNvContentPartPr/>
                <p14:nvPr/>
              </p14:nvContentPartPr>
              <p14:xfrm>
                <a:off x="4627465" y="6028053"/>
                <a:ext cx="89640" cy="29160"/>
              </p14:xfrm>
            </p:contentPart>
          </mc:Choice>
          <mc:Fallback xmlns="">
            <p:pic>
              <p:nvPicPr>
                <p:cNvPr id="142" name="筆跡 141">
                  <a:extLst>
                    <a:ext uri="{FF2B5EF4-FFF2-40B4-BE49-F238E27FC236}">
                      <a16:creationId xmlns:a16="http://schemas.microsoft.com/office/drawing/2014/main" id="{FCA3B6B7-D861-9C11-416C-C94C2EF58FA1}"/>
                    </a:ext>
                  </a:extLst>
                </p:cNvPr>
                <p:cNvPicPr/>
                <p:nvPr/>
              </p:nvPicPr>
              <p:blipFill>
                <a:blip r:embed="rId48"/>
                <a:stretch>
                  <a:fillRect/>
                </a:stretch>
              </p:blipFill>
              <p:spPr>
                <a:xfrm>
                  <a:off x="4609465" y="6010053"/>
                  <a:ext cx="1252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43" name="筆跡 142">
                  <a:extLst>
                    <a:ext uri="{FF2B5EF4-FFF2-40B4-BE49-F238E27FC236}">
                      <a16:creationId xmlns:a16="http://schemas.microsoft.com/office/drawing/2014/main" id="{290A8A4C-4189-CB9A-F371-5D6F8FA60FB1}"/>
                    </a:ext>
                  </a:extLst>
                </p14:cNvPr>
                <p14:cNvContentPartPr/>
                <p14:nvPr/>
              </p14:nvContentPartPr>
              <p14:xfrm>
                <a:off x="4661665" y="5954253"/>
                <a:ext cx="29160" cy="446760"/>
              </p14:xfrm>
            </p:contentPart>
          </mc:Choice>
          <mc:Fallback xmlns="">
            <p:pic>
              <p:nvPicPr>
                <p:cNvPr id="143" name="筆跡 142">
                  <a:extLst>
                    <a:ext uri="{FF2B5EF4-FFF2-40B4-BE49-F238E27FC236}">
                      <a16:creationId xmlns:a16="http://schemas.microsoft.com/office/drawing/2014/main" id="{290A8A4C-4189-CB9A-F371-5D6F8FA60FB1}"/>
                    </a:ext>
                  </a:extLst>
                </p:cNvPr>
                <p:cNvPicPr/>
                <p:nvPr/>
              </p:nvPicPr>
              <p:blipFill>
                <a:blip r:embed="rId50"/>
                <a:stretch>
                  <a:fillRect/>
                </a:stretch>
              </p:blipFill>
              <p:spPr>
                <a:xfrm>
                  <a:off x="4643665" y="5936253"/>
                  <a:ext cx="64800" cy="4824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44" name="筆跡 143">
                  <a:extLst>
                    <a:ext uri="{FF2B5EF4-FFF2-40B4-BE49-F238E27FC236}">
                      <a16:creationId xmlns:a16="http://schemas.microsoft.com/office/drawing/2014/main" id="{EC4C495A-2F70-7C29-CDBD-A7BD9003C4C8}"/>
                    </a:ext>
                  </a:extLst>
                </p14:cNvPr>
                <p14:cNvContentPartPr/>
                <p14:nvPr/>
              </p14:nvContentPartPr>
              <p14:xfrm>
                <a:off x="4556545" y="6043533"/>
                <a:ext cx="140400" cy="172800"/>
              </p14:xfrm>
            </p:contentPart>
          </mc:Choice>
          <mc:Fallback xmlns="">
            <p:pic>
              <p:nvPicPr>
                <p:cNvPr id="144" name="筆跡 143">
                  <a:extLst>
                    <a:ext uri="{FF2B5EF4-FFF2-40B4-BE49-F238E27FC236}">
                      <a16:creationId xmlns:a16="http://schemas.microsoft.com/office/drawing/2014/main" id="{EC4C495A-2F70-7C29-CDBD-A7BD9003C4C8}"/>
                    </a:ext>
                  </a:extLst>
                </p:cNvPr>
                <p:cNvPicPr/>
                <p:nvPr/>
              </p:nvPicPr>
              <p:blipFill>
                <a:blip r:embed="rId52"/>
                <a:stretch>
                  <a:fillRect/>
                </a:stretch>
              </p:blipFill>
              <p:spPr>
                <a:xfrm>
                  <a:off x="4538545" y="6025533"/>
                  <a:ext cx="1760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45" name="筆跡 144">
                  <a:extLst>
                    <a:ext uri="{FF2B5EF4-FFF2-40B4-BE49-F238E27FC236}">
                      <a16:creationId xmlns:a16="http://schemas.microsoft.com/office/drawing/2014/main" id="{7D632AFB-825D-1B5A-8666-7C4DAD4116B0}"/>
                    </a:ext>
                  </a:extLst>
                </p14:cNvPr>
                <p14:cNvContentPartPr/>
                <p14:nvPr/>
              </p14:nvContentPartPr>
              <p14:xfrm>
                <a:off x="4656985" y="6089973"/>
                <a:ext cx="131400" cy="47880"/>
              </p14:xfrm>
            </p:contentPart>
          </mc:Choice>
          <mc:Fallback xmlns="">
            <p:pic>
              <p:nvPicPr>
                <p:cNvPr id="145" name="筆跡 144">
                  <a:extLst>
                    <a:ext uri="{FF2B5EF4-FFF2-40B4-BE49-F238E27FC236}">
                      <a16:creationId xmlns:a16="http://schemas.microsoft.com/office/drawing/2014/main" id="{7D632AFB-825D-1B5A-8666-7C4DAD4116B0}"/>
                    </a:ext>
                  </a:extLst>
                </p:cNvPr>
                <p:cNvPicPr/>
                <p:nvPr/>
              </p:nvPicPr>
              <p:blipFill>
                <a:blip r:embed="rId54"/>
                <a:stretch>
                  <a:fillRect/>
                </a:stretch>
              </p:blipFill>
              <p:spPr>
                <a:xfrm>
                  <a:off x="4638985" y="6071973"/>
                  <a:ext cx="16704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46" name="筆跡 145">
                  <a:extLst>
                    <a:ext uri="{FF2B5EF4-FFF2-40B4-BE49-F238E27FC236}">
                      <a16:creationId xmlns:a16="http://schemas.microsoft.com/office/drawing/2014/main" id="{F9730C5A-5DC1-5180-ABE6-FEEB96B7AB61}"/>
                    </a:ext>
                  </a:extLst>
                </p14:cNvPr>
                <p14:cNvContentPartPr/>
                <p14:nvPr/>
              </p14:nvContentPartPr>
              <p14:xfrm>
                <a:off x="4781545" y="5965053"/>
                <a:ext cx="33120" cy="111240"/>
              </p14:xfrm>
            </p:contentPart>
          </mc:Choice>
          <mc:Fallback xmlns="">
            <p:pic>
              <p:nvPicPr>
                <p:cNvPr id="146" name="筆跡 145">
                  <a:extLst>
                    <a:ext uri="{FF2B5EF4-FFF2-40B4-BE49-F238E27FC236}">
                      <a16:creationId xmlns:a16="http://schemas.microsoft.com/office/drawing/2014/main" id="{F9730C5A-5DC1-5180-ABE6-FEEB96B7AB61}"/>
                    </a:ext>
                  </a:extLst>
                </p:cNvPr>
                <p:cNvPicPr/>
                <p:nvPr/>
              </p:nvPicPr>
              <p:blipFill>
                <a:blip r:embed="rId56"/>
                <a:stretch>
                  <a:fillRect/>
                </a:stretch>
              </p:blipFill>
              <p:spPr>
                <a:xfrm>
                  <a:off x="4763347" y="5947053"/>
                  <a:ext cx="69152"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47" name="筆跡 146">
                  <a:extLst>
                    <a:ext uri="{FF2B5EF4-FFF2-40B4-BE49-F238E27FC236}">
                      <a16:creationId xmlns:a16="http://schemas.microsoft.com/office/drawing/2014/main" id="{90EEAD6A-18DA-53FC-E874-43A4D84CD20F}"/>
                    </a:ext>
                  </a:extLst>
                </p14:cNvPr>
                <p14:cNvContentPartPr/>
                <p14:nvPr/>
              </p14:nvContentPartPr>
              <p14:xfrm>
                <a:off x="4779025" y="5979453"/>
                <a:ext cx="94680" cy="161640"/>
              </p14:xfrm>
            </p:contentPart>
          </mc:Choice>
          <mc:Fallback xmlns="">
            <p:pic>
              <p:nvPicPr>
                <p:cNvPr id="147" name="筆跡 146">
                  <a:extLst>
                    <a:ext uri="{FF2B5EF4-FFF2-40B4-BE49-F238E27FC236}">
                      <a16:creationId xmlns:a16="http://schemas.microsoft.com/office/drawing/2014/main" id="{90EEAD6A-18DA-53FC-E874-43A4D84CD20F}"/>
                    </a:ext>
                  </a:extLst>
                </p:cNvPr>
                <p:cNvPicPr/>
                <p:nvPr/>
              </p:nvPicPr>
              <p:blipFill>
                <a:blip r:embed="rId58"/>
                <a:stretch>
                  <a:fillRect/>
                </a:stretch>
              </p:blipFill>
              <p:spPr>
                <a:xfrm>
                  <a:off x="4761025" y="5961453"/>
                  <a:ext cx="1303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48" name="筆跡 147">
                  <a:extLst>
                    <a:ext uri="{FF2B5EF4-FFF2-40B4-BE49-F238E27FC236}">
                      <a16:creationId xmlns:a16="http://schemas.microsoft.com/office/drawing/2014/main" id="{29D12747-FB05-F39A-39D7-6CF8539B93D6}"/>
                    </a:ext>
                  </a:extLst>
                </p14:cNvPr>
                <p14:cNvContentPartPr/>
                <p14:nvPr/>
              </p14:nvContentPartPr>
              <p14:xfrm>
                <a:off x="4909705" y="5961093"/>
                <a:ext cx="109800" cy="189000"/>
              </p14:xfrm>
            </p:contentPart>
          </mc:Choice>
          <mc:Fallback xmlns="">
            <p:pic>
              <p:nvPicPr>
                <p:cNvPr id="148" name="筆跡 147">
                  <a:extLst>
                    <a:ext uri="{FF2B5EF4-FFF2-40B4-BE49-F238E27FC236}">
                      <a16:creationId xmlns:a16="http://schemas.microsoft.com/office/drawing/2014/main" id="{29D12747-FB05-F39A-39D7-6CF8539B93D6}"/>
                    </a:ext>
                  </a:extLst>
                </p:cNvPr>
                <p:cNvPicPr/>
                <p:nvPr/>
              </p:nvPicPr>
              <p:blipFill>
                <a:blip r:embed="rId60"/>
                <a:stretch>
                  <a:fillRect/>
                </a:stretch>
              </p:blipFill>
              <p:spPr>
                <a:xfrm>
                  <a:off x="4891705" y="5943093"/>
                  <a:ext cx="14544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49" name="筆跡 148">
                  <a:extLst>
                    <a:ext uri="{FF2B5EF4-FFF2-40B4-BE49-F238E27FC236}">
                      <a16:creationId xmlns:a16="http://schemas.microsoft.com/office/drawing/2014/main" id="{45C2D465-3460-7B3A-EB47-E3FEB3DBA956}"/>
                    </a:ext>
                  </a:extLst>
                </p14:cNvPr>
                <p14:cNvContentPartPr/>
                <p14:nvPr/>
              </p14:nvContentPartPr>
              <p14:xfrm>
                <a:off x="4799545" y="6153333"/>
                <a:ext cx="194040" cy="56160"/>
              </p14:xfrm>
            </p:contentPart>
          </mc:Choice>
          <mc:Fallback xmlns="">
            <p:pic>
              <p:nvPicPr>
                <p:cNvPr id="149" name="筆跡 148">
                  <a:extLst>
                    <a:ext uri="{FF2B5EF4-FFF2-40B4-BE49-F238E27FC236}">
                      <a16:creationId xmlns:a16="http://schemas.microsoft.com/office/drawing/2014/main" id="{45C2D465-3460-7B3A-EB47-E3FEB3DBA956}"/>
                    </a:ext>
                  </a:extLst>
                </p:cNvPr>
                <p:cNvPicPr/>
                <p:nvPr/>
              </p:nvPicPr>
              <p:blipFill>
                <a:blip r:embed="rId62"/>
                <a:stretch>
                  <a:fillRect/>
                </a:stretch>
              </p:blipFill>
              <p:spPr>
                <a:xfrm>
                  <a:off x="4781545" y="6135333"/>
                  <a:ext cx="2296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50" name="筆跡 149">
                  <a:extLst>
                    <a:ext uri="{FF2B5EF4-FFF2-40B4-BE49-F238E27FC236}">
                      <a16:creationId xmlns:a16="http://schemas.microsoft.com/office/drawing/2014/main" id="{5BD6FAFC-91A9-34E2-8D8F-578B56A512AB}"/>
                    </a:ext>
                  </a:extLst>
                </p14:cNvPr>
                <p14:cNvContentPartPr/>
                <p14:nvPr/>
              </p14:nvContentPartPr>
              <p14:xfrm>
                <a:off x="5003305" y="6092133"/>
                <a:ext cx="20160" cy="88920"/>
              </p14:xfrm>
            </p:contentPart>
          </mc:Choice>
          <mc:Fallback xmlns="">
            <p:pic>
              <p:nvPicPr>
                <p:cNvPr id="150" name="筆跡 149">
                  <a:extLst>
                    <a:ext uri="{FF2B5EF4-FFF2-40B4-BE49-F238E27FC236}">
                      <a16:creationId xmlns:a16="http://schemas.microsoft.com/office/drawing/2014/main" id="{5BD6FAFC-91A9-34E2-8D8F-578B56A512AB}"/>
                    </a:ext>
                  </a:extLst>
                </p:cNvPr>
                <p:cNvPicPr/>
                <p:nvPr/>
              </p:nvPicPr>
              <p:blipFill>
                <a:blip r:embed="rId64"/>
                <a:stretch>
                  <a:fillRect/>
                </a:stretch>
              </p:blipFill>
              <p:spPr>
                <a:xfrm>
                  <a:off x="4985621" y="6074133"/>
                  <a:ext cx="55175"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51" name="筆跡 150">
                  <a:extLst>
                    <a:ext uri="{FF2B5EF4-FFF2-40B4-BE49-F238E27FC236}">
                      <a16:creationId xmlns:a16="http://schemas.microsoft.com/office/drawing/2014/main" id="{7C8DAAA9-E822-BD8F-3EE6-97535011685B}"/>
                    </a:ext>
                  </a:extLst>
                </p14:cNvPr>
                <p14:cNvContentPartPr/>
                <p14:nvPr/>
              </p14:nvContentPartPr>
              <p14:xfrm>
                <a:off x="4911865" y="6110853"/>
                <a:ext cx="145440" cy="284040"/>
              </p14:xfrm>
            </p:contentPart>
          </mc:Choice>
          <mc:Fallback xmlns="">
            <p:pic>
              <p:nvPicPr>
                <p:cNvPr id="151" name="筆跡 150">
                  <a:extLst>
                    <a:ext uri="{FF2B5EF4-FFF2-40B4-BE49-F238E27FC236}">
                      <a16:creationId xmlns:a16="http://schemas.microsoft.com/office/drawing/2014/main" id="{7C8DAAA9-E822-BD8F-3EE6-97535011685B}"/>
                    </a:ext>
                  </a:extLst>
                </p:cNvPr>
                <p:cNvPicPr/>
                <p:nvPr/>
              </p:nvPicPr>
              <p:blipFill>
                <a:blip r:embed="rId66"/>
                <a:stretch>
                  <a:fillRect/>
                </a:stretch>
              </p:blipFill>
              <p:spPr>
                <a:xfrm>
                  <a:off x="4893865" y="6092876"/>
                  <a:ext cx="181080" cy="319635"/>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52" name="筆跡 151">
                  <a:extLst>
                    <a:ext uri="{FF2B5EF4-FFF2-40B4-BE49-F238E27FC236}">
                      <a16:creationId xmlns:a16="http://schemas.microsoft.com/office/drawing/2014/main" id="{B13AE3DB-CEB1-9253-789B-84B3E721904C}"/>
                    </a:ext>
                  </a:extLst>
                </p14:cNvPr>
                <p14:cNvContentPartPr/>
                <p14:nvPr/>
              </p14:nvContentPartPr>
              <p14:xfrm>
                <a:off x="4893505" y="6245133"/>
                <a:ext cx="93600" cy="119160"/>
              </p14:xfrm>
            </p:contentPart>
          </mc:Choice>
          <mc:Fallback xmlns="">
            <p:pic>
              <p:nvPicPr>
                <p:cNvPr id="152" name="筆跡 151">
                  <a:extLst>
                    <a:ext uri="{FF2B5EF4-FFF2-40B4-BE49-F238E27FC236}">
                      <a16:creationId xmlns:a16="http://schemas.microsoft.com/office/drawing/2014/main" id="{B13AE3DB-CEB1-9253-789B-84B3E721904C}"/>
                    </a:ext>
                  </a:extLst>
                </p:cNvPr>
                <p:cNvPicPr/>
                <p:nvPr/>
              </p:nvPicPr>
              <p:blipFill>
                <a:blip r:embed="rId68"/>
                <a:stretch>
                  <a:fillRect/>
                </a:stretch>
              </p:blipFill>
              <p:spPr>
                <a:xfrm>
                  <a:off x="4875505" y="6227187"/>
                  <a:ext cx="129240" cy="154693"/>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53" name="筆跡 152">
                  <a:extLst>
                    <a:ext uri="{FF2B5EF4-FFF2-40B4-BE49-F238E27FC236}">
                      <a16:creationId xmlns:a16="http://schemas.microsoft.com/office/drawing/2014/main" id="{01342074-7E21-005A-4AFA-EB04F7181400}"/>
                    </a:ext>
                  </a:extLst>
                </p14:cNvPr>
                <p14:cNvContentPartPr/>
                <p14:nvPr/>
              </p14:nvContentPartPr>
              <p14:xfrm>
                <a:off x="4673545" y="6208413"/>
                <a:ext cx="232920" cy="133560"/>
              </p14:xfrm>
            </p:contentPart>
          </mc:Choice>
          <mc:Fallback xmlns="">
            <p:pic>
              <p:nvPicPr>
                <p:cNvPr id="153" name="筆跡 152">
                  <a:extLst>
                    <a:ext uri="{FF2B5EF4-FFF2-40B4-BE49-F238E27FC236}">
                      <a16:creationId xmlns:a16="http://schemas.microsoft.com/office/drawing/2014/main" id="{01342074-7E21-005A-4AFA-EB04F7181400}"/>
                    </a:ext>
                  </a:extLst>
                </p:cNvPr>
                <p:cNvPicPr/>
                <p:nvPr/>
              </p:nvPicPr>
              <p:blipFill>
                <a:blip r:embed="rId70"/>
                <a:stretch>
                  <a:fillRect/>
                </a:stretch>
              </p:blipFill>
              <p:spPr>
                <a:xfrm>
                  <a:off x="4655545" y="6190413"/>
                  <a:ext cx="2685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54" name="筆跡 153">
                  <a:extLst>
                    <a:ext uri="{FF2B5EF4-FFF2-40B4-BE49-F238E27FC236}">
                      <a16:creationId xmlns:a16="http://schemas.microsoft.com/office/drawing/2014/main" id="{5C67C776-2B07-76B7-D6A8-276D61D8DE40}"/>
                    </a:ext>
                  </a:extLst>
                </p14:cNvPr>
                <p14:cNvContentPartPr/>
                <p14:nvPr/>
              </p14:nvContentPartPr>
              <p14:xfrm>
                <a:off x="4840225" y="6272853"/>
                <a:ext cx="85320" cy="14760"/>
              </p14:xfrm>
            </p:contentPart>
          </mc:Choice>
          <mc:Fallback xmlns="">
            <p:pic>
              <p:nvPicPr>
                <p:cNvPr id="154" name="筆跡 153">
                  <a:extLst>
                    <a:ext uri="{FF2B5EF4-FFF2-40B4-BE49-F238E27FC236}">
                      <a16:creationId xmlns:a16="http://schemas.microsoft.com/office/drawing/2014/main" id="{5C67C776-2B07-76B7-D6A8-276D61D8DE40}"/>
                    </a:ext>
                  </a:extLst>
                </p:cNvPr>
                <p:cNvPicPr/>
                <p:nvPr/>
              </p:nvPicPr>
              <p:blipFill>
                <a:blip r:embed="rId72"/>
                <a:stretch>
                  <a:fillRect/>
                </a:stretch>
              </p:blipFill>
              <p:spPr>
                <a:xfrm>
                  <a:off x="4822149" y="6254853"/>
                  <a:ext cx="121111" cy="50400"/>
                </a:xfrm>
                <a:prstGeom prst="rect">
                  <a:avLst/>
                </a:prstGeom>
              </p:spPr>
            </p:pic>
          </mc:Fallback>
        </mc:AlternateContent>
      </p:grpSp>
      <p:grpSp>
        <p:nvGrpSpPr>
          <p:cNvPr id="208" name="群組 207">
            <a:extLst>
              <a:ext uri="{FF2B5EF4-FFF2-40B4-BE49-F238E27FC236}">
                <a16:creationId xmlns:a16="http://schemas.microsoft.com/office/drawing/2014/main" id="{FD01DAD4-9396-4447-9AF9-D4C488D52250}"/>
              </a:ext>
            </a:extLst>
          </p:cNvPr>
          <p:cNvGrpSpPr/>
          <p:nvPr/>
        </p:nvGrpSpPr>
        <p:grpSpPr>
          <a:xfrm>
            <a:off x="2454145" y="4318413"/>
            <a:ext cx="234720" cy="1607040"/>
            <a:chOff x="2454145" y="4318413"/>
            <a:chExt cx="234720" cy="1607040"/>
          </a:xfrm>
        </p:grpSpPr>
        <mc:AlternateContent xmlns:mc="http://schemas.openxmlformats.org/markup-compatibility/2006" xmlns:p14="http://schemas.microsoft.com/office/powerpoint/2010/main">
          <mc:Choice Requires="p14">
            <p:contentPart p14:bwMode="auto" r:id="rId73">
              <p14:nvContentPartPr>
                <p14:cNvPr id="70" name="筆跡 69">
                  <a:extLst>
                    <a:ext uri="{FF2B5EF4-FFF2-40B4-BE49-F238E27FC236}">
                      <a16:creationId xmlns:a16="http://schemas.microsoft.com/office/drawing/2014/main" id="{089B8C3E-45ED-5212-08F2-44F19E62D8BA}"/>
                    </a:ext>
                  </a:extLst>
                </p14:cNvPr>
                <p14:cNvContentPartPr/>
                <p14:nvPr/>
              </p14:nvContentPartPr>
              <p14:xfrm>
                <a:off x="2528305" y="4318413"/>
                <a:ext cx="141120" cy="309600"/>
              </p14:xfrm>
            </p:contentPart>
          </mc:Choice>
          <mc:Fallback xmlns="">
            <p:pic>
              <p:nvPicPr>
                <p:cNvPr id="70" name="筆跡 69">
                  <a:extLst>
                    <a:ext uri="{FF2B5EF4-FFF2-40B4-BE49-F238E27FC236}">
                      <a16:creationId xmlns:a16="http://schemas.microsoft.com/office/drawing/2014/main" id="{089B8C3E-45ED-5212-08F2-44F19E62D8BA}"/>
                    </a:ext>
                  </a:extLst>
                </p:cNvPr>
                <p:cNvPicPr/>
                <p:nvPr/>
              </p:nvPicPr>
              <p:blipFill>
                <a:blip r:embed="rId74"/>
                <a:stretch>
                  <a:fillRect/>
                </a:stretch>
              </p:blipFill>
              <p:spPr>
                <a:xfrm>
                  <a:off x="2522185" y="4312293"/>
                  <a:ext cx="15336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71" name="筆跡 70">
                  <a:extLst>
                    <a:ext uri="{FF2B5EF4-FFF2-40B4-BE49-F238E27FC236}">
                      <a16:creationId xmlns:a16="http://schemas.microsoft.com/office/drawing/2014/main" id="{2609CBE5-3E74-6349-EFB5-3E63D8AA805B}"/>
                    </a:ext>
                  </a:extLst>
                </p14:cNvPr>
                <p14:cNvContentPartPr/>
                <p14:nvPr/>
              </p14:nvContentPartPr>
              <p14:xfrm>
                <a:off x="2489785" y="4664373"/>
                <a:ext cx="175320" cy="320400"/>
              </p14:xfrm>
            </p:contentPart>
          </mc:Choice>
          <mc:Fallback xmlns="">
            <p:pic>
              <p:nvPicPr>
                <p:cNvPr id="71" name="筆跡 70">
                  <a:extLst>
                    <a:ext uri="{FF2B5EF4-FFF2-40B4-BE49-F238E27FC236}">
                      <a16:creationId xmlns:a16="http://schemas.microsoft.com/office/drawing/2014/main" id="{2609CBE5-3E74-6349-EFB5-3E63D8AA805B}"/>
                    </a:ext>
                  </a:extLst>
                </p:cNvPr>
                <p:cNvPicPr/>
                <p:nvPr/>
              </p:nvPicPr>
              <p:blipFill>
                <a:blip r:embed="rId76"/>
                <a:stretch>
                  <a:fillRect/>
                </a:stretch>
              </p:blipFill>
              <p:spPr>
                <a:xfrm>
                  <a:off x="2483665" y="4658253"/>
                  <a:ext cx="18756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72" name="筆跡 71">
                  <a:extLst>
                    <a:ext uri="{FF2B5EF4-FFF2-40B4-BE49-F238E27FC236}">
                      <a16:creationId xmlns:a16="http://schemas.microsoft.com/office/drawing/2014/main" id="{B782F908-41BB-3708-7F2B-A6EE286F6CE9}"/>
                    </a:ext>
                  </a:extLst>
                </p14:cNvPr>
                <p14:cNvContentPartPr/>
                <p14:nvPr/>
              </p14:nvContentPartPr>
              <p14:xfrm>
                <a:off x="2454145" y="4988733"/>
                <a:ext cx="177840" cy="288720"/>
              </p14:xfrm>
            </p:contentPart>
          </mc:Choice>
          <mc:Fallback xmlns="">
            <p:pic>
              <p:nvPicPr>
                <p:cNvPr id="72" name="筆跡 71">
                  <a:extLst>
                    <a:ext uri="{FF2B5EF4-FFF2-40B4-BE49-F238E27FC236}">
                      <a16:creationId xmlns:a16="http://schemas.microsoft.com/office/drawing/2014/main" id="{B782F908-41BB-3708-7F2B-A6EE286F6CE9}"/>
                    </a:ext>
                  </a:extLst>
                </p:cNvPr>
                <p:cNvPicPr/>
                <p:nvPr/>
              </p:nvPicPr>
              <p:blipFill>
                <a:blip r:embed="rId78"/>
                <a:stretch>
                  <a:fillRect/>
                </a:stretch>
              </p:blipFill>
              <p:spPr>
                <a:xfrm>
                  <a:off x="2448025" y="4982613"/>
                  <a:ext cx="19008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3" name="筆跡 72">
                  <a:extLst>
                    <a:ext uri="{FF2B5EF4-FFF2-40B4-BE49-F238E27FC236}">
                      <a16:creationId xmlns:a16="http://schemas.microsoft.com/office/drawing/2014/main" id="{A8A36E96-5D94-F116-D2CF-B20B0CF91718}"/>
                    </a:ext>
                  </a:extLst>
                </p14:cNvPr>
                <p14:cNvContentPartPr/>
                <p14:nvPr/>
              </p14:nvContentPartPr>
              <p14:xfrm>
                <a:off x="2464945" y="5373933"/>
                <a:ext cx="193320" cy="291240"/>
              </p14:xfrm>
            </p:contentPart>
          </mc:Choice>
          <mc:Fallback xmlns="">
            <p:pic>
              <p:nvPicPr>
                <p:cNvPr id="73" name="筆跡 72">
                  <a:extLst>
                    <a:ext uri="{FF2B5EF4-FFF2-40B4-BE49-F238E27FC236}">
                      <a16:creationId xmlns:a16="http://schemas.microsoft.com/office/drawing/2014/main" id="{A8A36E96-5D94-F116-D2CF-B20B0CF91718}"/>
                    </a:ext>
                  </a:extLst>
                </p:cNvPr>
                <p:cNvPicPr/>
                <p:nvPr/>
              </p:nvPicPr>
              <p:blipFill>
                <a:blip r:embed="rId80"/>
                <a:stretch>
                  <a:fillRect/>
                </a:stretch>
              </p:blipFill>
              <p:spPr>
                <a:xfrm>
                  <a:off x="2458814" y="5367813"/>
                  <a:ext cx="205583"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4" name="筆跡 73">
                  <a:extLst>
                    <a:ext uri="{FF2B5EF4-FFF2-40B4-BE49-F238E27FC236}">
                      <a16:creationId xmlns:a16="http://schemas.microsoft.com/office/drawing/2014/main" id="{FC18F7BD-BD60-F076-D53D-6CA85B03039D}"/>
                    </a:ext>
                  </a:extLst>
                </p14:cNvPr>
                <p14:cNvContentPartPr/>
                <p14:nvPr/>
              </p14:nvContentPartPr>
              <p14:xfrm>
                <a:off x="2478265" y="5712693"/>
                <a:ext cx="210600" cy="212760"/>
              </p14:xfrm>
            </p:contentPart>
          </mc:Choice>
          <mc:Fallback xmlns="">
            <p:pic>
              <p:nvPicPr>
                <p:cNvPr id="74" name="筆跡 73">
                  <a:extLst>
                    <a:ext uri="{FF2B5EF4-FFF2-40B4-BE49-F238E27FC236}">
                      <a16:creationId xmlns:a16="http://schemas.microsoft.com/office/drawing/2014/main" id="{FC18F7BD-BD60-F076-D53D-6CA85B03039D}"/>
                    </a:ext>
                  </a:extLst>
                </p:cNvPr>
                <p:cNvPicPr/>
                <p:nvPr/>
              </p:nvPicPr>
              <p:blipFill>
                <a:blip r:embed="rId82"/>
                <a:stretch>
                  <a:fillRect/>
                </a:stretch>
              </p:blipFill>
              <p:spPr>
                <a:xfrm>
                  <a:off x="2472145" y="5706573"/>
                  <a:ext cx="222840" cy="225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3">
            <p14:nvContentPartPr>
              <p14:cNvPr id="11" name="筆跡 10">
                <a:extLst>
                  <a:ext uri="{FF2B5EF4-FFF2-40B4-BE49-F238E27FC236}">
                    <a16:creationId xmlns:a16="http://schemas.microsoft.com/office/drawing/2014/main" id="{888AEA8A-1E5D-8690-573E-9AFF299477B1}"/>
                  </a:ext>
                </a:extLst>
              </p14:cNvPr>
              <p14:cNvContentPartPr/>
              <p14:nvPr/>
            </p14:nvContentPartPr>
            <p14:xfrm>
              <a:off x="3288625" y="5792136"/>
              <a:ext cx="720" cy="714960"/>
            </p14:xfrm>
          </p:contentPart>
        </mc:Choice>
        <mc:Fallback xmlns="">
          <p:pic>
            <p:nvPicPr>
              <p:cNvPr id="11" name="筆跡 10">
                <a:extLst>
                  <a:ext uri="{FF2B5EF4-FFF2-40B4-BE49-F238E27FC236}">
                    <a16:creationId xmlns:a16="http://schemas.microsoft.com/office/drawing/2014/main" id="{888AEA8A-1E5D-8690-573E-9AFF299477B1}"/>
                  </a:ext>
                </a:extLst>
              </p:cNvPr>
              <p:cNvPicPr/>
              <p:nvPr/>
            </p:nvPicPr>
            <p:blipFill>
              <a:blip r:embed="rId84"/>
              <a:stretch>
                <a:fillRect/>
              </a:stretch>
            </p:blipFill>
            <p:spPr>
              <a:xfrm>
                <a:off x="3252625" y="5774145"/>
                <a:ext cx="72000" cy="750582"/>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6" name="筆跡 15">
                <a:extLst>
                  <a:ext uri="{FF2B5EF4-FFF2-40B4-BE49-F238E27FC236}">
                    <a16:creationId xmlns:a16="http://schemas.microsoft.com/office/drawing/2014/main" id="{04BD26AF-C91F-4078-89B0-F4C461E339D7}"/>
                  </a:ext>
                </a:extLst>
              </p14:cNvPr>
              <p14:cNvContentPartPr/>
              <p14:nvPr/>
            </p14:nvContentPartPr>
            <p14:xfrm>
              <a:off x="5424865" y="5860896"/>
              <a:ext cx="720" cy="666720"/>
            </p14:xfrm>
          </p:contentPart>
        </mc:Choice>
        <mc:Fallback xmlns="">
          <p:pic>
            <p:nvPicPr>
              <p:cNvPr id="16" name="筆跡 15">
                <a:extLst>
                  <a:ext uri="{FF2B5EF4-FFF2-40B4-BE49-F238E27FC236}">
                    <a16:creationId xmlns:a16="http://schemas.microsoft.com/office/drawing/2014/main" id="{04BD26AF-C91F-4078-89B0-F4C461E339D7}"/>
                  </a:ext>
                </a:extLst>
              </p:cNvPr>
              <p:cNvPicPr/>
              <p:nvPr/>
            </p:nvPicPr>
            <p:blipFill>
              <a:blip r:embed="rId86"/>
              <a:stretch>
                <a:fillRect/>
              </a:stretch>
            </p:blipFill>
            <p:spPr>
              <a:xfrm>
                <a:off x="5388865" y="5842896"/>
                <a:ext cx="72000" cy="7023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8" name="筆跡 57">
                <a:extLst>
                  <a:ext uri="{FF2B5EF4-FFF2-40B4-BE49-F238E27FC236}">
                    <a16:creationId xmlns:a16="http://schemas.microsoft.com/office/drawing/2014/main" id="{A4C005FF-7F73-CF3C-85F0-064B12DCFF7E}"/>
                  </a:ext>
                </a:extLst>
              </p14:cNvPr>
              <p14:cNvContentPartPr/>
              <p14:nvPr/>
            </p14:nvContentPartPr>
            <p14:xfrm>
              <a:off x="4204465" y="4849296"/>
              <a:ext cx="656640" cy="790200"/>
            </p14:xfrm>
          </p:contentPart>
        </mc:Choice>
        <mc:Fallback xmlns="">
          <p:pic>
            <p:nvPicPr>
              <p:cNvPr id="58" name="筆跡 57">
                <a:extLst>
                  <a:ext uri="{FF2B5EF4-FFF2-40B4-BE49-F238E27FC236}">
                    <a16:creationId xmlns:a16="http://schemas.microsoft.com/office/drawing/2014/main" id="{A4C005FF-7F73-CF3C-85F0-064B12DCFF7E}"/>
                  </a:ext>
                </a:extLst>
              </p:cNvPr>
              <p:cNvPicPr/>
              <p:nvPr/>
            </p:nvPicPr>
            <p:blipFill>
              <a:blip r:embed="rId88"/>
              <a:stretch>
                <a:fillRect/>
              </a:stretch>
            </p:blipFill>
            <p:spPr>
              <a:xfrm>
                <a:off x="4186465" y="4831304"/>
                <a:ext cx="692280" cy="825824"/>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0" name="筆跡 59">
                <a:extLst>
                  <a:ext uri="{FF2B5EF4-FFF2-40B4-BE49-F238E27FC236}">
                    <a16:creationId xmlns:a16="http://schemas.microsoft.com/office/drawing/2014/main" id="{8B236AE6-3AA5-6FA1-A3AB-B22089AA4EC3}"/>
                  </a:ext>
                </a:extLst>
              </p14:cNvPr>
              <p14:cNvContentPartPr/>
              <p14:nvPr/>
            </p14:nvContentPartPr>
            <p14:xfrm>
              <a:off x="4303105" y="4876296"/>
              <a:ext cx="744840" cy="811800"/>
            </p14:xfrm>
          </p:contentPart>
        </mc:Choice>
        <mc:Fallback xmlns="">
          <p:pic>
            <p:nvPicPr>
              <p:cNvPr id="60" name="筆跡 59">
                <a:extLst>
                  <a:ext uri="{FF2B5EF4-FFF2-40B4-BE49-F238E27FC236}">
                    <a16:creationId xmlns:a16="http://schemas.microsoft.com/office/drawing/2014/main" id="{8B236AE6-3AA5-6FA1-A3AB-B22089AA4EC3}"/>
                  </a:ext>
                </a:extLst>
              </p:cNvPr>
              <p:cNvPicPr/>
              <p:nvPr/>
            </p:nvPicPr>
            <p:blipFill>
              <a:blip r:embed="rId90"/>
              <a:stretch>
                <a:fillRect/>
              </a:stretch>
            </p:blipFill>
            <p:spPr>
              <a:xfrm>
                <a:off x="4285105" y="4858296"/>
                <a:ext cx="780480" cy="847440"/>
              </a:xfrm>
              <a:prstGeom prst="rect">
                <a:avLst/>
              </a:prstGeom>
            </p:spPr>
          </p:pic>
        </mc:Fallback>
      </mc:AlternateContent>
      <p:grpSp>
        <p:nvGrpSpPr>
          <p:cNvPr id="76" name="群組 75">
            <a:extLst>
              <a:ext uri="{FF2B5EF4-FFF2-40B4-BE49-F238E27FC236}">
                <a16:creationId xmlns:a16="http://schemas.microsoft.com/office/drawing/2014/main" id="{14F38DE2-179B-700B-561C-12E739239D8E}"/>
              </a:ext>
            </a:extLst>
          </p:cNvPr>
          <p:cNvGrpSpPr/>
          <p:nvPr/>
        </p:nvGrpSpPr>
        <p:grpSpPr>
          <a:xfrm>
            <a:off x="4829065" y="4796016"/>
            <a:ext cx="222480" cy="343800"/>
            <a:chOff x="4829065" y="4796016"/>
            <a:chExt cx="222480" cy="343800"/>
          </a:xfrm>
        </p:grpSpPr>
        <mc:AlternateContent xmlns:mc="http://schemas.openxmlformats.org/markup-compatibility/2006" xmlns:p14="http://schemas.microsoft.com/office/powerpoint/2010/main">
          <mc:Choice Requires="p14">
            <p:contentPart p14:bwMode="auto" r:id="rId91">
              <p14:nvContentPartPr>
                <p14:cNvPr id="61" name="筆跡 60">
                  <a:extLst>
                    <a:ext uri="{FF2B5EF4-FFF2-40B4-BE49-F238E27FC236}">
                      <a16:creationId xmlns:a16="http://schemas.microsoft.com/office/drawing/2014/main" id="{68084323-3557-63B2-2EF4-D8E552FD63E8}"/>
                    </a:ext>
                  </a:extLst>
                </p14:cNvPr>
                <p14:cNvContentPartPr/>
                <p14:nvPr/>
              </p14:nvContentPartPr>
              <p14:xfrm>
                <a:off x="4852105" y="4796016"/>
                <a:ext cx="178560" cy="105480"/>
              </p14:xfrm>
            </p:contentPart>
          </mc:Choice>
          <mc:Fallback xmlns="">
            <p:pic>
              <p:nvPicPr>
                <p:cNvPr id="61" name="筆跡 60">
                  <a:extLst>
                    <a:ext uri="{FF2B5EF4-FFF2-40B4-BE49-F238E27FC236}">
                      <a16:creationId xmlns:a16="http://schemas.microsoft.com/office/drawing/2014/main" id="{68084323-3557-63B2-2EF4-D8E552FD63E8}"/>
                    </a:ext>
                  </a:extLst>
                </p:cNvPr>
                <p:cNvPicPr/>
                <p:nvPr/>
              </p:nvPicPr>
              <p:blipFill>
                <a:blip r:embed="rId92"/>
                <a:stretch>
                  <a:fillRect/>
                </a:stretch>
              </p:blipFill>
              <p:spPr>
                <a:xfrm>
                  <a:off x="4834141" y="4778016"/>
                  <a:ext cx="214128"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2" name="筆跡 61">
                  <a:extLst>
                    <a:ext uri="{FF2B5EF4-FFF2-40B4-BE49-F238E27FC236}">
                      <a16:creationId xmlns:a16="http://schemas.microsoft.com/office/drawing/2014/main" id="{4D6DB23B-18D3-0657-E1B4-C84DECE32092}"/>
                    </a:ext>
                  </a:extLst>
                </p14:cNvPr>
                <p14:cNvContentPartPr/>
                <p14:nvPr/>
              </p14:nvContentPartPr>
              <p14:xfrm>
                <a:off x="4829065" y="4879896"/>
                <a:ext cx="123480" cy="114120"/>
              </p14:xfrm>
            </p:contentPart>
          </mc:Choice>
          <mc:Fallback xmlns="">
            <p:pic>
              <p:nvPicPr>
                <p:cNvPr id="62" name="筆跡 61">
                  <a:extLst>
                    <a:ext uri="{FF2B5EF4-FFF2-40B4-BE49-F238E27FC236}">
                      <a16:creationId xmlns:a16="http://schemas.microsoft.com/office/drawing/2014/main" id="{4D6DB23B-18D3-0657-E1B4-C84DECE32092}"/>
                    </a:ext>
                  </a:extLst>
                </p:cNvPr>
                <p:cNvPicPr/>
                <p:nvPr/>
              </p:nvPicPr>
              <p:blipFill>
                <a:blip r:embed="rId94"/>
                <a:stretch>
                  <a:fillRect/>
                </a:stretch>
              </p:blipFill>
              <p:spPr>
                <a:xfrm>
                  <a:off x="4811065" y="4861953"/>
                  <a:ext cx="159120" cy="149648"/>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4" name="筆跡 63">
                  <a:extLst>
                    <a:ext uri="{FF2B5EF4-FFF2-40B4-BE49-F238E27FC236}">
                      <a16:creationId xmlns:a16="http://schemas.microsoft.com/office/drawing/2014/main" id="{D32D0BEF-9EE9-ED56-34C8-C16022AD7809}"/>
                    </a:ext>
                  </a:extLst>
                </p14:cNvPr>
                <p14:cNvContentPartPr/>
                <p14:nvPr/>
              </p14:nvContentPartPr>
              <p14:xfrm>
                <a:off x="5046865" y="4992936"/>
                <a:ext cx="4680" cy="146880"/>
              </p14:xfrm>
            </p:contentPart>
          </mc:Choice>
          <mc:Fallback xmlns="">
            <p:pic>
              <p:nvPicPr>
                <p:cNvPr id="64" name="筆跡 63">
                  <a:extLst>
                    <a:ext uri="{FF2B5EF4-FFF2-40B4-BE49-F238E27FC236}">
                      <a16:creationId xmlns:a16="http://schemas.microsoft.com/office/drawing/2014/main" id="{D32D0BEF-9EE9-ED56-34C8-C16022AD7809}"/>
                    </a:ext>
                  </a:extLst>
                </p:cNvPr>
                <p:cNvPicPr/>
                <p:nvPr/>
              </p:nvPicPr>
              <p:blipFill>
                <a:blip r:embed="rId96"/>
                <a:stretch>
                  <a:fillRect/>
                </a:stretch>
              </p:blipFill>
              <p:spPr>
                <a:xfrm>
                  <a:off x="5028865" y="4974936"/>
                  <a:ext cx="40320" cy="182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7">
            <p14:nvContentPartPr>
              <p14:cNvPr id="65" name="筆跡 64">
                <a:extLst>
                  <a:ext uri="{FF2B5EF4-FFF2-40B4-BE49-F238E27FC236}">
                    <a16:creationId xmlns:a16="http://schemas.microsoft.com/office/drawing/2014/main" id="{89F6E26A-288E-E1F8-5AC3-D48194BE7307}"/>
                  </a:ext>
                </a:extLst>
              </p14:cNvPr>
              <p14:cNvContentPartPr/>
              <p14:nvPr/>
            </p14:nvContentPartPr>
            <p14:xfrm>
              <a:off x="4564465" y="5589816"/>
              <a:ext cx="55800" cy="15120"/>
            </p14:xfrm>
          </p:contentPart>
        </mc:Choice>
        <mc:Fallback xmlns="">
          <p:pic>
            <p:nvPicPr>
              <p:cNvPr id="65" name="筆跡 64">
                <a:extLst>
                  <a:ext uri="{FF2B5EF4-FFF2-40B4-BE49-F238E27FC236}">
                    <a16:creationId xmlns:a16="http://schemas.microsoft.com/office/drawing/2014/main" id="{89F6E26A-288E-E1F8-5AC3-D48194BE7307}"/>
                  </a:ext>
                </a:extLst>
              </p:cNvPr>
              <p:cNvPicPr/>
              <p:nvPr/>
            </p:nvPicPr>
            <p:blipFill>
              <a:blip r:embed="rId98"/>
              <a:stretch>
                <a:fillRect/>
              </a:stretch>
            </p:blipFill>
            <p:spPr>
              <a:xfrm>
                <a:off x="4546465" y="5571816"/>
                <a:ext cx="91440" cy="50760"/>
              </a:xfrm>
              <a:prstGeom prst="rect">
                <a:avLst/>
              </a:prstGeom>
            </p:spPr>
          </p:pic>
        </mc:Fallback>
      </mc:AlternateContent>
      <p:grpSp>
        <p:nvGrpSpPr>
          <p:cNvPr id="75" name="群組 74">
            <a:extLst>
              <a:ext uri="{FF2B5EF4-FFF2-40B4-BE49-F238E27FC236}">
                <a16:creationId xmlns:a16="http://schemas.microsoft.com/office/drawing/2014/main" id="{F515E49C-F24A-81A7-4E43-4693A18BAE48}"/>
              </a:ext>
            </a:extLst>
          </p:cNvPr>
          <p:cNvGrpSpPr/>
          <p:nvPr/>
        </p:nvGrpSpPr>
        <p:grpSpPr>
          <a:xfrm>
            <a:off x="4785145" y="5320896"/>
            <a:ext cx="484200" cy="149400"/>
            <a:chOff x="4785145" y="5320896"/>
            <a:chExt cx="484200" cy="149400"/>
          </a:xfrm>
        </p:grpSpPr>
        <mc:AlternateContent xmlns:mc="http://schemas.openxmlformats.org/markup-compatibility/2006" xmlns:p14="http://schemas.microsoft.com/office/powerpoint/2010/main">
          <mc:Choice Requires="p14">
            <p:contentPart p14:bwMode="auto" r:id="rId99">
              <p14:nvContentPartPr>
                <p14:cNvPr id="66" name="筆跡 65">
                  <a:extLst>
                    <a:ext uri="{FF2B5EF4-FFF2-40B4-BE49-F238E27FC236}">
                      <a16:creationId xmlns:a16="http://schemas.microsoft.com/office/drawing/2014/main" id="{D998C1FC-90CD-AA73-FD40-978A0F856E10}"/>
                    </a:ext>
                  </a:extLst>
                </p14:cNvPr>
                <p14:cNvContentPartPr/>
                <p14:nvPr/>
              </p14:nvContentPartPr>
              <p14:xfrm>
                <a:off x="4981705" y="5322696"/>
                <a:ext cx="61200" cy="147600"/>
              </p14:xfrm>
            </p:contentPart>
          </mc:Choice>
          <mc:Fallback xmlns="">
            <p:pic>
              <p:nvPicPr>
                <p:cNvPr id="66" name="筆跡 65">
                  <a:extLst>
                    <a:ext uri="{FF2B5EF4-FFF2-40B4-BE49-F238E27FC236}">
                      <a16:creationId xmlns:a16="http://schemas.microsoft.com/office/drawing/2014/main" id="{D998C1FC-90CD-AA73-FD40-978A0F856E10}"/>
                    </a:ext>
                  </a:extLst>
                </p:cNvPr>
                <p:cNvPicPr/>
                <p:nvPr/>
              </p:nvPicPr>
              <p:blipFill>
                <a:blip r:embed="rId100"/>
                <a:stretch>
                  <a:fillRect/>
                </a:stretch>
              </p:blipFill>
              <p:spPr>
                <a:xfrm>
                  <a:off x="4963705" y="5304696"/>
                  <a:ext cx="9684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7" name="筆跡 66">
                  <a:extLst>
                    <a:ext uri="{FF2B5EF4-FFF2-40B4-BE49-F238E27FC236}">
                      <a16:creationId xmlns:a16="http://schemas.microsoft.com/office/drawing/2014/main" id="{64E333D6-47AA-D859-DEB3-D73524D7F4AA}"/>
                    </a:ext>
                  </a:extLst>
                </p14:cNvPr>
                <p14:cNvContentPartPr/>
                <p14:nvPr/>
              </p14:nvContentPartPr>
              <p14:xfrm>
                <a:off x="5123905" y="5333496"/>
                <a:ext cx="145440" cy="130320"/>
              </p14:xfrm>
            </p:contentPart>
          </mc:Choice>
          <mc:Fallback xmlns="">
            <p:pic>
              <p:nvPicPr>
                <p:cNvPr id="67" name="筆跡 66">
                  <a:extLst>
                    <a:ext uri="{FF2B5EF4-FFF2-40B4-BE49-F238E27FC236}">
                      <a16:creationId xmlns:a16="http://schemas.microsoft.com/office/drawing/2014/main" id="{64E333D6-47AA-D859-DEB3-D73524D7F4AA}"/>
                    </a:ext>
                  </a:extLst>
                </p:cNvPr>
                <p:cNvPicPr/>
                <p:nvPr/>
              </p:nvPicPr>
              <p:blipFill>
                <a:blip r:embed="rId102"/>
                <a:stretch>
                  <a:fillRect/>
                </a:stretch>
              </p:blipFill>
              <p:spPr>
                <a:xfrm>
                  <a:off x="5105905" y="5315496"/>
                  <a:ext cx="18108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8" name="筆跡 67">
                  <a:extLst>
                    <a:ext uri="{FF2B5EF4-FFF2-40B4-BE49-F238E27FC236}">
                      <a16:creationId xmlns:a16="http://schemas.microsoft.com/office/drawing/2014/main" id="{89FB5289-82D9-7892-FB82-DA6B0031A5ED}"/>
                    </a:ext>
                  </a:extLst>
                </p14:cNvPr>
                <p14:cNvContentPartPr/>
                <p14:nvPr/>
              </p14:nvContentPartPr>
              <p14:xfrm>
                <a:off x="4785145" y="5320896"/>
                <a:ext cx="208080" cy="139320"/>
              </p14:xfrm>
            </p:contentPart>
          </mc:Choice>
          <mc:Fallback xmlns="">
            <p:pic>
              <p:nvPicPr>
                <p:cNvPr id="68" name="筆跡 67">
                  <a:extLst>
                    <a:ext uri="{FF2B5EF4-FFF2-40B4-BE49-F238E27FC236}">
                      <a16:creationId xmlns:a16="http://schemas.microsoft.com/office/drawing/2014/main" id="{89FB5289-82D9-7892-FB82-DA6B0031A5ED}"/>
                    </a:ext>
                  </a:extLst>
                </p:cNvPr>
                <p:cNvPicPr/>
                <p:nvPr/>
              </p:nvPicPr>
              <p:blipFill>
                <a:blip r:embed="rId104"/>
                <a:stretch>
                  <a:fillRect/>
                </a:stretch>
              </p:blipFill>
              <p:spPr>
                <a:xfrm>
                  <a:off x="4767176" y="5302896"/>
                  <a:ext cx="243658" cy="174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5">
            <p14:nvContentPartPr>
              <p14:cNvPr id="91" name="筆跡 90">
                <a:extLst>
                  <a:ext uri="{FF2B5EF4-FFF2-40B4-BE49-F238E27FC236}">
                    <a16:creationId xmlns:a16="http://schemas.microsoft.com/office/drawing/2014/main" id="{9B3581F8-0C1E-14B1-8C86-06BB0BFC5E75}"/>
                  </a:ext>
                </a:extLst>
              </p14:cNvPr>
              <p14:cNvContentPartPr/>
              <p14:nvPr/>
            </p14:nvContentPartPr>
            <p14:xfrm>
              <a:off x="2711185" y="4856856"/>
              <a:ext cx="388800" cy="19800"/>
            </p14:xfrm>
          </p:contentPart>
        </mc:Choice>
        <mc:Fallback xmlns="">
          <p:pic>
            <p:nvPicPr>
              <p:cNvPr id="91" name="筆跡 90">
                <a:extLst>
                  <a:ext uri="{FF2B5EF4-FFF2-40B4-BE49-F238E27FC236}">
                    <a16:creationId xmlns:a16="http://schemas.microsoft.com/office/drawing/2014/main" id="{9B3581F8-0C1E-14B1-8C86-06BB0BFC5E75}"/>
                  </a:ext>
                </a:extLst>
              </p:cNvPr>
              <p:cNvPicPr/>
              <p:nvPr/>
            </p:nvPicPr>
            <p:blipFill>
              <a:blip r:embed="rId106"/>
              <a:stretch>
                <a:fillRect/>
              </a:stretch>
            </p:blipFill>
            <p:spPr>
              <a:xfrm>
                <a:off x="2693185" y="4838856"/>
                <a:ext cx="4244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92" name="筆跡 91">
                <a:extLst>
                  <a:ext uri="{FF2B5EF4-FFF2-40B4-BE49-F238E27FC236}">
                    <a16:creationId xmlns:a16="http://schemas.microsoft.com/office/drawing/2014/main" id="{AD14A943-3BAD-C330-312D-7FE432D8BFBA}"/>
                  </a:ext>
                </a:extLst>
              </p14:cNvPr>
              <p14:cNvContentPartPr/>
              <p14:nvPr/>
            </p14:nvContentPartPr>
            <p14:xfrm>
              <a:off x="3103945" y="4695216"/>
              <a:ext cx="1816560" cy="293760"/>
            </p14:xfrm>
          </p:contentPart>
        </mc:Choice>
        <mc:Fallback xmlns="">
          <p:pic>
            <p:nvPicPr>
              <p:cNvPr id="92" name="筆跡 91">
                <a:extLst>
                  <a:ext uri="{FF2B5EF4-FFF2-40B4-BE49-F238E27FC236}">
                    <a16:creationId xmlns:a16="http://schemas.microsoft.com/office/drawing/2014/main" id="{AD14A943-3BAD-C330-312D-7FE432D8BFBA}"/>
                  </a:ext>
                </a:extLst>
              </p:cNvPr>
              <p:cNvPicPr/>
              <p:nvPr/>
            </p:nvPicPr>
            <p:blipFill>
              <a:blip r:embed="rId108"/>
              <a:stretch>
                <a:fillRect/>
              </a:stretch>
            </p:blipFill>
            <p:spPr>
              <a:xfrm>
                <a:off x="3085945" y="4677216"/>
                <a:ext cx="1852200" cy="329400"/>
              </a:xfrm>
              <a:prstGeom prst="rect">
                <a:avLst/>
              </a:prstGeom>
            </p:spPr>
          </p:pic>
        </mc:Fallback>
      </mc:AlternateContent>
      <p:grpSp>
        <p:nvGrpSpPr>
          <p:cNvPr id="288" name="群組 287">
            <a:extLst>
              <a:ext uri="{FF2B5EF4-FFF2-40B4-BE49-F238E27FC236}">
                <a16:creationId xmlns:a16="http://schemas.microsoft.com/office/drawing/2014/main" id="{C5150A42-2006-9C7E-42BD-AED092B3B096}"/>
              </a:ext>
            </a:extLst>
          </p:cNvPr>
          <p:cNvGrpSpPr/>
          <p:nvPr/>
        </p:nvGrpSpPr>
        <p:grpSpPr>
          <a:xfrm>
            <a:off x="3003505" y="4150896"/>
            <a:ext cx="1545120" cy="448560"/>
            <a:chOff x="3003505" y="4150896"/>
            <a:chExt cx="1545120" cy="448560"/>
          </a:xfrm>
        </p:grpSpPr>
        <mc:AlternateContent xmlns:mc="http://schemas.openxmlformats.org/markup-compatibility/2006" xmlns:p14="http://schemas.microsoft.com/office/powerpoint/2010/main">
          <mc:Choice Requires="p14">
            <p:contentPart p14:bwMode="auto" r:id="rId109">
              <p14:nvContentPartPr>
                <p14:cNvPr id="93" name="筆跡 92">
                  <a:extLst>
                    <a:ext uri="{FF2B5EF4-FFF2-40B4-BE49-F238E27FC236}">
                      <a16:creationId xmlns:a16="http://schemas.microsoft.com/office/drawing/2014/main" id="{4CFE283D-EC3D-0D0D-0710-7F1AA22668B8}"/>
                    </a:ext>
                  </a:extLst>
                </p14:cNvPr>
                <p14:cNvContentPartPr/>
                <p14:nvPr/>
              </p14:nvContentPartPr>
              <p14:xfrm>
                <a:off x="3032305" y="4181496"/>
                <a:ext cx="125640" cy="55440"/>
              </p14:xfrm>
            </p:contentPart>
          </mc:Choice>
          <mc:Fallback xmlns="">
            <p:pic>
              <p:nvPicPr>
                <p:cNvPr id="93" name="筆跡 92">
                  <a:extLst>
                    <a:ext uri="{FF2B5EF4-FFF2-40B4-BE49-F238E27FC236}">
                      <a16:creationId xmlns:a16="http://schemas.microsoft.com/office/drawing/2014/main" id="{4CFE283D-EC3D-0D0D-0710-7F1AA22668B8}"/>
                    </a:ext>
                  </a:extLst>
                </p:cNvPr>
                <p:cNvPicPr/>
                <p:nvPr/>
              </p:nvPicPr>
              <p:blipFill>
                <a:blip r:embed="rId110"/>
                <a:stretch>
                  <a:fillRect/>
                </a:stretch>
              </p:blipFill>
              <p:spPr>
                <a:xfrm>
                  <a:off x="3014305" y="4163612"/>
                  <a:ext cx="161280" cy="9085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4" name="筆跡 93">
                  <a:extLst>
                    <a:ext uri="{FF2B5EF4-FFF2-40B4-BE49-F238E27FC236}">
                      <a16:creationId xmlns:a16="http://schemas.microsoft.com/office/drawing/2014/main" id="{715CF250-DA1E-6017-A22D-405BD84806CD}"/>
                    </a:ext>
                  </a:extLst>
                </p14:cNvPr>
                <p14:cNvContentPartPr/>
                <p14:nvPr/>
              </p14:nvContentPartPr>
              <p14:xfrm>
                <a:off x="3057505" y="4230816"/>
                <a:ext cx="54000" cy="54360"/>
              </p14:xfrm>
            </p:contentPart>
          </mc:Choice>
          <mc:Fallback xmlns="">
            <p:pic>
              <p:nvPicPr>
                <p:cNvPr id="94" name="筆跡 93">
                  <a:extLst>
                    <a:ext uri="{FF2B5EF4-FFF2-40B4-BE49-F238E27FC236}">
                      <a16:creationId xmlns:a16="http://schemas.microsoft.com/office/drawing/2014/main" id="{715CF250-DA1E-6017-A22D-405BD84806CD}"/>
                    </a:ext>
                  </a:extLst>
                </p:cNvPr>
                <p:cNvPicPr/>
                <p:nvPr/>
              </p:nvPicPr>
              <p:blipFill>
                <a:blip r:embed="rId112"/>
                <a:stretch>
                  <a:fillRect/>
                </a:stretch>
              </p:blipFill>
              <p:spPr>
                <a:xfrm>
                  <a:off x="3039505" y="4212696"/>
                  <a:ext cx="89640" cy="90238"/>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6" name="筆跡 95">
                  <a:extLst>
                    <a:ext uri="{FF2B5EF4-FFF2-40B4-BE49-F238E27FC236}">
                      <a16:creationId xmlns:a16="http://schemas.microsoft.com/office/drawing/2014/main" id="{332146D9-61DC-3D5D-3C22-158A50FBBCBB}"/>
                    </a:ext>
                  </a:extLst>
                </p14:cNvPr>
                <p14:cNvContentPartPr/>
                <p14:nvPr/>
              </p14:nvContentPartPr>
              <p14:xfrm>
                <a:off x="3047785" y="4276176"/>
                <a:ext cx="136080" cy="24120"/>
              </p14:xfrm>
            </p:contentPart>
          </mc:Choice>
          <mc:Fallback xmlns="">
            <p:pic>
              <p:nvPicPr>
                <p:cNvPr id="96" name="筆跡 95">
                  <a:extLst>
                    <a:ext uri="{FF2B5EF4-FFF2-40B4-BE49-F238E27FC236}">
                      <a16:creationId xmlns:a16="http://schemas.microsoft.com/office/drawing/2014/main" id="{332146D9-61DC-3D5D-3C22-158A50FBBCBB}"/>
                    </a:ext>
                  </a:extLst>
                </p:cNvPr>
                <p:cNvPicPr/>
                <p:nvPr/>
              </p:nvPicPr>
              <p:blipFill>
                <a:blip r:embed="rId114"/>
                <a:stretch>
                  <a:fillRect/>
                </a:stretch>
              </p:blipFill>
              <p:spPr>
                <a:xfrm>
                  <a:off x="3029737" y="4258441"/>
                  <a:ext cx="171815" cy="59236"/>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98" name="筆跡 97">
                  <a:extLst>
                    <a:ext uri="{FF2B5EF4-FFF2-40B4-BE49-F238E27FC236}">
                      <a16:creationId xmlns:a16="http://schemas.microsoft.com/office/drawing/2014/main" id="{F725FCD5-13AF-8CC1-A1B7-DA5DC32A3AAF}"/>
                    </a:ext>
                  </a:extLst>
                </p14:cNvPr>
                <p14:cNvContentPartPr/>
                <p14:nvPr/>
              </p14:nvContentPartPr>
              <p14:xfrm>
                <a:off x="3003505" y="4278336"/>
                <a:ext cx="105840" cy="266400"/>
              </p14:xfrm>
            </p:contentPart>
          </mc:Choice>
          <mc:Fallback xmlns="">
            <p:pic>
              <p:nvPicPr>
                <p:cNvPr id="98" name="筆跡 97">
                  <a:extLst>
                    <a:ext uri="{FF2B5EF4-FFF2-40B4-BE49-F238E27FC236}">
                      <a16:creationId xmlns:a16="http://schemas.microsoft.com/office/drawing/2014/main" id="{F725FCD5-13AF-8CC1-A1B7-DA5DC32A3AAF}"/>
                    </a:ext>
                  </a:extLst>
                </p:cNvPr>
                <p:cNvPicPr/>
                <p:nvPr/>
              </p:nvPicPr>
              <p:blipFill>
                <a:blip r:embed="rId116"/>
                <a:stretch>
                  <a:fillRect/>
                </a:stretch>
              </p:blipFill>
              <p:spPr>
                <a:xfrm>
                  <a:off x="2985505" y="4260336"/>
                  <a:ext cx="14148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02" name="筆跡 101">
                  <a:extLst>
                    <a:ext uri="{FF2B5EF4-FFF2-40B4-BE49-F238E27FC236}">
                      <a16:creationId xmlns:a16="http://schemas.microsoft.com/office/drawing/2014/main" id="{E35552CD-35D1-51A2-9C52-C0B25B1433F0}"/>
                    </a:ext>
                  </a:extLst>
                </p14:cNvPr>
                <p14:cNvContentPartPr/>
                <p14:nvPr/>
              </p14:nvContentPartPr>
              <p14:xfrm>
                <a:off x="3220945" y="4177176"/>
                <a:ext cx="104760" cy="19440"/>
              </p14:xfrm>
            </p:contentPart>
          </mc:Choice>
          <mc:Fallback xmlns="">
            <p:pic>
              <p:nvPicPr>
                <p:cNvPr id="102" name="筆跡 101">
                  <a:extLst>
                    <a:ext uri="{FF2B5EF4-FFF2-40B4-BE49-F238E27FC236}">
                      <a16:creationId xmlns:a16="http://schemas.microsoft.com/office/drawing/2014/main" id="{E35552CD-35D1-51A2-9C52-C0B25B1433F0}"/>
                    </a:ext>
                  </a:extLst>
                </p:cNvPr>
                <p:cNvPicPr/>
                <p:nvPr/>
              </p:nvPicPr>
              <p:blipFill>
                <a:blip r:embed="rId118"/>
                <a:stretch>
                  <a:fillRect/>
                </a:stretch>
              </p:blipFill>
              <p:spPr>
                <a:xfrm>
                  <a:off x="3203007" y="4159176"/>
                  <a:ext cx="140278"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08" name="筆跡 107">
                  <a:extLst>
                    <a:ext uri="{FF2B5EF4-FFF2-40B4-BE49-F238E27FC236}">
                      <a16:creationId xmlns:a16="http://schemas.microsoft.com/office/drawing/2014/main" id="{994E9F59-BDB3-C69C-BA44-5FD1C6F4D5B4}"/>
                    </a:ext>
                  </a:extLst>
                </p14:cNvPr>
                <p14:cNvContentPartPr/>
                <p14:nvPr/>
              </p14:nvContentPartPr>
              <p14:xfrm>
                <a:off x="3218425" y="4180776"/>
                <a:ext cx="63000" cy="96120"/>
              </p14:xfrm>
            </p:contentPart>
          </mc:Choice>
          <mc:Fallback xmlns="">
            <p:pic>
              <p:nvPicPr>
                <p:cNvPr id="108" name="筆跡 107">
                  <a:extLst>
                    <a:ext uri="{FF2B5EF4-FFF2-40B4-BE49-F238E27FC236}">
                      <a16:creationId xmlns:a16="http://schemas.microsoft.com/office/drawing/2014/main" id="{994E9F59-BDB3-C69C-BA44-5FD1C6F4D5B4}"/>
                    </a:ext>
                  </a:extLst>
                </p:cNvPr>
                <p:cNvPicPr/>
                <p:nvPr/>
              </p:nvPicPr>
              <p:blipFill>
                <a:blip r:embed="rId120"/>
                <a:stretch>
                  <a:fillRect/>
                </a:stretch>
              </p:blipFill>
              <p:spPr>
                <a:xfrm>
                  <a:off x="3200425" y="4162708"/>
                  <a:ext cx="98640" cy="131894"/>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14" name="筆跡 113">
                  <a:extLst>
                    <a:ext uri="{FF2B5EF4-FFF2-40B4-BE49-F238E27FC236}">
                      <a16:creationId xmlns:a16="http://schemas.microsoft.com/office/drawing/2014/main" id="{D4AF2AC1-AE90-D0BA-8B25-343859A59442}"/>
                    </a:ext>
                  </a:extLst>
                </p14:cNvPr>
                <p14:cNvContentPartPr/>
                <p14:nvPr/>
              </p14:nvContentPartPr>
              <p14:xfrm>
                <a:off x="3200785" y="4299936"/>
                <a:ext cx="9000" cy="152280"/>
              </p14:xfrm>
            </p:contentPart>
          </mc:Choice>
          <mc:Fallback xmlns="">
            <p:pic>
              <p:nvPicPr>
                <p:cNvPr id="114" name="筆跡 113">
                  <a:extLst>
                    <a:ext uri="{FF2B5EF4-FFF2-40B4-BE49-F238E27FC236}">
                      <a16:creationId xmlns:a16="http://schemas.microsoft.com/office/drawing/2014/main" id="{D4AF2AC1-AE90-D0BA-8B25-343859A59442}"/>
                    </a:ext>
                  </a:extLst>
                </p:cNvPr>
                <p:cNvPicPr/>
                <p:nvPr/>
              </p:nvPicPr>
              <p:blipFill>
                <a:blip r:embed="rId122"/>
                <a:stretch>
                  <a:fillRect/>
                </a:stretch>
              </p:blipFill>
              <p:spPr>
                <a:xfrm>
                  <a:off x="3182785" y="4281936"/>
                  <a:ext cx="446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36" name="筆跡 135">
                  <a:extLst>
                    <a:ext uri="{FF2B5EF4-FFF2-40B4-BE49-F238E27FC236}">
                      <a16:creationId xmlns:a16="http://schemas.microsoft.com/office/drawing/2014/main" id="{8BB545B7-A718-9549-D468-45382A496890}"/>
                    </a:ext>
                  </a:extLst>
                </p14:cNvPr>
                <p14:cNvContentPartPr/>
                <p14:nvPr/>
              </p14:nvContentPartPr>
              <p14:xfrm>
                <a:off x="3217705" y="4249896"/>
                <a:ext cx="140400" cy="108000"/>
              </p14:xfrm>
            </p:contentPart>
          </mc:Choice>
          <mc:Fallback xmlns="">
            <p:pic>
              <p:nvPicPr>
                <p:cNvPr id="136" name="筆跡 135">
                  <a:extLst>
                    <a:ext uri="{FF2B5EF4-FFF2-40B4-BE49-F238E27FC236}">
                      <a16:creationId xmlns:a16="http://schemas.microsoft.com/office/drawing/2014/main" id="{8BB545B7-A718-9549-D468-45382A496890}"/>
                    </a:ext>
                  </a:extLst>
                </p:cNvPr>
                <p:cNvPicPr/>
                <p:nvPr/>
              </p:nvPicPr>
              <p:blipFill>
                <a:blip r:embed="rId124"/>
                <a:stretch>
                  <a:fillRect/>
                </a:stretch>
              </p:blipFill>
              <p:spPr>
                <a:xfrm>
                  <a:off x="3199705" y="4231956"/>
                  <a:ext cx="176040" cy="143522"/>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41" name="筆跡 140">
                  <a:extLst>
                    <a:ext uri="{FF2B5EF4-FFF2-40B4-BE49-F238E27FC236}">
                      <a16:creationId xmlns:a16="http://schemas.microsoft.com/office/drawing/2014/main" id="{4607F852-1FAB-5969-2BBC-EF764BF8C2DB}"/>
                    </a:ext>
                  </a:extLst>
                </p14:cNvPr>
                <p14:cNvContentPartPr/>
                <p14:nvPr/>
              </p14:nvContentPartPr>
              <p14:xfrm>
                <a:off x="3215905" y="4331616"/>
                <a:ext cx="64080" cy="18000"/>
              </p14:xfrm>
            </p:contentPart>
          </mc:Choice>
          <mc:Fallback xmlns="">
            <p:pic>
              <p:nvPicPr>
                <p:cNvPr id="141" name="筆跡 140">
                  <a:extLst>
                    <a:ext uri="{FF2B5EF4-FFF2-40B4-BE49-F238E27FC236}">
                      <a16:creationId xmlns:a16="http://schemas.microsoft.com/office/drawing/2014/main" id="{4607F852-1FAB-5969-2BBC-EF764BF8C2DB}"/>
                    </a:ext>
                  </a:extLst>
                </p:cNvPr>
                <p:cNvPicPr/>
                <p:nvPr/>
              </p:nvPicPr>
              <p:blipFill>
                <a:blip r:embed="rId126"/>
                <a:stretch>
                  <a:fillRect/>
                </a:stretch>
              </p:blipFill>
              <p:spPr>
                <a:xfrm>
                  <a:off x="3197905" y="4313969"/>
                  <a:ext cx="99720" cy="52941"/>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83" name="筆跡 182">
                  <a:extLst>
                    <a:ext uri="{FF2B5EF4-FFF2-40B4-BE49-F238E27FC236}">
                      <a16:creationId xmlns:a16="http://schemas.microsoft.com/office/drawing/2014/main" id="{0A480B50-B0D5-B4AF-C16C-86834995D6BA}"/>
                    </a:ext>
                  </a:extLst>
                </p14:cNvPr>
                <p14:cNvContentPartPr/>
                <p14:nvPr/>
              </p14:nvContentPartPr>
              <p14:xfrm>
                <a:off x="3228505" y="4349616"/>
                <a:ext cx="57600" cy="27000"/>
              </p14:xfrm>
            </p:contentPart>
          </mc:Choice>
          <mc:Fallback xmlns="">
            <p:pic>
              <p:nvPicPr>
                <p:cNvPr id="183" name="筆跡 182">
                  <a:extLst>
                    <a:ext uri="{FF2B5EF4-FFF2-40B4-BE49-F238E27FC236}">
                      <a16:creationId xmlns:a16="http://schemas.microsoft.com/office/drawing/2014/main" id="{0A480B50-B0D5-B4AF-C16C-86834995D6BA}"/>
                    </a:ext>
                  </a:extLst>
                </p:cNvPr>
                <p:cNvPicPr/>
                <p:nvPr/>
              </p:nvPicPr>
              <p:blipFill>
                <a:blip r:embed="rId128"/>
                <a:stretch>
                  <a:fillRect/>
                </a:stretch>
              </p:blipFill>
              <p:spPr>
                <a:xfrm>
                  <a:off x="3210505" y="4331616"/>
                  <a:ext cx="9324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01" name="筆跡 200">
                  <a:extLst>
                    <a:ext uri="{FF2B5EF4-FFF2-40B4-BE49-F238E27FC236}">
                      <a16:creationId xmlns:a16="http://schemas.microsoft.com/office/drawing/2014/main" id="{6D903E27-CA3F-BFD2-DD1F-9C2D8BEF6E2B}"/>
                    </a:ext>
                  </a:extLst>
                </p14:cNvPr>
                <p14:cNvContentPartPr/>
                <p14:nvPr/>
              </p14:nvContentPartPr>
              <p14:xfrm>
                <a:off x="3137785" y="4391016"/>
                <a:ext cx="159480" cy="108000"/>
              </p14:xfrm>
            </p:contentPart>
          </mc:Choice>
          <mc:Fallback xmlns="">
            <p:pic>
              <p:nvPicPr>
                <p:cNvPr id="201" name="筆跡 200">
                  <a:extLst>
                    <a:ext uri="{FF2B5EF4-FFF2-40B4-BE49-F238E27FC236}">
                      <a16:creationId xmlns:a16="http://schemas.microsoft.com/office/drawing/2014/main" id="{6D903E27-CA3F-BFD2-DD1F-9C2D8BEF6E2B}"/>
                    </a:ext>
                  </a:extLst>
                </p:cNvPr>
                <p:cNvPicPr/>
                <p:nvPr/>
              </p:nvPicPr>
              <p:blipFill>
                <a:blip r:embed="rId130"/>
                <a:stretch>
                  <a:fillRect/>
                </a:stretch>
              </p:blipFill>
              <p:spPr>
                <a:xfrm>
                  <a:off x="3119785" y="4373016"/>
                  <a:ext cx="1951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10" name="筆跡 209">
                  <a:extLst>
                    <a:ext uri="{FF2B5EF4-FFF2-40B4-BE49-F238E27FC236}">
                      <a16:creationId xmlns:a16="http://schemas.microsoft.com/office/drawing/2014/main" id="{B2E3DBF6-8A88-0546-E635-B6F921DFAFD4}"/>
                    </a:ext>
                  </a:extLst>
                </p14:cNvPr>
                <p14:cNvContentPartPr/>
                <p14:nvPr/>
              </p14:nvContentPartPr>
              <p14:xfrm>
                <a:off x="3279265" y="4426656"/>
                <a:ext cx="114480" cy="39960"/>
              </p14:xfrm>
            </p:contentPart>
          </mc:Choice>
          <mc:Fallback xmlns="">
            <p:pic>
              <p:nvPicPr>
                <p:cNvPr id="210" name="筆跡 209">
                  <a:extLst>
                    <a:ext uri="{FF2B5EF4-FFF2-40B4-BE49-F238E27FC236}">
                      <a16:creationId xmlns:a16="http://schemas.microsoft.com/office/drawing/2014/main" id="{B2E3DBF6-8A88-0546-E635-B6F921DFAFD4}"/>
                    </a:ext>
                  </a:extLst>
                </p:cNvPr>
                <p:cNvPicPr/>
                <p:nvPr/>
              </p:nvPicPr>
              <p:blipFill>
                <a:blip r:embed="rId132"/>
                <a:stretch>
                  <a:fillRect/>
                </a:stretch>
              </p:blipFill>
              <p:spPr>
                <a:xfrm>
                  <a:off x="3261265" y="4408492"/>
                  <a:ext cx="150120" cy="75924"/>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11" name="筆跡 210">
                  <a:extLst>
                    <a:ext uri="{FF2B5EF4-FFF2-40B4-BE49-F238E27FC236}">
                      <a16:creationId xmlns:a16="http://schemas.microsoft.com/office/drawing/2014/main" id="{4429E2D4-8E79-334B-DAA3-B07DB34BBEFF}"/>
                    </a:ext>
                  </a:extLst>
                </p14:cNvPr>
                <p14:cNvContentPartPr/>
                <p14:nvPr/>
              </p14:nvContentPartPr>
              <p14:xfrm>
                <a:off x="3431185" y="4259616"/>
                <a:ext cx="99000" cy="47880"/>
              </p14:xfrm>
            </p:contentPart>
          </mc:Choice>
          <mc:Fallback xmlns="">
            <p:pic>
              <p:nvPicPr>
                <p:cNvPr id="211" name="筆跡 210">
                  <a:extLst>
                    <a:ext uri="{FF2B5EF4-FFF2-40B4-BE49-F238E27FC236}">
                      <a16:creationId xmlns:a16="http://schemas.microsoft.com/office/drawing/2014/main" id="{4429E2D4-8E79-334B-DAA3-B07DB34BBEFF}"/>
                    </a:ext>
                  </a:extLst>
                </p:cNvPr>
                <p:cNvPicPr/>
                <p:nvPr/>
              </p:nvPicPr>
              <p:blipFill>
                <a:blip r:embed="rId134"/>
                <a:stretch>
                  <a:fillRect/>
                </a:stretch>
              </p:blipFill>
              <p:spPr>
                <a:xfrm>
                  <a:off x="3413185" y="4241616"/>
                  <a:ext cx="13464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212" name="筆跡 211">
                  <a:extLst>
                    <a:ext uri="{FF2B5EF4-FFF2-40B4-BE49-F238E27FC236}">
                      <a16:creationId xmlns:a16="http://schemas.microsoft.com/office/drawing/2014/main" id="{1BDE9BFB-F0CB-D648-1052-4A6329719EEF}"/>
                    </a:ext>
                  </a:extLst>
                </p14:cNvPr>
                <p14:cNvContentPartPr/>
                <p14:nvPr/>
              </p14:nvContentPartPr>
              <p14:xfrm>
                <a:off x="3449545" y="4150896"/>
                <a:ext cx="122400" cy="318960"/>
              </p14:xfrm>
            </p:contentPart>
          </mc:Choice>
          <mc:Fallback xmlns="">
            <p:pic>
              <p:nvPicPr>
                <p:cNvPr id="212" name="筆跡 211">
                  <a:extLst>
                    <a:ext uri="{FF2B5EF4-FFF2-40B4-BE49-F238E27FC236}">
                      <a16:creationId xmlns:a16="http://schemas.microsoft.com/office/drawing/2014/main" id="{1BDE9BFB-F0CB-D648-1052-4A6329719EEF}"/>
                    </a:ext>
                  </a:extLst>
                </p:cNvPr>
                <p:cNvPicPr/>
                <p:nvPr/>
              </p:nvPicPr>
              <p:blipFill>
                <a:blip r:embed="rId136"/>
                <a:stretch>
                  <a:fillRect/>
                </a:stretch>
              </p:blipFill>
              <p:spPr>
                <a:xfrm>
                  <a:off x="3431545" y="4132896"/>
                  <a:ext cx="15804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213" name="筆跡 212">
                  <a:extLst>
                    <a:ext uri="{FF2B5EF4-FFF2-40B4-BE49-F238E27FC236}">
                      <a16:creationId xmlns:a16="http://schemas.microsoft.com/office/drawing/2014/main" id="{F9EF185C-A265-C69B-6A8D-6BE0A92D6F9F}"/>
                    </a:ext>
                  </a:extLst>
                </p14:cNvPr>
                <p14:cNvContentPartPr/>
                <p14:nvPr/>
              </p14:nvContentPartPr>
              <p14:xfrm>
                <a:off x="3610825" y="4208856"/>
                <a:ext cx="70200" cy="5400"/>
              </p14:xfrm>
            </p:contentPart>
          </mc:Choice>
          <mc:Fallback xmlns="">
            <p:pic>
              <p:nvPicPr>
                <p:cNvPr id="213" name="筆跡 212">
                  <a:extLst>
                    <a:ext uri="{FF2B5EF4-FFF2-40B4-BE49-F238E27FC236}">
                      <a16:creationId xmlns:a16="http://schemas.microsoft.com/office/drawing/2014/main" id="{F9EF185C-A265-C69B-6A8D-6BE0A92D6F9F}"/>
                    </a:ext>
                  </a:extLst>
                </p:cNvPr>
                <p:cNvPicPr/>
                <p:nvPr/>
              </p:nvPicPr>
              <p:blipFill>
                <a:blip r:embed="rId138"/>
                <a:stretch>
                  <a:fillRect/>
                </a:stretch>
              </p:blipFill>
              <p:spPr>
                <a:xfrm>
                  <a:off x="3592732" y="4190856"/>
                  <a:ext cx="106024"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214" name="筆跡 213">
                  <a:extLst>
                    <a:ext uri="{FF2B5EF4-FFF2-40B4-BE49-F238E27FC236}">
                      <a16:creationId xmlns:a16="http://schemas.microsoft.com/office/drawing/2014/main" id="{71368820-A096-EB44-4367-36794544890F}"/>
                    </a:ext>
                  </a:extLst>
                </p14:cNvPr>
                <p14:cNvContentPartPr/>
                <p14:nvPr/>
              </p14:nvContentPartPr>
              <p14:xfrm>
                <a:off x="3635305" y="4228296"/>
                <a:ext cx="110520" cy="27720"/>
              </p14:xfrm>
            </p:contentPart>
          </mc:Choice>
          <mc:Fallback xmlns="">
            <p:pic>
              <p:nvPicPr>
                <p:cNvPr id="214" name="筆跡 213">
                  <a:extLst>
                    <a:ext uri="{FF2B5EF4-FFF2-40B4-BE49-F238E27FC236}">
                      <a16:creationId xmlns:a16="http://schemas.microsoft.com/office/drawing/2014/main" id="{71368820-A096-EB44-4367-36794544890F}"/>
                    </a:ext>
                  </a:extLst>
                </p:cNvPr>
                <p:cNvPicPr/>
                <p:nvPr/>
              </p:nvPicPr>
              <p:blipFill>
                <a:blip r:embed="rId140"/>
                <a:stretch>
                  <a:fillRect/>
                </a:stretch>
              </p:blipFill>
              <p:spPr>
                <a:xfrm>
                  <a:off x="3617305" y="4210296"/>
                  <a:ext cx="1461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215" name="筆跡 214">
                  <a:extLst>
                    <a:ext uri="{FF2B5EF4-FFF2-40B4-BE49-F238E27FC236}">
                      <a16:creationId xmlns:a16="http://schemas.microsoft.com/office/drawing/2014/main" id="{43D58B04-316E-512B-D7B3-A7DACE636DED}"/>
                    </a:ext>
                  </a:extLst>
                </p14:cNvPr>
                <p14:cNvContentPartPr/>
                <p14:nvPr/>
              </p14:nvContentPartPr>
              <p14:xfrm>
                <a:off x="3652945" y="4245936"/>
                <a:ext cx="61200" cy="203760"/>
              </p14:xfrm>
            </p:contentPart>
          </mc:Choice>
          <mc:Fallback xmlns="">
            <p:pic>
              <p:nvPicPr>
                <p:cNvPr id="215" name="筆跡 214">
                  <a:extLst>
                    <a:ext uri="{FF2B5EF4-FFF2-40B4-BE49-F238E27FC236}">
                      <a16:creationId xmlns:a16="http://schemas.microsoft.com/office/drawing/2014/main" id="{43D58B04-316E-512B-D7B3-A7DACE636DED}"/>
                    </a:ext>
                  </a:extLst>
                </p:cNvPr>
                <p:cNvPicPr/>
                <p:nvPr/>
              </p:nvPicPr>
              <p:blipFill>
                <a:blip r:embed="rId142"/>
                <a:stretch>
                  <a:fillRect/>
                </a:stretch>
              </p:blipFill>
              <p:spPr>
                <a:xfrm>
                  <a:off x="3634945" y="4227904"/>
                  <a:ext cx="96840" cy="239463"/>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216" name="筆跡 215">
                  <a:extLst>
                    <a:ext uri="{FF2B5EF4-FFF2-40B4-BE49-F238E27FC236}">
                      <a16:creationId xmlns:a16="http://schemas.microsoft.com/office/drawing/2014/main" id="{EEDA6872-19A5-98E8-673B-28DF18223FC2}"/>
                    </a:ext>
                  </a:extLst>
                </p14:cNvPr>
                <p14:cNvContentPartPr/>
                <p14:nvPr/>
              </p14:nvContentPartPr>
              <p14:xfrm>
                <a:off x="3671305" y="4292376"/>
                <a:ext cx="76320" cy="117720"/>
              </p14:xfrm>
            </p:contentPart>
          </mc:Choice>
          <mc:Fallback xmlns="">
            <p:pic>
              <p:nvPicPr>
                <p:cNvPr id="216" name="筆跡 215">
                  <a:extLst>
                    <a:ext uri="{FF2B5EF4-FFF2-40B4-BE49-F238E27FC236}">
                      <a16:creationId xmlns:a16="http://schemas.microsoft.com/office/drawing/2014/main" id="{EEDA6872-19A5-98E8-673B-28DF18223FC2}"/>
                    </a:ext>
                  </a:extLst>
                </p:cNvPr>
                <p:cNvPicPr/>
                <p:nvPr/>
              </p:nvPicPr>
              <p:blipFill>
                <a:blip r:embed="rId144"/>
                <a:stretch>
                  <a:fillRect/>
                </a:stretch>
              </p:blipFill>
              <p:spPr>
                <a:xfrm>
                  <a:off x="3653305" y="4274376"/>
                  <a:ext cx="11196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217" name="筆跡 216">
                  <a:extLst>
                    <a:ext uri="{FF2B5EF4-FFF2-40B4-BE49-F238E27FC236}">
                      <a16:creationId xmlns:a16="http://schemas.microsoft.com/office/drawing/2014/main" id="{1896AA2E-B9E3-A0F6-997C-C2DD35D60847}"/>
                    </a:ext>
                  </a:extLst>
                </p14:cNvPr>
                <p14:cNvContentPartPr/>
                <p14:nvPr/>
              </p14:nvContentPartPr>
              <p14:xfrm>
                <a:off x="3614785" y="4454376"/>
                <a:ext cx="177840" cy="14760"/>
              </p14:xfrm>
            </p:contentPart>
          </mc:Choice>
          <mc:Fallback xmlns="">
            <p:pic>
              <p:nvPicPr>
                <p:cNvPr id="217" name="筆跡 216">
                  <a:extLst>
                    <a:ext uri="{FF2B5EF4-FFF2-40B4-BE49-F238E27FC236}">
                      <a16:creationId xmlns:a16="http://schemas.microsoft.com/office/drawing/2014/main" id="{1896AA2E-B9E3-A0F6-997C-C2DD35D60847}"/>
                    </a:ext>
                  </a:extLst>
                </p:cNvPr>
                <p:cNvPicPr/>
                <p:nvPr/>
              </p:nvPicPr>
              <p:blipFill>
                <a:blip r:embed="rId146"/>
                <a:stretch>
                  <a:fillRect/>
                </a:stretch>
              </p:blipFill>
              <p:spPr>
                <a:xfrm>
                  <a:off x="3596785" y="4436376"/>
                  <a:ext cx="2134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228" name="筆跡 227">
                  <a:extLst>
                    <a:ext uri="{FF2B5EF4-FFF2-40B4-BE49-F238E27FC236}">
                      <a16:creationId xmlns:a16="http://schemas.microsoft.com/office/drawing/2014/main" id="{012589B1-3D5F-5AD8-1842-8421291212FF}"/>
                    </a:ext>
                  </a:extLst>
                </p14:cNvPr>
                <p14:cNvContentPartPr/>
                <p14:nvPr/>
              </p14:nvContentPartPr>
              <p14:xfrm>
                <a:off x="3906385" y="4245936"/>
                <a:ext cx="11160" cy="5400"/>
              </p14:xfrm>
            </p:contentPart>
          </mc:Choice>
          <mc:Fallback xmlns="">
            <p:pic>
              <p:nvPicPr>
                <p:cNvPr id="228" name="筆跡 227">
                  <a:extLst>
                    <a:ext uri="{FF2B5EF4-FFF2-40B4-BE49-F238E27FC236}">
                      <a16:creationId xmlns:a16="http://schemas.microsoft.com/office/drawing/2014/main" id="{012589B1-3D5F-5AD8-1842-8421291212FF}"/>
                    </a:ext>
                  </a:extLst>
                </p:cNvPr>
                <p:cNvPicPr/>
                <p:nvPr/>
              </p:nvPicPr>
              <p:blipFill>
                <a:blip r:embed="rId148"/>
                <a:stretch>
                  <a:fillRect/>
                </a:stretch>
              </p:blipFill>
              <p:spPr>
                <a:xfrm>
                  <a:off x="3888385" y="4227936"/>
                  <a:ext cx="468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240" name="筆跡 239">
                  <a:extLst>
                    <a:ext uri="{FF2B5EF4-FFF2-40B4-BE49-F238E27FC236}">
                      <a16:creationId xmlns:a16="http://schemas.microsoft.com/office/drawing/2014/main" id="{1F70B39C-67E3-35F7-E96A-A471C8777F60}"/>
                    </a:ext>
                  </a:extLst>
                </p14:cNvPr>
                <p14:cNvContentPartPr/>
                <p14:nvPr/>
              </p14:nvContentPartPr>
              <p14:xfrm>
                <a:off x="3931585" y="4160616"/>
                <a:ext cx="82800" cy="31680"/>
              </p14:xfrm>
            </p:contentPart>
          </mc:Choice>
          <mc:Fallback xmlns="">
            <p:pic>
              <p:nvPicPr>
                <p:cNvPr id="240" name="筆跡 239">
                  <a:extLst>
                    <a:ext uri="{FF2B5EF4-FFF2-40B4-BE49-F238E27FC236}">
                      <a16:creationId xmlns:a16="http://schemas.microsoft.com/office/drawing/2014/main" id="{1F70B39C-67E3-35F7-E96A-A471C8777F60}"/>
                    </a:ext>
                  </a:extLst>
                </p:cNvPr>
                <p:cNvPicPr/>
                <p:nvPr/>
              </p:nvPicPr>
              <p:blipFill>
                <a:blip r:embed="rId150"/>
                <a:stretch>
                  <a:fillRect/>
                </a:stretch>
              </p:blipFill>
              <p:spPr>
                <a:xfrm>
                  <a:off x="3913506" y="4142616"/>
                  <a:ext cx="118596"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258" name="筆跡 257">
                  <a:extLst>
                    <a:ext uri="{FF2B5EF4-FFF2-40B4-BE49-F238E27FC236}">
                      <a16:creationId xmlns:a16="http://schemas.microsoft.com/office/drawing/2014/main" id="{3700707A-FF17-0F2A-EB6B-52A9A12D9100}"/>
                    </a:ext>
                  </a:extLst>
                </p14:cNvPr>
                <p14:cNvContentPartPr/>
                <p14:nvPr/>
              </p14:nvContentPartPr>
              <p14:xfrm>
                <a:off x="3843745" y="4230816"/>
                <a:ext cx="143280" cy="292320"/>
              </p14:xfrm>
            </p:contentPart>
          </mc:Choice>
          <mc:Fallback xmlns="">
            <p:pic>
              <p:nvPicPr>
                <p:cNvPr id="258" name="筆跡 257">
                  <a:extLst>
                    <a:ext uri="{FF2B5EF4-FFF2-40B4-BE49-F238E27FC236}">
                      <a16:creationId xmlns:a16="http://schemas.microsoft.com/office/drawing/2014/main" id="{3700707A-FF17-0F2A-EB6B-52A9A12D9100}"/>
                    </a:ext>
                  </a:extLst>
                </p:cNvPr>
                <p:cNvPicPr/>
                <p:nvPr/>
              </p:nvPicPr>
              <p:blipFill>
                <a:blip r:embed="rId152"/>
                <a:stretch>
                  <a:fillRect/>
                </a:stretch>
              </p:blipFill>
              <p:spPr>
                <a:xfrm>
                  <a:off x="3825700" y="4212794"/>
                  <a:ext cx="179010" cy="328004"/>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259" name="筆跡 258">
                  <a:extLst>
                    <a:ext uri="{FF2B5EF4-FFF2-40B4-BE49-F238E27FC236}">
                      <a16:creationId xmlns:a16="http://schemas.microsoft.com/office/drawing/2014/main" id="{CD876714-D874-336A-E14A-547EDD86DF28}"/>
                    </a:ext>
                  </a:extLst>
                </p14:cNvPr>
                <p14:cNvContentPartPr/>
                <p14:nvPr/>
              </p14:nvContentPartPr>
              <p14:xfrm>
                <a:off x="4038865" y="4194816"/>
                <a:ext cx="15120" cy="57960"/>
              </p14:xfrm>
            </p:contentPart>
          </mc:Choice>
          <mc:Fallback xmlns="">
            <p:pic>
              <p:nvPicPr>
                <p:cNvPr id="259" name="筆跡 258">
                  <a:extLst>
                    <a:ext uri="{FF2B5EF4-FFF2-40B4-BE49-F238E27FC236}">
                      <a16:creationId xmlns:a16="http://schemas.microsoft.com/office/drawing/2014/main" id="{CD876714-D874-336A-E14A-547EDD86DF28}"/>
                    </a:ext>
                  </a:extLst>
                </p:cNvPr>
                <p:cNvPicPr/>
                <p:nvPr/>
              </p:nvPicPr>
              <p:blipFill>
                <a:blip r:embed="rId154"/>
                <a:stretch>
                  <a:fillRect/>
                </a:stretch>
              </p:blipFill>
              <p:spPr>
                <a:xfrm>
                  <a:off x="4020865" y="4176816"/>
                  <a:ext cx="5076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260" name="筆跡 259">
                  <a:extLst>
                    <a:ext uri="{FF2B5EF4-FFF2-40B4-BE49-F238E27FC236}">
                      <a16:creationId xmlns:a16="http://schemas.microsoft.com/office/drawing/2014/main" id="{B861BA4C-84A9-DB56-93A0-77D3359CC741}"/>
                    </a:ext>
                  </a:extLst>
                </p14:cNvPr>
                <p14:cNvContentPartPr/>
                <p14:nvPr/>
              </p14:nvContentPartPr>
              <p14:xfrm>
                <a:off x="4073785" y="4188696"/>
                <a:ext cx="65880" cy="15840"/>
              </p14:xfrm>
            </p:contentPart>
          </mc:Choice>
          <mc:Fallback xmlns="">
            <p:pic>
              <p:nvPicPr>
                <p:cNvPr id="260" name="筆跡 259">
                  <a:extLst>
                    <a:ext uri="{FF2B5EF4-FFF2-40B4-BE49-F238E27FC236}">
                      <a16:creationId xmlns:a16="http://schemas.microsoft.com/office/drawing/2014/main" id="{B861BA4C-84A9-DB56-93A0-77D3359CC741}"/>
                    </a:ext>
                  </a:extLst>
                </p:cNvPr>
                <p:cNvPicPr/>
                <p:nvPr/>
              </p:nvPicPr>
              <p:blipFill>
                <a:blip r:embed="rId156"/>
                <a:stretch>
                  <a:fillRect/>
                </a:stretch>
              </p:blipFill>
              <p:spPr>
                <a:xfrm>
                  <a:off x="4055785" y="4170696"/>
                  <a:ext cx="10152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261" name="筆跡 260">
                  <a:extLst>
                    <a:ext uri="{FF2B5EF4-FFF2-40B4-BE49-F238E27FC236}">
                      <a16:creationId xmlns:a16="http://schemas.microsoft.com/office/drawing/2014/main" id="{FAAFAD70-CD4F-7E01-7580-BD9871BD332A}"/>
                    </a:ext>
                  </a:extLst>
                </p14:cNvPr>
                <p14:cNvContentPartPr/>
                <p14:nvPr/>
              </p14:nvContentPartPr>
              <p14:xfrm>
                <a:off x="4050745" y="4200936"/>
                <a:ext cx="90360" cy="73800"/>
              </p14:xfrm>
            </p:contentPart>
          </mc:Choice>
          <mc:Fallback xmlns="">
            <p:pic>
              <p:nvPicPr>
                <p:cNvPr id="261" name="筆跡 260">
                  <a:extLst>
                    <a:ext uri="{FF2B5EF4-FFF2-40B4-BE49-F238E27FC236}">
                      <a16:creationId xmlns:a16="http://schemas.microsoft.com/office/drawing/2014/main" id="{FAAFAD70-CD4F-7E01-7580-BD9871BD332A}"/>
                    </a:ext>
                  </a:extLst>
                </p:cNvPr>
                <p:cNvPicPr/>
                <p:nvPr/>
              </p:nvPicPr>
              <p:blipFill>
                <a:blip r:embed="rId158"/>
                <a:stretch>
                  <a:fillRect/>
                </a:stretch>
              </p:blipFill>
              <p:spPr>
                <a:xfrm>
                  <a:off x="4032745" y="4182936"/>
                  <a:ext cx="1260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262" name="筆跡 261">
                  <a:extLst>
                    <a:ext uri="{FF2B5EF4-FFF2-40B4-BE49-F238E27FC236}">
                      <a16:creationId xmlns:a16="http://schemas.microsoft.com/office/drawing/2014/main" id="{5B106411-C7C0-E301-296C-D5F716C9C676}"/>
                    </a:ext>
                  </a:extLst>
                </p14:cNvPr>
                <p14:cNvContentPartPr/>
                <p14:nvPr/>
              </p14:nvContentPartPr>
              <p14:xfrm>
                <a:off x="4142185" y="4194816"/>
                <a:ext cx="41400" cy="54720"/>
              </p14:xfrm>
            </p:contentPart>
          </mc:Choice>
          <mc:Fallback xmlns="">
            <p:pic>
              <p:nvPicPr>
                <p:cNvPr id="262" name="筆跡 261">
                  <a:extLst>
                    <a:ext uri="{FF2B5EF4-FFF2-40B4-BE49-F238E27FC236}">
                      <a16:creationId xmlns:a16="http://schemas.microsoft.com/office/drawing/2014/main" id="{5B106411-C7C0-E301-296C-D5F716C9C676}"/>
                    </a:ext>
                  </a:extLst>
                </p:cNvPr>
                <p:cNvPicPr/>
                <p:nvPr/>
              </p:nvPicPr>
              <p:blipFill>
                <a:blip r:embed="rId160"/>
                <a:stretch>
                  <a:fillRect/>
                </a:stretch>
              </p:blipFill>
              <p:spPr>
                <a:xfrm>
                  <a:off x="4124185" y="4176934"/>
                  <a:ext cx="77040" cy="90127"/>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263" name="筆跡 262">
                  <a:extLst>
                    <a:ext uri="{FF2B5EF4-FFF2-40B4-BE49-F238E27FC236}">
                      <a16:creationId xmlns:a16="http://schemas.microsoft.com/office/drawing/2014/main" id="{A52F26F9-6828-6BCF-776D-98DA0A2C1A49}"/>
                    </a:ext>
                  </a:extLst>
                </p14:cNvPr>
                <p14:cNvContentPartPr/>
                <p14:nvPr/>
              </p14:nvContentPartPr>
              <p14:xfrm>
                <a:off x="4138945" y="4244856"/>
                <a:ext cx="38880" cy="5400"/>
              </p14:xfrm>
            </p:contentPart>
          </mc:Choice>
          <mc:Fallback xmlns="">
            <p:pic>
              <p:nvPicPr>
                <p:cNvPr id="263" name="筆跡 262">
                  <a:extLst>
                    <a:ext uri="{FF2B5EF4-FFF2-40B4-BE49-F238E27FC236}">
                      <a16:creationId xmlns:a16="http://schemas.microsoft.com/office/drawing/2014/main" id="{A52F26F9-6828-6BCF-776D-98DA0A2C1A49}"/>
                    </a:ext>
                  </a:extLst>
                </p:cNvPr>
                <p:cNvPicPr/>
                <p:nvPr/>
              </p:nvPicPr>
              <p:blipFill>
                <a:blip r:embed="rId162"/>
                <a:stretch>
                  <a:fillRect/>
                </a:stretch>
              </p:blipFill>
              <p:spPr>
                <a:xfrm>
                  <a:off x="4120945" y="4225570"/>
                  <a:ext cx="74520" cy="43586"/>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264" name="筆跡 263">
                  <a:extLst>
                    <a:ext uri="{FF2B5EF4-FFF2-40B4-BE49-F238E27FC236}">
                      <a16:creationId xmlns:a16="http://schemas.microsoft.com/office/drawing/2014/main" id="{C2DFD877-5D7D-9B9B-E733-129BA1AAD477}"/>
                    </a:ext>
                  </a:extLst>
                </p14:cNvPr>
                <p14:cNvContentPartPr/>
                <p14:nvPr/>
              </p14:nvContentPartPr>
              <p14:xfrm>
                <a:off x="4040665" y="4313256"/>
                <a:ext cx="20160" cy="87120"/>
              </p14:xfrm>
            </p:contentPart>
          </mc:Choice>
          <mc:Fallback xmlns="">
            <p:pic>
              <p:nvPicPr>
                <p:cNvPr id="264" name="筆跡 263">
                  <a:extLst>
                    <a:ext uri="{FF2B5EF4-FFF2-40B4-BE49-F238E27FC236}">
                      <a16:creationId xmlns:a16="http://schemas.microsoft.com/office/drawing/2014/main" id="{C2DFD877-5D7D-9B9B-E733-129BA1AAD477}"/>
                    </a:ext>
                  </a:extLst>
                </p:cNvPr>
                <p:cNvPicPr/>
                <p:nvPr/>
              </p:nvPicPr>
              <p:blipFill>
                <a:blip r:embed="rId164"/>
                <a:stretch>
                  <a:fillRect/>
                </a:stretch>
              </p:blipFill>
              <p:spPr>
                <a:xfrm>
                  <a:off x="4022338" y="4295330"/>
                  <a:ext cx="56448" cy="122613"/>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265" name="筆跡 264">
                  <a:extLst>
                    <a:ext uri="{FF2B5EF4-FFF2-40B4-BE49-F238E27FC236}">
                      <a16:creationId xmlns:a16="http://schemas.microsoft.com/office/drawing/2014/main" id="{22B627F7-F6F4-37CD-D762-8E20C6DE64B6}"/>
                    </a:ext>
                  </a:extLst>
                </p14:cNvPr>
                <p14:cNvContentPartPr/>
                <p14:nvPr/>
              </p14:nvContentPartPr>
              <p14:xfrm>
                <a:off x="4078105" y="4289136"/>
                <a:ext cx="131040" cy="35280"/>
              </p14:xfrm>
            </p:contentPart>
          </mc:Choice>
          <mc:Fallback xmlns="">
            <p:pic>
              <p:nvPicPr>
                <p:cNvPr id="265" name="筆跡 264">
                  <a:extLst>
                    <a:ext uri="{FF2B5EF4-FFF2-40B4-BE49-F238E27FC236}">
                      <a16:creationId xmlns:a16="http://schemas.microsoft.com/office/drawing/2014/main" id="{22B627F7-F6F4-37CD-D762-8E20C6DE64B6}"/>
                    </a:ext>
                  </a:extLst>
                </p:cNvPr>
                <p:cNvPicPr/>
                <p:nvPr/>
              </p:nvPicPr>
              <p:blipFill>
                <a:blip r:embed="rId166"/>
                <a:stretch>
                  <a:fillRect/>
                </a:stretch>
              </p:blipFill>
              <p:spPr>
                <a:xfrm>
                  <a:off x="4060105" y="4271136"/>
                  <a:ext cx="1666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266" name="筆跡 265">
                  <a:extLst>
                    <a:ext uri="{FF2B5EF4-FFF2-40B4-BE49-F238E27FC236}">
                      <a16:creationId xmlns:a16="http://schemas.microsoft.com/office/drawing/2014/main" id="{BF6573E7-D340-DF23-58A2-75203E30DCD0}"/>
                    </a:ext>
                  </a:extLst>
                </p14:cNvPr>
                <p14:cNvContentPartPr/>
                <p14:nvPr/>
              </p14:nvContentPartPr>
              <p14:xfrm>
                <a:off x="4073065" y="4333416"/>
                <a:ext cx="90720" cy="29520"/>
              </p14:xfrm>
            </p:contentPart>
          </mc:Choice>
          <mc:Fallback xmlns="">
            <p:pic>
              <p:nvPicPr>
                <p:cNvPr id="266" name="筆跡 265">
                  <a:extLst>
                    <a:ext uri="{FF2B5EF4-FFF2-40B4-BE49-F238E27FC236}">
                      <a16:creationId xmlns:a16="http://schemas.microsoft.com/office/drawing/2014/main" id="{BF6573E7-D340-DF23-58A2-75203E30DCD0}"/>
                    </a:ext>
                  </a:extLst>
                </p:cNvPr>
                <p:cNvPicPr/>
                <p:nvPr/>
              </p:nvPicPr>
              <p:blipFill>
                <a:blip r:embed="rId168"/>
                <a:stretch>
                  <a:fillRect/>
                </a:stretch>
              </p:blipFill>
              <p:spPr>
                <a:xfrm>
                  <a:off x="4055136" y="4315416"/>
                  <a:ext cx="126219"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267" name="筆跡 266">
                  <a:extLst>
                    <a:ext uri="{FF2B5EF4-FFF2-40B4-BE49-F238E27FC236}">
                      <a16:creationId xmlns:a16="http://schemas.microsoft.com/office/drawing/2014/main" id="{BB9C139A-573F-6D29-1B9A-EE8D0C72CFC7}"/>
                    </a:ext>
                  </a:extLst>
                </p14:cNvPr>
                <p14:cNvContentPartPr/>
                <p14:nvPr/>
              </p14:nvContentPartPr>
              <p14:xfrm>
                <a:off x="4098265" y="4379136"/>
                <a:ext cx="66600" cy="42120"/>
              </p14:xfrm>
            </p:contentPart>
          </mc:Choice>
          <mc:Fallback xmlns="">
            <p:pic>
              <p:nvPicPr>
                <p:cNvPr id="267" name="筆跡 266">
                  <a:extLst>
                    <a:ext uri="{FF2B5EF4-FFF2-40B4-BE49-F238E27FC236}">
                      <a16:creationId xmlns:a16="http://schemas.microsoft.com/office/drawing/2014/main" id="{BB9C139A-573F-6D29-1B9A-EE8D0C72CFC7}"/>
                    </a:ext>
                  </a:extLst>
                </p:cNvPr>
                <p:cNvPicPr/>
                <p:nvPr/>
              </p:nvPicPr>
              <p:blipFill>
                <a:blip r:embed="rId170"/>
                <a:stretch>
                  <a:fillRect/>
                </a:stretch>
              </p:blipFill>
              <p:spPr>
                <a:xfrm>
                  <a:off x="4080265" y="4361136"/>
                  <a:ext cx="10224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268" name="筆跡 267">
                  <a:extLst>
                    <a:ext uri="{FF2B5EF4-FFF2-40B4-BE49-F238E27FC236}">
                      <a16:creationId xmlns:a16="http://schemas.microsoft.com/office/drawing/2014/main" id="{C7C99C2A-3975-9505-3865-6BDF3956C022}"/>
                    </a:ext>
                  </a:extLst>
                </p14:cNvPr>
                <p14:cNvContentPartPr/>
                <p14:nvPr/>
              </p14:nvContentPartPr>
              <p14:xfrm>
                <a:off x="4050745" y="4442136"/>
                <a:ext cx="160200" cy="14040"/>
              </p14:xfrm>
            </p:contentPart>
          </mc:Choice>
          <mc:Fallback xmlns="">
            <p:pic>
              <p:nvPicPr>
                <p:cNvPr id="268" name="筆跡 267">
                  <a:extLst>
                    <a:ext uri="{FF2B5EF4-FFF2-40B4-BE49-F238E27FC236}">
                      <a16:creationId xmlns:a16="http://schemas.microsoft.com/office/drawing/2014/main" id="{C7C99C2A-3975-9505-3865-6BDF3956C022}"/>
                    </a:ext>
                  </a:extLst>
                </p:cNvPr>
                <p:cNvPicPr/>
                <p:nvPr/>
              </p:nvPicPr>
              <p:blipFill>
                <a:blip r:embed="rId172"/>
                <a:stretch>
                  <a:fillRect/>
                </a:stretch>
              </p:blipFill>
              <p:spPr>
                <a:xfrm>
                  <a:off x="4032745" y="4424136"/>
                  <a:ext cx="1958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269" name="筆跡 268">
                  <a:extLst>
                    <a:ext uri="{FF2B5EF4-FFF2-40B4-BE49-F238E27FC236}">
                      <a16:creationId xmlns:a16="http://schemas.microsoft.com/office/drawing/2014/main" id="{6F65766E-68F1-D3D2-1D1C-52903B660B24}"/>
                    </a:ext>
                  </a:extLst>
                </p14:cNvPr>
                <p14:cNvContentPartPr/>
                <p14:nvPr/>
              </p14:nvContentPartPr>
              <p14:xfrm>
                <a:off x="4110145" y="4343136"/>
                <a:ext cx="29880" cy="256320"/>
              </p14:xfrm>
            </p:contentPart>
          </mc:Choice>
          <mc:Fallback xmlns="">
            <p:pic>
              <p:nvPicPr>
                <p:cNvPr id="269" name="筆跡 268">
                  <a:extLst>
                    <a:ext uri="{FF2B5EF4-FFF2-40B4-BE49-F238E27FC236}">
                      <a16:creationId xmlns:a16="http://schemas.microsoft.com/office/drawing/2014/main" id="{6F65766E-68F1-D3D2-1D1C-52903B660B24}"/>
                    </a:ext>
                  </a:extLst>
                </p:cNvPr>
                <p:cNvPicPr/>
                <p:nvPr/>
              </p:nvPicPr>
              <p:blipFill>
                <a:blip r:embed="rId174"/>
                <a:stretch>
                  <a:fillRect/>
                </a:stretch>
              </p:blipFill>
              <p:spPr>
                <a:xfrm>
                  <a:off x="4092145" y="4325136"/>
                  <a:ext cx="6552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271" name="筆跡 270">
                  <a:extLst>
                    <a:ext uri="{FF2B5EF4-FFF2-40B4-BE49-F238E27FC236}">
                      <a16:creationId xmlns:a16="http://schemas.microsoft.com/office/drawing/2014/main" id="{67EC04C7-469A-7A4D-1D1A-F4AA8CC7636E}"/>
                    </a:ext>
                  </a:extLst>
                </p14:cNvPr>
                <p14:cNvContentPartPr/>
                <p14:nvPr/>
              </p14:nvContentPartPr>
              <p14:xfrm>
                <a:off x="4295545" y="4151616"/>
                <a:ext cx="72000" cy="108720"/>
              </p14:xfrm>
            </p:contentPart>
          </mc:Choice>
          <mc:Fallback xmlns="">
            <p:pic>
              <p:nvPicPr>
                <p:cNvPr id="271" name="筆跡 270">
                  <a:extLst>
                    <a:ext uri="{FF2B5EF4-FFF2-40B4-BE49-F238E27FC236}">
                      <a16:creationId xmlns:a16="http://schemas.microsoft.com/office/drawing/2014/main" id="{67EC04C7-469A-7A4D-1D1A-F4AA8CC7636E}"/>
                    </a:ext>
                  </a:extLst>
                </p:cNvPr>
                <p:cNvPicPr/>
                <p:nvPr/>
              </p:nvPicPr>
              <p:blipFill>
                <a:blip r:embed="rId176"/>
                <a:stretch>
                  <a:fillRect/>
                </a:stretch>
              </p:blipFill>
              <p:spPr>
                <a:xfrm>
                  <a:off x="4277545" y="4133616"/>
                  <a:ext cx="1076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272" name="筆跡 271">
                  <a:extLst>
                    <a:ext uri="{FF2B5EF4-FFF2-40B4-BE49-F238E27FC236}">
                      <a16:creationId xmlns:a16="http://schemas.microsoft.com/office/drawing/2014/main" id="{09204F24-CF1D-10F5-F949-A51DB995D78A}"/>
                    </a:ext>
                  </a:extLst>
                </p14:cNvPr>
                <p14:cNvContentPartPr/>
                <p14:nvPr/>
              </p14:nvContentPartPr>
              <p14:xfrm>
                <a:off x="4344145" y="4192656"/>
                <a:ext cx="76680" cy="8640"/>
              </p14:xfrm>
            </p:contentPart>
          </mc:Choice>
          <mc:Fallback xmlns="">
            <p:pic>
              <p:nvPicPr>
                <p:cNvPr id="272" name="筆跡 271">
                  <a:extLst>
                    <a:ext uri="{FF2B5EF4-FFF2-40B4-BE49-F238E27FC236}">
                      <a16:creationId xmlns:a16="http://schemas.microsoft.com/office/drawing/2014/main" id="{09204F24-CF1D-10F5-F949-A51DB995D78A}"/>
                    </a:ext>
                  </a:extLst>
                </p:cNvPr>
                <p:cNvPicPr/>
                <p:nvPr/>
              </p:nvPicPr>
              <p:blipFill>
                <a:blip r:embed="rId178"/>
                <a:stretch>
                  <a:fillRect/>
                </a:stretch>
              </p:blipFill>
              <p:spPr>
                <a:xfrm>
                  <a:off x="4326145" y="4174656"/>
                  <a:ext cx="1123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273" name="筆跡 272">
                  <a:extLst>
                    <a:ext uri="{FF2B5EF4-FFF2-40B4-BE49-F238E27FC236}">
                      <a16:creationId xmlns:a16="http://schemas.microsoft.com/office/drawing/2014/main" id="{B9A68B64-74F6-E21F-0676-A99E732A7205}"/>
                    </a:ext>
                  </a:extLst>
                </p14:cNvPr>
                <p14:cNvContentPartPr/>
                <p14:nvPr/>
              </p14:nvContentPartPr>
              <p14:xfrm>
                <a:off x="4375105" y="4187256"/>
                <a:ext cx="88920" cy="62640"/>
              </p14:xfrm>
            </p:contentPart>
          </mc:Choice>
          <mc:Fallback xmlns="">
            <p:pic>
              <p:nvPicPr>
                <p:cNvPr id="273" name="筆跡 272">
                  <a:extLst>
                    <a:ext uri="{FF2B5EF4-FFF2-40B4-BE49-F238E27FC236}">
                      <a16:creationId xmlns:a16="http://schemas.microsoft.com/office/drawing/2014/main" id="{B9A68B64-74F6-E21F-0676-A99E732A7205}"/>
                    </a:ext>
                  </a:extLst>
                </p:cNvPr>
                <p:cNvPicPr/>
                <p:nvPr/>
              </p:nvPicPr>
              <p:blipFill>
                <a:blip r:embed="rId180"/>
                <a:stretch>
                  <a:fillRect/>
                </a:stretch>
              </p:blipFill>
              <p:spPr>
                <a:xfrm>
                  <a:off x="4357105" y="4169256"/>
                  <a:ext cx="1245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274" name="筆跡 273">
                  <a:extLst>
                    <a:ext uri="{FF2B5EF4-FFF2-40B4-BE49-F238E27FC236}">
                      <a16:creationId xmlns:a16="http://schemas.microsoft.com/office/drawing/2014/main" id="{833217FB-43FA-1AF2-9D74-B1BF52CBB272}"/>
                    </a:ext>
                  </a:extLst>
                </p14:cNvPr>
                <p14:cNvContentPartPr/>
                <p14:nvPr/>
              </p14:nvContentPartPr>
              <p14:xfrm>
                <a:off x="4442065" y="4173216"/>
                <a:ext cx="30960" cy="67320"/>
              </p14:xfrm>
            </p:contentPart>
          </mc:Choice>
          <mc:Fallback xmlns="">
            <p:pic>
              <p:nvPicPr>
                <p:cNvPr id="274" name="筆跡 273">
                  <a:extLst>
                    <a:ext uri="{FF2B5EF4-FFF2-40B4-BE49-F238E27FC236}">
                      <a16:creationId xmlns:a16="http://schemas.microsoft.com/office/drawing/2014/main" id="{833217FB-43FA-1AF2-9D74-B1BF52CBB272}"/>
                    </a:ext>
                  </a:extLst>
                </p:cNvPr>
                <p:cNvPicPr/>
                <p:nvPr/>
              </p:nvPicPr>
              <p:blipFill>
                <a:blip r:embed="rId182"/>
                <a:stretch>
                  <a:fillRect/>
                </a:stretch>
              </p:blipFill>
              <p:spPr>
                <a:xfrm>
                  <a:off x="4424065" y="4155216"/>
                  <a:ext cx="666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275" name="筆跡 274">
                  <a:extLst>
                    <a:ext uri="{FF2B5EF4-FFF2-40B4-BE49-F238E27FC236}">
                      <a16:creationId xmlns:a16="http://schemas.microsoft.com/office/drawing/2014/main" id="{987C9082-D5D3-9964-CB7B-D4636336F68D}"/>
                    </a:ext>
                  </a:extLst>
                </p14:cNvPr>
                <p14:cNvContentPartPr/>
                <p14:nvPr/>
              </p14:nvContentPartPr>
              <p14:xfrm>
                <a:off x="4477345" y="4193736"/>
                <a:ext cx="39600" cy="33120"/>
              </p14:xfrm>
            </p:contentPart>
          </mc:Choice>
          <mc:Fallback xmlns="">
            <p:pic>
              <p:nvPicPr>
                <p:cNvPr id="275" name="筆跡 274">
                  <a:extLst>
                    <a:ext uri="{FF2B5EF4-FFF2-40B4-BE49-F238E27FC236}">
                      <a16:creationId xmlns:a16="http://schemas.microsoft.com/office/drawing/2014/main" id="{987C9082-D5D3-9964-CB7B-D4636336F68D}"/>
                    </a:ext>
                  </a:extLst>
                </p:cNvPr>
                <p:cNvPicPr/>
                <p:nvPr/>
              </p:nvPicPr>
              <p:blipFill>
                <a:blip r:embed="rId184"/>
                <a:stretch>
                  <a:fillRect/>
                </a:stretch>
              </p:blipFill>
              <p:spPr>
                <a:xfrm>
                  <a:off x="4459345" y="4175538"/>
                  <a:ext cx="75240" cy="69152"/>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276" name="筆跡 275">
                  <a:extLst>
                    <a:ext uri="{FF2B5EF4-FFF2-40B4-BE49-F238E27FC236}">
                      <a16:creationId xmlns:a16="http://schemas.microsoft.com/office/drawing/2014/main" id="{6A1EB26F-4B39-FDC0-46CA-F762C17C6D4A}"/>
                    </a:ext>
                  </a:extLst>
                </p14:cNvPr>
                <p14:cNvContentPartPr/>
                <p14:nvPr/>
              </p14:nvContentPartPr>
              <p14:xfrm>
                <a:off x="4499305" y="4229016"/>
                <a:ext cx="23760" cy="6120"/>
              </p14:xfrm>
            </p:contentPart>
          </mc:Choice>
          <mc:Fallback xmlns="">
            <p:pic>
              <p:nvPicPr>
                <p:cNvPr id="276" name="筆跡 275">
                  <a:extLst>
                    <a:ext uri="{FF2B5EF4-FFF2-40B4-BE49-F238E27FC236}">
                      <a16:creationId xmlns:a16="http://schemas.microsoft.com/office/drawing/2014/main" id="{6A1EB26F-4B39-FDC0-46CA-F762C17C6D4A}"/>
                    </a:ext>
                  </a:extLst>
                </p:cNvPr>
                <p:cNvPicPr/>
                <p:nvPr/>
              </p:nvPicPr>
              <p:blipFill>
                <a:blip r:embed="rId186"/>
                <a:stretch>
                  <a:fillRect/>
                </a:stretch>
              </p:blipFill>
              <p:spPr>
                <a:xfrm>
                  <a:off x="4481305" y="4211016"/>
                  <a:ext cx="594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277" name="筆跡 276">
                  <a:extLst>
                    <a:ext uri="{FF2B5EF4-FFF2-40B4-BE49-F238E27FC236}">
                      <a16:creationId xmlns:a16="http://schemas.microsoft.com/office/drawing/2014/main" id="{91C914D1-E810-E6B0-F961-B1766F3E62B0}"/>
                    </a:ext>
                  </a:extLst>
                </p14:cNvPr>
                <p14:cNvContentPartPr/>
                <p14:nvPr/>
              </p14:nvContentPartPr>
              <p14:xfrm>
                <a:off x="4339825" y="4292736"/>
                <a:ext cx="153000" cy="14400"/>
              </p14:xfrm>
            </p:contentPart>
          </mc:Choice>
          <mc:Fallback xmlns="">
            <p:pic>
              <p:nvPicPr>
                <p:cNvPr id="277" name="筆跡 276">
                  <a:extLst>
                    <a:ext uri="{FF2B5EF4-FFF2-40B4-BE49-F238E27FC236}">
                      <a16:creationId xmlns:a16="http://schemas.microsoft.com/office/drawing/2014/main" id="{91C914D1-E810-E6B0-F961-B1766F3E62B0}"/>
                    </a:ext>
                  </a:extLst>
                </p:cNvPr>
                <p:cNvPicPr/>
                <p:nvPr/>
              </p:nvPicPr>
              <p:blipFill>
                <a:blip r:embed="rId188"/>
                <a:stretch>
                  <a:fillRect/>
                </a:stretch>
              </p:blipFill>
              <p:spPr>
                <a:xfrm>
                  <a:off x="4321825" y="4274274"/>
                  <a:ext cx="188640" cy="50954"/>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278" name="筆跡 277">
                  <a:extLst>
                    <a:ext uri="{FF2B5EF4-FFF2-40B4-BE49-F238E27FC236}">
                      <a16:creationId xmlns:a16="http://schemas.microsoft.com/office/drawing/2014/main" id="{F2B4A5FF-B39B-9943-61F5-73FA467F2F92}"/>
                    </a:ext>
                  </a:extLst>
                </p14:cNvPr>
                <p14:cNvContentPartPr/>
                <p14:nvPr/>
              </p14:nvContentPartPr>
              <p14:xfrm>
                <a:off x="4413985" y="4236576"/>
                <a:ext cx="26280" cy="129600"/>
              </p14:xfrm>
            </p:contentPart>
          </mc:Choice>
          <mc:Fallback xmlns="">
            <p:pic>
              <p:nvPicPr>
                <p:cNvPr id="278" name="筆跡 277">
                  <a:extLst>
                    <a:ext uri="{FF2B5EF4-FFF2-40B4-BE49-F238E27FC236}">
                      <a16:creationId xmlns:a16="http://schemas.microsoft.com/office/drawing/2014/main" id="{F2B4A5FF-B39B-9943-61F5-73FA467F2F92}"/>
                    </a:ext>
                  </a:extLst>
                </p:cNvPr>
                <p:cNvPicPr/>
                <p:nvPr/>
              </p:nvPicPr>
              <p:blipFill>
                <a:blip r:embed="rId190"/>
                <a:stretch>
                  <a:fillRect/>
                </a:stretch>
              </p:blipFill>
              <p:spPr>
                <a:xfrm>
                  <a:off x="4395985" y="4218526"/>
                  <a:ext cx="61920" cy="165339"/>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279" name="筆跡 278">
                  <a:extLst>
                    <a:ext uri="{FF2B5EF4-FFF2-40B4-BE49-F238E27FC236}">
                      <a16:creationId xmlns:a16="http://schemas.microsoft.com/office/drawing/2014/main" id="{AC004275-7A70-A14A-97F3-846EA532278D}"/>
                    </a:ext>
                  </a:extLst>
                </p14:cNvPr>
                <p14:cNvContentPartPr/>
                <p14:nvPr/>
              </p14:nvContentPartPr>
              <p14:xfrm>
                <a:off x="4449985" y="4272216"/>
                <a:ext cx="63000" cy="63000"/>
              </p14:xfrm>
            </p:contentPart>
          </mc:Choice>
          <mc:Fallback xmlns="">
            <p:pic>
              <p:nvPicPr>
                <p:cNvPr id="279" name="筆跡 278">
                  <a:extLst>
                    <a:ext uri="{FF2B5EF4-FFF2-40B4-BE49-F238E27FC236}">
                      <a16:creationId xmlns:a16="http://schemas.microsoft.com/office/drawing/2014/main" id="{AC004275-7A70-A14A-97F3-846EA532278D}"/>
                    </a:ext>
                  </a:extLst>
                </p:cNvPr>
                <p:cNvPicPr/>
                <p:nvPr/>
              </p:nvPicPr>
              <p:blipFill>
                <a:blip r:embed="rId192"/>
                <a:stretch>
                  <a:fillRect/>
                </a:stretch>
              </p:blipFill>
              <p:spPr>
                <a:xfrm>
                  <a:off x="4432087" y="4254216"/>
                  <a:ext cx="98438"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280" name="筆跡 279">
                  <a:extLst>
                    <a:ext uri="{FF2B5EF4-FFF2-40B4-BE49-F238E27FC236}">
                      <a16:creationId xmlns:a16="http://schemas.microsoft.com/office/drawing/2014/main" id="{8981FC70-BA47-56A2-9DA7-A660A2B4FD32}"/>
                    </a:ext>
                  </a:extLst>
                </p14:cNvPr>
                <p14:cNvContentPartPr/>
                <p14:nvPr/>
              </p14:nvContentPartPr>
              <p14:xfrm>
                <a:off x="4443145" y="4336656"/>
                <a:ext cx="60840" cy="22680"/>
              </p14:xfrm>
            </p:contentPart>
          </mc:Choice>
          <mc:Fallback xmlns="">
            <p:pic>
              <p:nvPicPr>
                <p:cNvPr id="280" name="筆跡 279">
                  <a:extLst>
                    <a:ext uri="{FF2B5EF4-FFF2-40B4-BE49-F238E27FC236}">
                      <a16:creationId xmlns:a16="http://schemas.microsoft.com/office/drawing/2014/main" id="{8981FC70-BA47-56A2-9DA7-A660A2B4FD32}"/>
                    </a:ext>
                  </a:extLst>
                </p:cNvPr>
                <p:cNvPicPr/>
                <p:nvPr/>
              </p:nvPicPr>
              <p:blipFill>
                <a:blip r:embed="rId194"/>
                <a:stretch>
                  <a:fillRect/>
                </a:stretch>
              </p:blipFill>
              <p:spPr>
                <a:xfrm>
                  <a:off x="4425145" y="4318366"/>
                  <a:ext cx="96480" cy="58895"/>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281" name="筆跡 280">
                  <a:extLst>
                    <a:ext uri="{FF2B5EF4-FFF2-40B4-BE49-F238E27FC236}">
                      <a16:creationId xmlns:a16="http://schemas.microsoft.com/office/drawing/2014/main" id="{037DAD41-FDFD-E2A9-45CE-13A7FF6C7369}"/>
                    </a:ext>
                  </a:extLst>
                </p14:cNvPr>
                <p14:cNvContentPartPr/>
                <p14:nvPr/>
              </p14:nvContentPartPr>
              <p14:xfrm>
                <a:off x="4355665" y="4371216"/>
                <a:ext cx="191520" cy="18360"/>
              </p14:xfrm>
            </p:contentPart>
          </mc:Choice>
          <mc:Fallback xmlns="">
            <p:pic>
              <p:nvPicPr>
                <p:cNvPr id="281" name="筆跡 280">
                  <a:extLst>
                    <a:ext uri="{FF2B5EF4-FFF2-40B4-BE49-F238E27FC236}">
                      <a16:creationId xmlns:a16="http://schemas.microsoft.com/office/drawing/2014/main" id="{037DAD41-FDFD-E2A9-45CE-13A7FF6C7369}"/>
                    </a:ext>
                  </a:extLst>
                </p:cNvPr>
                <p:cNvPicPr/>
                <p:nvPr/>
              </p:nvPicPr>
              <p:blipFill>
                <a:blip r:embed="rId196"/>
                <a:stretch>
                  <a:fillRect/>
                </a:stretch>
              </p:blipFill>
              <p:spPr>
                <a:xfrm>
                  <a:off x="4337665" y="4353216"/>
                  <a:ext cx="2271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282" name="筆跡 281">
                  <a:extLst>
                    <a:ext uri="{FF2B5EF4-FFF2-40B4-BE49-F238E27FC236}">
                      <a16:creationId xmlns:a16="http://schemas.microsoft.com/office/drawing/2014/main" id="{8E168037-D9DA-A811-57A0-1A6639D087C6}"/>
                    </a:ext>
                  </a:extLst>
                </p14:cNvPr>
                <p14:cNvContentPartPr/>
                <p14:nvPr/>
              </p14:nvContentPartPr>
              <p14:xfrm>
                <a:off x="4371865" y="4419816"/>
                <a:ext cx="12960" cy="78840"/>
              </p14:xfrm>
            </p:contentPart>
          </mc:Choice>
          <mc:Fallback xmlns="">
            <p:pic>
              <p:nvPicPr>
                <p:cNvPr id="282" name="筆跡 281">
                  <a:extLst>
                    <a:ext uri="{FF2B5EF4-FFF2-40B4-BE49-F238E27FC236}">
                      <a16:creationId xmlns:a16="http://schemas.microsoft.com/office/drawing/2014/main" id="{8E168037-D9DA-A811-57A0-1A6639D087C6}"/>
                    </a:ext>
                  </a:extLst>
                </p:cNvPr>
                <p:cNvPicPr/>
                <p:nvPr/>
              </p:nvPicPr>
              <p:blipFill>
                <a:blip r:embed="rId198"/>
                <a:stretch>
                  <a:fillRect/>
                </a:stretch>
              </p:blipFill>
              <p:spPr>
                <a:xfrm>
                  <a:off x="4353865" y="4401816"/>
                  <a:ext cx="4860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283" name="筆跡 282">
                  <a:extLst>
                    <a:ext uri="{FF2B5EF4-FFF2-40B4-BE49-F238E27FC236}">
                      <a16:creationId xmlns:a16="http://schemas.microsoft.com/office/drawing/2014/main" id="{D1F0A379-D563-76EE-C909-E0A9C9FDAF45}"/>
                    </a:ext>
                  </a:extLst>
                </p14:cNvPr>
                <p14:cNvContentPartPr/>
                <p14:nvPr/>
              </p14:nvContentPartPr>
              <p14:xfrm>
                <a:off x="4392385" y="4407576"/>
                <a:ext cx="126360" cy="37080"/>
              </p14:xfrm>
            </p:contentPart>
          </mc:Choice>
          <mc:Fallback xmlns="">
            <p:pic>
              <p:nvPicPr>
                <p:cNvPr id="283" name="筆跡 282">
                  <a:extLst>
                    <a:ext uri="{FF2B5EF4-FFF2-40B4-BE49-F238E27FC236}">
                      <a16:creationId xmlns:a16="http://schemas.microsoft.com/office/drawing/2014/main" id="{D1F0A379-D563-76EE-C909-E0A9C9FDAF45}"/>
                    </a:ext>
                  </a:extLst>
                </p:cNvPr>
                <p:cNvPicPr/>
                <p:nvPr/>
              </p:nvPicPr>
              <p:blipFill>
                <a:blip r:embed="rId200"/>
                <a:stretch>
                  <a:fillRect/>
                </a:stretch>
              </p:blipFill>
              <p:spPr>
                <a:xfrm>
                  <a:off x="4374385" y="4389576"/>
                  <a:ext cx="16200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284" name="筆跡 283">
                  <a:extLst>
                    <a:ext uri="{FF2B5EF4-FFF2-40B4-BE49-F238E27FC236}">
                      <a16:creationId xmlns:a16="http://schemas.microsoft.com/office/drawing/2014/main" id="{9008875C-1270-E1B5-9B8E-254F6FE0DFA0}"/>
                    </a:ext>
                  </a:extLst>
                </p14:cNvPr>
                <p14:cNvContentPartPr/>
                <p14:nvPr/>
              </p14:nvContentPartPr>
              <p14:xfrm>
                <a:off x="4395625" y="4415136"/>
                <a:ext cx="83160" cy="56880"/>
              </p14:xfrm>
            </p:contentPart>
          </mc:Choice>
          <mc:Fallback xmlns="">
            <p:pic>
              <p:nvPicPr>
                <p:cNvPr id="284" name="筆跡 283">
                  <a:extLst>
                    <a:ext uri="{FF2B5EF4-FFF2-40B4-BE49-F238E27FC236}">
                      <a16:creationId xmlns:a16="http://schemas.microsoft.com/office/drawing/2014/main" id="{9008875C-1270-E1B5-9B8E-254F6FE0DFA0}"/>
                    </a:ext>
                  </a:extLst>
                </p:cNvPr>
                <p:cNvPicPr/>
                <p:nvPr/>
              </p:nvPicPr>
              <p:blipFill>
                <a:blip r:embed="rId202"/>
                <a:stretch>
                  <a:fillRect/>
                </a:stretch>
              </p:blipFill>
              <p:spPr>
                <a:xfrm>
                  <a:off x="4377625" y="4397136"/>
                  <a:ext cx="1188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285" name="筆跡 284">
                  <a:extLst>
                    <a:ext uri="{FF2B5EF4-FFF2-40B4-BE49-F238E27FC236}">
                      <a16:creationId xmlns:a16="http://schemas.microsoft.com/office/drawing/2014/main" id="{AC10E343-A7FE-8B8B-73C4-801228D4C454}"/>
                    </a:ext>
                  </a:extLst>
                </p14:cNvPr>
                <p14:cNvContentPartPr/>
                <p14:nvPr/>
              </p14:nvContentPartPr>
              <p14:xfrm>
                <a:off x="4396705" y="4455816"/>
                <a:ext cx="81360" cy="24480"/>
              </p14:xfrm>
            </p:contentPart>
          </mc:Choice>
          <mc:Fallback xmlns="">
            <p:pic>
              <p:nvPicPr>
                <p:cNvPr id="285" name="筆跡 284">
                  <a:extLst>
                    <a:ext uri="{FF2B5EF4-FFF2-40B4-BE49-F238E27FC236}">
                      <a16:creationId xmlns:a16="http://schemas.microsoft.com/office/drawing/2014/main" id="{AC10E343-A7FE-8B8B-73C4-801228D4C454}"/>
                    </a:ext>
                  </a:extLst>
                </p:cNvPr>
                <p:cNvPicPr/>
                <p:nvPr/>
              </p:nvPicPr>
              <p:blipFill>
                <a:blip r:embed="rId204"/>
                <a:stretch>
                  <a:fillRect/>
                </a:stretch>
              </p:blipFill>
              <p:spPr>
                <a:xfrm>
                  <a:off x="4378705" y="4437816"/>
                  <a:ext cx="1170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286" name="筆跡 285">
                  <a:extLst>
                    <a:ext uri="{FF2B5EF4-FFF2-40B4-BE49-F238E27FC236}">
                      <a16:creationId xmlns:a16="http://schemas.microsoft.com/office/drawing/2014/main" id="{5B00E549-A61B-FC10-82D6-BFF613F6B401}"/>
                    </a:ext>
                  </a:extLst>
                </p14:cNvPr>
                <p14:cNvContentPartPr/>
                <p14:nvPr/>
              </p14:nvContentPartPr>
              <p14:xfrm>
                <a:off x="4316425" y="4457616"/>
                <a:ext cx="146160" cy="81360"/>
              </p14:xfrm>
            </p:contentPart>
          </mc:Choice>
          <mc:Fallback xmlns="">
            <p:pic>
              <p:nvPicPr>
                <p:cNvPr id="286" name="筆跡 285">
                  <a:extLst>
                    <a:ext uri="{FF2B5EF4-FFF2-40B4-BE49-F238E27FC236}">
                      <a16:creationId xmlns:a16="http://schemas.microsoft.com/office/drawing/2014/main" id="{5B00E549-A61B-FC10-82D6-BFF613F6B401}"/>
                    </a:ext>
                  </a:extLst>
                </p:cNvPr>
                <p:cNvPicPr/>
                <p:nvPr/>
              </p:nvPicPr>
              <p:blipFill>
                <a:blip r:embed="rId206"/>
                <a:stretch>
                  <a:fillRect/>
                </a:stretch>
              </p:blipFill>
              <p:spPr>
                <a:xfrm>
                  <a:off x="4298425" y="4439616"/>
                  <a:ext cx="1818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287" name="筆跡 286">
                  <a:extLst>
                    <a:ext uri="{FF2B5EF4-FFF2-40B4-BE49-F238E27FC236}">
                      <a16:creationId xmlns:a16="http://schemas.microsoft.com/office/drawing/2014/main" id="{E17A6180-CD08-89E1-9ABE-708B47B3BA72}"/>
                    </a:ext>
                  </a:extLst>
                </p14:cNvPr>
                <p14:cNvContentPartPr/>
                <p14:nvPr/>
              </p14:nvContentPartPr>
              <p14:xfrm>
                <a:off x="4449985" y="4487496"/>
                <a:ext cx="98640" cy="68040"/>
              </p14:xfrm>
            </p:contentPart>
          </mc:Choice>
          <mc:Fallback xmlns="">
            <p:pic>
              <p:nvPicPr>
                <p:cNvPr id="287" name="筆跡 286">
                  <a:extLst>
                    <a:ext uri="{FF2B5EF4-FFF2-40B4-BE49-F238E27FC236}">
                      <a16:creationId xmlns:a16="http://schemas.microsoft.com/office/drawing/2014/main" id="{E17A6180-CD08-89E1-9ABE-708B47B3BA72}"/>
                    </a:ext>
                  </a:extLst>
                </p:cNvPr>
                <p:cNvPicPr/>
                <p:nvPr/>
              </p:nvPicPr>
              <p:blipFill>
                <a:blip r:embed="rId208"/>
                <a:stretch>
                  <a:fillRect/>
                </a:stretch>
              </p:blipFill>
              <p:spPr>
                <a:xfrm>
                  <a:off x="4431985" y="4469591"/>
                  <a:ext cx="134280" cy="103492"/>
                </a:xfrm>
                <a:prstGeom prst="rect">
                  <a:avLst/>
                </a:prstGeom>
              </p:spPr>
            </p:pic>
          </mc:Fallback>
        </mc:AlternateContent>
      </p:grpSp>
      <p:grpSp>
        <p:nvGrpSpPr>
          <p:cNvPr id="315" name="群組 314">
            <a:extLst>
              <a:ext uri="{FF2B5EF4-FFF2-40B4-BE49-F238E27FC236}">
                <a16:creationId xmlns:a16="http://schemas.microsoft.com/office/drawing/2014/main" id="{D5D2084F-E0C0-90D0-9845-FE0B3A23C1E2}"/>
              </a:ext>
            </a:extLst>
          </p:cNvPr>
          <p:cNvGrpSpPr/>
          <p:nvPr/>
        </p:nvGrpSpPr>
        <p:grpSpPr>
          <a:xfrm>
            <a:off x="5442505" y="5206416"/>
            <a:ext cx="817560" cy="503640"/>
            <a:chOff x="5442505" y="5206416"/>
            <a:chExt cx="817560" cy="503640"/>
          </a:xfrm>
        </p:grpSpPr>
        <mc:AlternateContent xmlns:mc="http://schemas.openxmlformats.org/markup-compatibility/2006" xmlns:p14="http://schemas.microsoft.com/office/powerpoint/2010/main">
          <mc:Choice Requires="p14">
            <p:contentPart p14:bwMode="auto" r:id="rId209">
              <p14:nvContentPartPr>
                <p14:cNvPr id="289" name="筆跡 288">
                  <a:extLst>
                    <a:ext uri="{FF2B5EF4-FFF2-40B4-BE49-F238E27FC236}">
                      <a16:creationId xmlns:a16="http://schemas.microsoft.com/office/drawing/2014/main" id="{FF0752E2-A453-734A-41CF-372F136D8675}"/>
                    </a:ext>
                  </a:extLst>
                </p14:cNvPr>
                <p14:cNvContentPartPr/>
                <p14:nvPr/>
              </p14:nvContentPartPr>
              <p14:xfrm>
                <a:off x="5463745" y="5283816"/>
                <a:ext cx="75600" cy="249480"/>
              </p14:xfrm>
            </p:contentPart>
          </mc:Choice>
          <mc:Fallback xmlns="">
            <p:pic>
              <p:nvPicPr>
                <p:cNvPr id="289" name="筆跡 288">
                  <a:extLst>
                    <a:ext uri="{FF2B5EF4-FFF2-40B4-BE49-F238E27FC236}">
                      <a16:creationId xmlns:a16="http://schemas.microsoft.com/office/drawing/2014/main" id="{FF0752E2-A453-734A-41CF-372F136D8675}"/>
                    </a:ext>
                  </a:extLst>
                </p:cNvPr>
                <p:cNvPicPr/>
                <p:nvPr/>
              </p:nvPicPr>
              <p:blipFill>
                <a:blip r:embed="rId210"/>
                <a:stretch>
                  <a:fillRect/>
                </a:stretch>
              </p:blipFill>
              <p:spPr>
                <a:xfrm>
                  <a:off x="5445830" y="5265816"/>
                  <a:ext cx="111071"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290" name="筆跡 289">
                  <a:extLst>
                    <a:ext uri="{FF2B5EF4-FFF2-40B4-BE49-F238E27FC236}">
                      <a16:creationId xmlns:a16="http://schemas.microsoft.com/office/drawing/2014/main" id="{CA90BC4A-2218-723C-FD73-35879124F957}"/>
                    </a:ext>
                  </a:extLst>
                </p14:cNvPr>
                <p14:cNvContentPartPr/>
                <p14:nvPr/>
              </p14:nvContentPartPr>
              <p14:xfrm>
                <a:off x="5496505" y="5314776"/>
                <a:ext cx="136080" cy="296280"/>
              </p14:xfrm>
            </p:contentPart>
          </mc:Choice>
          <mc:Fallback xmlns="">
            <p:pic>
              <p:nvPicPr>
                <p:cNvPr id="290" name="筆跡 289">
                  <a:extLst>
                    <a:ext uri="{FF2B5EF4-FFF2-40B4-BE49-F238E27FC236}">
                      <a16:creationId xmlns:a16="http://schemas.microsoft.com/office/drawing/2014/main" id="{CA90BC4A-2218-723C-FD73-35879124F957}"/>
                    </a:ext>
                  </a:extLst>
                </p:cNvPr>
                <p:cNvPicPr/>
                <p:nvPr/>
              </p:nvPicPr>
              <p:blipFill>
                <a:blip r:embed="rId212"/>
                <a:stretch>
                  <a:fillRect/>
                </a:stretch>
              </p:blipFill>
              <p:spPr>
                <a:xfrm>
                  <a:off x="5478505" y="5296776"/>
                  <a:ext cx="17172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91" name="筆跡 290">
                  <a:extLst>
                    <a:ext uri="{FF2B5EF4-FFF2-40B4-BE49-F238E27FC236}">
                      <a16:creationId xmlns:a16="http://schemas.microsoft.com/office/drawing/2014/main" id="{7B3F3916-66A4-6402-10F6-3FCC2F9BB7BC}"/>
                    </a:ext>
                  </a:extLst>
                </p14:cNvPr>
                <p14:cNvContentPartPr/>
                <p14:nvPr/>
              </p14:nvContentPartPr>
              <p14:xfrm>
                <a:off x="5554105" y="5373816"/>
                <a:ext cx="33120" cy="31320"/>
              </p14:xfrm>
            </p:contentPart>
          </mc:Choice>
          <mc:Fallback xmlns="">
            <p:pic>
              <p:nvPicPr>
                <p:cNvPr id="291" name="筆跡 290">
                  <a:extLst>
                    <a:ext uri="{FF2B5EF4-FFF2-40B4-BE49-F238E27FC236}">
                      <a16:creationId xmlns:a16="http://schemas.microsoft.com/office/drawing/2014/main" id="{7B3F3916-66A4-6402-10F6-3FCC2F9BB7BC}"/>
                    </a:ext>
                  </a:extLst>
                </p:cNvPr>
                <p:cNvPicPr/>
                <p:nvPr/>
              </p:nvPicPr>
              <p:blipFill>
                <a:blip r:embed="rId214"/>
                <a:stretch>
                  <a:fillRect/>
                </a:stretch>
              </p:blipFill>
              <p:spPr>
                <a:xfrm>
                  <a:off x="5536105" y="5355816"/>
                  <a:ext cx="687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92" name="筆跡 291">
                  <a:extLst>
                    <a:ext uri="{FF2B5EF4-FFF2-40B4-BE49-F238E27FC236}">
                      <a16:creationId xmlns:a16="http://schemas.microsoft.com/office/drawing/2014/main" id="{C2C5AFF6-554F-8C1C-B9D1-4A4F93AF35F1}"/>
                    </a:ext>
                  </a:extLst>
                </p14:cNvPr>
                <p14:cNvContentPartPr/>
                <p14:nvPr/>
              </p14:nvContentPartPr>
              <p14:xfrm>
                <a:off x="5575345" y="5465256"/>
                <a:ext cx="24840" cy="48960"/>
              </p14:xfrm>
            </p:contentPart>
          </mc:Choice>
          <mc:Fallback xmlns="">
            <p:pic>
              <p:nvPicPr>
                <p:cNvPr id="292" name="筆跡 291">
                  <a:extLst>
                    <a:ext uri="{FF2B5EF4-FFF2-40B4-BE49-F238E27FC236}">
                      <a16:creationId xmlns:a16="http://schemas.microsoft.com/office/drawing/2014/main" id="{C2C5AFF6-554F-8C1C-B9D1-4A4F93AF35F1}"/>
                    </a:ext>
                  </a:extLst>
                </p:cNvPr>
                <p:cNvPicPr/>
                <p:nvPr/>
              </p:nvPicPr>
              <p:blipFill>
                <a:blip r:embed="rId216"/>
                <a:stretch>
                  <a:fillRect/>
                </a:stretch>
              </p:blipFill>
              <p:spPr>
                <a:xfrm>
                  <a:off x="5557345" y="5447256"/>
                  <a:ext cx="604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293" name="筆跡 292">
                  <a:extLst>
                    <a:ext uri="{FF2B5EF4-FFF2-40B4-BE49-F238E27FC236}">
                      <a16:creationId xmlns:a16="http://schemas.microsoft.com/office/drawing/2014/main" id="{DA3242CA-7F00-4307-4FD9-F66ABB2A62D8}"/>
                    </a:ext>
                  </a:extLst>
                </p14:cNvPr>
                <p14:cNvContentPartPr/>
                <p14:nvPr/>
              </p14:nvContentPartPr>
              <p14:xfrm>
                <a:off x="5442505" y="5435016"/>
                <a:ext cx="245160" cy="10440"/>
              </p14:xfrm>
            </p:contentPart>
          </mc:Choice>
          <mc:Fallback xmlns="">
            <p:pic>
              <p:nvPicPr>
                <p:cNvPr id="293" name="筆跡 292">
                  <a:extLst>
                    <a:ext uri="{FF2B5EF4-FFF2-40B4-BE49-F238E27FC236}">
                      <a16:creationId xmlns:a16="http://schemas.microsoft.com/office/drawing/2014/main" id="{DA3242CA-7F00-4307-4FD9-F66ABB2A62D8}"/>
                    </a:ext>
                  </a:extLst>
                </p:cNvPr>
                <p:cNvPicPr/>
                <p:nvPr/>
              </p:nvPicPr>
              <p:blipFill>
                <a:blip r:embed="rId218"/>
                <a:stretch>
                  <a:fillRect/>
                </a:stretch>
              </p:blipFill>
              <p:spPr>
                <a:xfrm>
                  <a:off x="5424505" y="5417016"/>
                  <a:ext cx="2808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95" name="筆跡 294">
                  <a:extLst>
                    <a:ext uri="{FF2B5EF4-FFF2-40B4-BE49-F238E27FC236}">
                      <a16:creationId xmlns:a16="http://schemas.microsoft.com/office/drawing/2014/main" id="{4E7B9758-A0C3-BAB8-2C89-0D279C269717}"/>
                    </a:ext>
                  </a:extLst>
                </p14:cNvPr>
                <p14:cNvContentPartPr/>
                <p14:nvPr/>
              </p14:nvContentPartPr>
              <p14:xfrm>
                <a:off x="5742385" y="5214336"/>
                <a:ext cx="32400" cy="59040"/>
              </p14:xfrm>
            </p:contentPart>
          </mc:Choice>
          <mc:Fallback xmlns="">
            <p:pic>
              <p:nvPicPr>
                <p:cNvPr id="295" name="筆跡 294">
                  <a:extLst>
                    <a:ext uri="{FF2B5EF4-FFF2-40B4-BE49-F238E27FC236}">
                      <a16:creationId xmlns:a16="http://schemas.microsoft.com/office/drawing/2014/main" id="{4E7B9758-A0C3-BAB8-2C89-0D279C269717}"/>
                    </a:ext>
                  </a:extLst>
                </p:cNvPr>
                <p:cNvPicPr/>
                <p:nvPr/>
              </p:nvPicPr>
              <p:blipFill>
                <a:blip r:embed="rId220"/>
                <a:stretch>
                  <a:fillRect/>
                </a:stretch>
              </p:blipFill>
              <p:spPr>
                <a:xfrm>
                  <a:off x="5724385" y="5196445"/>
                  <a:ext cx="68040" cy="94464"/>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96" name="筆跡 295">
                  <a:extLst>
                    <a:ext uri="{FF2B5EF4-FFF2-40B4-BE49-F238E27FC236}">
                      <a16:creationId xmlns:a16="http://schemas.microsoft.com/office/drawing/2014/main" id="{BA93A2F3-DAD8-A027-94A8-F4DEE3C6D9B6}"/>
                    </a:ext>
                  </a:extLst>
                </p14:cNvPr>
                <p14:cNvContentPartPr/>
                <p14:nvPr/>
              </p14:nvContentPartPr>
              <p14:xfrm>
                <a:off x="5686585" y="5249616"/>
                <a:ext cx="44640" cy="131400"/>
              </p14:xfrm>
            </p:contentPart>
          </mc:Choice>
          <mc:Fallback xmlns="">
            <p:pic>
              <p:nvPicPr>
                <p:cNvPr id="296" name="筆跡 295">
                  <a:extLst>
                    <a:ext uri="{FF2B5EF4-FFF2-40B4-BE49-F238E27FC236}">
                      <a16:creationId xmlns:a16="http://schemas.microsoft.com/office/drawing/2014/main" id="{BA93A2F3-DAD8-A027-94A8-F4DEE3C6D9B6}"/>
                    </a:ext>
                  </a:extLst>
                </p:cNvPr>
                <p:cNvPicPr/>
                <p:nvPr/>
              </p:nvPicPr>
              <p:blipFill>
                <a:blip r:embed="rId222"/>
                <a:stretch>
                  <a:fillRect/>
                </a:stretch>
              </p:blipFill>
              <p:spPr>
                <a:xfrm>
                  <a:off x="5668585" y="5231616"/>
                  <a:ext cx="802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297" name="筆跡 296">
                  <a:extLst>
                    <a:ext uri="{FF2B5EF4-FFF2-40B4-BE49-F238E27FC236}">
                      <a16:creationId xmlns:a16="http://schemas.microsoft.com/office/drawing/2014/main" id="{8EF77B69-AA84-A3F1-0027-D5629B148380}"/>
                    </a:ext>
                  </a:extLst>
                </p14:cNvPr>
                <p14:cNvContentPartPr/>
                <p14:nvPr/>
              </p14:nvContentPartPr>
              <p14:xfrm>
                <a:off x="5719705" y="5302896"/>
                <a:ext cx="159120" cy="48600"/>
              </p14:xfrm>
            </p:contentPart>
          </mc:Choice>
          <mc:Fallback xmlns="">
            <p:pic>
              <p:nvPicPr>
                <p:cNvPr id="297" name="筆跡 296">
                  <a:extLst>
                    <a:ext uri="{FF2B5EF4-FFF2-40B4-BE49-F238E27FC236}">
                      <a16:creationId xmlns:a16="http://schemas.microsoft.com/office/drawing/2014/main" id="{8EF77B69-AA84-A3F1-0027-D5629B148380}"/>
                    </a:ext>
                  </a:extLst>
                </p:cNvPr>
                <p:cNvPicPr/>
                <p:nvPr/>
              </p:nvPicPr>
              <p:blipFill>
                <a:blip r:embed="rId224"/>
                <a:stretch>
                  <a:fillRect/>
                </a:stretch>
              </p:blipFill>
              <p:spPr>
                <a:xfrm>
                  <a:off x="5701705" y="5284762"/>
                  <a:ext cx="194760" cy="84506"/>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98" name="筆跡 297">
                  <a:extLst>
                    <a:ext uri="{FF2B5EF4-FFF2-40B4-BE49-F238E27FC236}">
                      <a16:creationId xmlns:a16="http://schemas.microsoft.com/office/drawing/2014/main" id="{6E79FEEC-E668-B6BC-741D-E33F65302A3F}"/>
                    </a:ext>
                  </a:extLst>
                </p14:cNvPr>
                <p14:cNvContentPartPr/>
                <p14:nvPr/>
              </p14:nvContentPartPr>
              <p14:xfrm>
                <a:off x="5759665" y="5386416"/>
                <a:ext cx="76320" cy="80280"/>
              </p14:xfrm>
            </p:contentPart>
          </mc:Choice>
          <mc:Fallback xmlns="">
            <p:pic>
              <p:nvPicPr>
                <p:cNvPr id="298" name="筆跡 297">
                  <a:extLst>
                    <a:ext uri="{FF2B5EF4-FFF2-40B4-BE49-F238E27FC236}">
                      <a16:creationId xmlns:a16="http://schemas.microsoft.com/office/drawing/2014/main" id="{6E79FEEC-E668-B6BC-741D-E33F65302A3F}"/>
                    </a:ext>
                  </a:extLst>
                </p:cNvPr>
                <p:cNvPicPr/>
                <p:nvPr/>
              </p:nvPicPr>
              <p:blipFill>
                <a:blip r:embed="rId226"/>
                <a:stretch>
                  <a:fillRect/>
                </a:stretch>
              </p:blipFill>
              <p:spPr>
                <a:xfrm>
                  <a:off x="5741665" y="5368416"/>
                  <a:ext cx="1119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99" name="筆跡 298">
                  <a:extLst>
                    <a:ext uri="{FF2B5EF4-FFF2-40B4-BE49-F238E27FC236}">
                      <a16:creationId xmlns:a16="http://schemas.microsoft.com/office/drawing/2014/main" id="{1921B5A3-399A-4A3D-E8A4-3F69224E41BB}"/>
                    </a:ext>
                  </a:extLst>
                </p14:cNvPr>
                <p14:cNvContentPartPr/>
                <p14:nvPr/>
              </p14:nvContentPartPr>
              <p14:xfrm>
                <a:off x="5724745" y="5376336"/>
                <a:ext cx="155520" cy="207000"/>
              </p14:xfrm>
            </p:contentPart>
          </mc:Choice>
          <mc:Fallback xmlns="">
            <p:pic>
              <p:nvPicPr>
                <p:cNvPr id="299" name="筆跡 298">
                  <a:extLst>
                    <a:ext uri="{FF2B5EF4-FFF2-40B4-BE49-F238E27FC236}">
                      <a16:creationId xmlns:a16="http://schemas.microsoft.com/office/drawing/2014/main" id="{1921B5A3-399A-4A3D-E8A4-3F69224E41BB}"/>
                    </a:ext>
                  </a:extLst>
                </p:cNvPr>
                <p:cNvPicPr/>
                <p:nvPr/>
              </p:nvPicPr>
              <p:blipFill>
                <a:blip r:embed="rId228"/>
                <a:stretch>
                  <a:fillRect/>
                </a:stretch>
              </p:blipFill>
              <p:spPr>
                <a:xfrm>
                  <a:off x="5706745" y="5358336"/>
                  <a:ext cx="19116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300" name="筆跡 299">
                  <a:extLst>
                    <a:ext uri="{FF2B5EF4-FFF2-40B4-BE49-F238E27FC236}">
                      <a16:creationId xmlns:a16="http://schemas.microsoft.com/office/drawing/2014/main" id="{26527EEA-6C9E-A1EA-E541-318C2FCD179B}"/>
                    </a:ext>
                  </a:extLst>
                </p14:cNvPr>
                <p14:cNvContentPartPr/>
                <p14:nvPr/>
              </p14:nvContentPartPr>
              <p14:xfrm>
                <a:off x="6008065" y="5260416"/>
                <a:ext cx="92160" cy="19440"/>
              </p14:xfrm>
            </p:contentPart>
          </mc:Choice>
          <mc:Fallback xmlns="">
            <p:pic>
              <p:nvPicPr>
                <p:cNvPr id="300" name="筆跡 299">
                  <a:extLst>
                    <a:ext uri="{FF2B5EF4-FFF2-40B4-BE49-F238E27FC236}">
                      <a16:creationId xmlns:a16="http://schemas.microsoft.com/office/drawing/2014/main" id="{26527EEA-6C9E-A1EA-E541-318C2FCD179B}"/>
                    </a:ext>
                  </a:extLst>
                </p:cNvPr>
                <p:cNvPicPr/>
                <p:nvPr/>
              </p:nvPicPr>
              <p:blipFill>
                <a:blip r:embed="rId230"/>
                <a:stretch>
                  <a:fillRect/>
                </a:stretch>
              </p:blipFill>
              <p:spPr>
                <a:xfrm>
                  <a:off x="5990065" y="5242416"/>
                  <a:ext cx="1278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301" name="筆跡 300">
                  <a:extLst>
                    <a:ext uri="{FF2B5EF4-FFF2-40B4-BE49-F238E27FC236}">
                      <a16:creationId xmlns:a16="http://schemas.microsoft.com/office/drawing/2014/main" id="{37355CEE-2D8C-8AD6-00F6-29EACD4A0DEB}"/>
                    </a:ext>
                  </a:extLst>
                </p14:cNvPr>
                <p14:cNvContentPartPr/>
                <p14:nvPr/>
              </p14:nvContentPartPr>
              <p14:xfrm>
                <a:off x="6031825" y="5292096"/>
                <a:ext cx="52200" cy="32040"/>
              </p14:xfrm>
            </p:contentPart>
          </mc:Choice>
          <mc:Fallback xmlns="">
            <p:pic>
              <p:nvPicPr>
                <p:cNvPr id="301" name="筆跡 300">
                  <a:extLst>
                    <a:ext uri="{FF2B5EF4-FFF2-40B4-BE49-F238E27FC236}">
                      <a16:creationId xmlns:a16="http://schemas.microsoft.com/office/drawing/2014/main" id="{37355CEE-2D8C-8AD6-00F6-29EACD4A0DEB}"/>
                    </a:ext>
                  </a:extLst>
                </p:cNvPr>
                <p:cNvPicPr/>
                <p:nvPr/>
              </p:nvPicPr>
              <p:blipFill>
                <a:blip r:embed="rId232"/>
                <a:stretch>
                  <a:fillRect/>
                </a:stretch>
              </p:blipFill>
              <p:spPr>
                <a:xfrm>
                  <a:off x="6013825" y="5274096"/>
                  <a:ext cx="8784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302" name="筆跡 301">
                  <a:extLst>
                    <a:ext uri="{FF2B5EF4-FFF2-40B4-BE49-F238E27FC236}">
                      <a16:creationId xmlns:a16="http://schemas.microsoft.com/office/drawing/2014/main" id="{D5338D6D-F080-DA83-E067-B593AA82A41B}"/>
                    </a:ext>
                  </a:extLst>
                </p14:cNvPr>
                <p14:cNvContentPartPr/>
                <p14:nvPr/>
              </p14:nvContentPartPr>
              <p14:xfrm>
                <a:off x="5938945" y="5261136"/>
                <a:ext cx="86400" cy="210600"/>
              </p14:xfrm>
            </p:contentPart>
          </mc:Choice>
          <mc:Fallback xmlns="">
            <p:pic>
              <p:nvPicPr>
                <p:cNvPr id="302" name="筆跡 301">
                  <a:extLst>
                    <a:ext uri="{FF2B5EF4-FFF2-40B4-BE49-F238E27FC236}">
                      <a16:creationId xmlns:a16="http://schemas.microsoft.com/office/drawing/2014/main" id="{D5338D6D-F080-DA83-E067-B593AA82A41B}"/>
                    </a:ext>
                  </a:extLst>
                </p:cNvPr>
                <p:cNvPicPr/>
                <p:nvPr/>
              </p:nvPicPr>
              <p:blipFill>
                <a:blip r:embed="rId234"/>
                <a:stretch>
                  <a:fillRect/>
                </a:stretch>
              </p:blipFill>
              <p:spPr>
                <a:xfrm>
                  <a:off x="5921020" y="5243167"/>
                  <a:ext cx="121892" cy="246179"/>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303" name="筆跡 302">
                  <a:extLst>
                    <a:ext uri="{FF2B5EF4-FFF2-40B4-BE49-F238E27FC236}">
                      <a16:creationId xmlns:a16="http://schemas.microsoft.com/office/drawing/2014/main" id="{DB0B56CE-1400-FE6A-FC65-EDB765D89DA9}"/>
                    </a:ext>
                  </a:extLst>
                </p14:cNvPr>
                <p14:cNvContentPartPr/>
                <p14:nvPr/>
              </p14:nvContentPartPr>
              <p14:xfrm>
                <a:off x="6004825" y="5379576"/>
                <a:ext cx="4680" cy="66960"/>
              </p14:xfrm>
            </p:contentPart>
          </mc:Choice>
          <mc:Fallback xmlns="">
            <p:pic>
              <p:nvPicPr>
                <p:cNvPr id="303" name="筆跡 302">
                  <a:extLst>
                    <a:ext uri="{FF2B5EF4-FFF2-40B4-BE49-F238E27FC236}">
                      <a16:creationId xmlns:a16="http://schemas.microsoft.com/office/drawing/2014/main" id="{DB0B56CE-1400-FE6A-FC65-EDB765D89DA9}"/>
                    </a:ext>
                  </a:extLst>
                </p:cNvPr>
                <p:cNvPicPr/>
                <p:nvPr/>
              </p:nvPicPr>
              <p:blipFill>
                <a:blip r:embed="rId236"/>
                <a:stretch>
                  <a:fillRect/>
                </a:stretch>
              </p:blipFill>
              <p:spPr>
                <a:xfrm>
                  <a:off x="5988111" y="5361479"/>
                  <a:ext cx="37774" cy="102793"/>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304" name="筆跡 303">
                  <a:extLst>
                    <a:ext uri="{FF2B5EF4-FFF2-40B4-BE49-F238E27FC236}">
                      <a16:creationId xmlns:a16="http://schemas.microsoft.com/office/drawing/2014/main" id="{632C7D2A-D32D-BBDB-11EE-16F4071A4172}"/>
                    </a:ext>
                  </a:extLst>
                </p14:cNvPr>
                <p14:cNvContentPartPr/>
                <p14:nvPr/>
              </p14:nvContentPartPr>
              <p14:xfrm>
                <a:off x="6030745" y="5376336"/>
                <a:ext cx="57960" cy="33480"/>
              </p14:xfrm>
            </p:contentPart>
          </mc:Choice>
          <mc:Fallback xmlns="">
            <p:pic>
              <p:nvPicPr>
                <p:cNvPr id="304" name="筆跡 303">
                  <a:extLst>
                    <a:ext uri="{FF2B5EF4-FFF2-40B4-BE49-F238E27FC236}">
                      <a16:creationId xmlns:a16="http://schemas.microsoft.com/office/drawing/2014/main" id="{632C7D2A-D32D-BBDB-11EE-16F4071A4172}"/>
                    </a:ext>
                  </a:extLst>
                </p:cNvPr>
                <p:cNvPicPr/>
                <p:nvPr/>
              </p:nvPicPr>
              <p:blipFill>
                <a:blip r:embed="rId238"/>
                <a:stretch>
                  <a:fillRect/>
                </a:stretch>
              </p:blipFill>
              <p:spPr>
                <a:xfrm>
                  <a:off x="6012856" y="5358336"/>
                  <a:ext cx="933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305" name="筆跡 304">
                  <a:extLst>
                    <a:ext uri="{FF2B5EF4-FFF2-40B4-BE49-F238E27FC236}">
                      <a16:creationId xmlns:a16="http://schemas.microsoft.com/office/drawing/2014/main" id="{FEA119E0-419A-12F0-49B7-E3B0CDFF6EDE}"/>
                    </a:ext>
                  </a:extLst>
                </p14:cNvPr>
                <p14:cNvContentPartPr/>
                <p14:nvPr/>
              </p14:nvContentPartPr>
              <p14:xfrm>
                <a:off x="6053425" y="5386056"/>
                <a:ext cx="80280" cy="49680"/>
              </p14:xfrm>
            </p:contentPart>
          </mc:Choice>
          <mc:Fallback xmlns="">
            <p:pic>
              <p:nvPicPr>
                <p:cNvPr id="305" name="筆跡 304">
                  <a:extLst>
                    <a:ext uri="{FF2B5EF4-FFF2-40B4-BE49-F238E27FC236}">
                      <a16:creationId xmlns:a16="http://schemas.microsoft.com/office/drawing/2014/main" id="{FEA119E0-419A-12F0-49B7-E3B0CDFF6EDE}"/>
                    </a:ext>
                  </a:extLst>
                </p:cNvPr>
                <p:cNvPicPr/>
                <p:nvPr/>
              </p:nvPicPr>
              <p:blipFill>
                <a:blip r:embed="rId240"/>
                <a:stretch>
                  <a:fillRect/>
                </a:stretch>
              </p:blipFill>
              <p:spPr>
                <a:xfrm>
                  <a:off x="6035344" y="5368056"/>
                  <a:ext cx="116081"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306" name="筆跡 305">
                  <a:extLst>
                    <a:ext uri="{FF2B5EF4-FFF2-40B4-BE49-F238E27FC236}">
                      <a16:creationId xmlns:a16="http://schemas.microsoft.com/office/drawing/2014/main" id="{983F55DD-44E3-648F-730F-CBC2BF13C47D}"/>
                    </a:ext>
                  </a:extLst>
                </p14:cNvPr>
                <p14:cNvContentPartPr/>
                <p14:nvPr/>
              </p14:nvContentPartPr>
              <p14:xfrm>
                <a:off x="6161065" y="5206416"/>
                <a:ext cx="99000" cy="24480"/>
              </p14:xfrm>
            </p:contentPart>
          </mc:Choice>
          <mc:Fallback xmlns="">
            <p:pic>
              <p:nvPicPr>
                <p:cNvPr id="306" name="筆跡 305">
                  <a:extLst>
                    <a:ext uri="{FF2B5EF4-FFF2-40B4-BE49-F238E27FC236}">
                      <a16:creationId xmlns:a16="http://schemas.microsoft.com/office/drawing/2014/main" id="{983F55DD-44E3-648F-730F-CBC2BF13C47D}"/>
                    </a:ext>
                  </a:extLst>
                </p:cNvPr>
                <p:cNvPicPr/>
                <p:nvPr/>
              </p:nvPicPr>
              <p:blipFill>
                <a:blip r:embed="rId242"/>
                <a:stretch>
                  <a:fillRect/>
                </a:stretch>
              </p:blipFill>
              <p:spPr>
                <a:xfrm>
                  <a:off x="6143065" y="5188416"/>
                  <a:ext cx="1346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307" name="筆跡 306">
                  <a:extLst>
                    <a:ext uri="{FF2B5EF4-FFF2-40B4-BE49-F238E27FC236}">
                      <a16:creationId xmlns:a16="http://schemas.microsoft.com/office/drawing/2014/main" id="{C0F9AF5B-057D-AEA7-3FFF-CE86962F0A5E}"/>
                    </a:ext>
                  </a:extLst>
                </p14:cNvPr>
                <p14:cNvContentPartPr/>
                <p14:nvPr/>
              </p14:nvContentPartPr>
              <p14:xfrm>
                <a:off x="6171145" y="5243496"/>
                <a:ext cx="39240" cy="94320"/>
              </p14:xfrm>
            </p:contentPart>
          </mc:Choice>
          <mc:Fallback xmlns="">
            <p:pic>
              <p:nvPicPr>
                <p:cNvPr id="307" name="筆跡 306">
                  <a:extLst>
                    <a:ext uri="{FF2B5EF4-FFF2-40B4-BE49-F238E27FC236}">
                      <a16:creationId xmlns:a16="http://schemas.microsoft.com/office/drawing/2014/main" id="{C0F9AF5B-057D-AEA7-3FFF-CE86962F0A5E}"/>
                    </a:ext>
                  </a:extLst>
                </p:cNvPr>
                <p:cNvPicPr/>
                <p:nvPr/>
              </p:nvPicPr>
              <p:blipFill>
                <a:blip r:embed="rId244"/>
                <a:stretch>
                  <a:fillRect/>
                </a:stretch>
              </p:blipFill>
              <p:spPr>
                <a:xfrm>
                  <a:off x="6152978" y="5225496"/>
                  <a:ext cx="7521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308" name="筆跡 307">
                  <a:extLst>
                    <a:ext uri="{FF2B5EF4-FFF2-40B4-BE49-F238E27FC236}">
                      <a16:creationId xmlns:a16="http://schemas.microsoft.com/office/drawing/2014/main" id="{524E6D82-18E8-602D-1910-49526A810D51}"/>
                    </a:ext>
                  </a:extLst>
                </p14:cNvPr>
                <p14:cNvContentPartPr/>
                <p14:nvPr/>
              </p14:nvContentPartPr>
              <p14:xfrm>
                <a:off x="6185905" y="5311896"/>
                <a:ext cx="52920" cy="28800"/>
              </p14:xfrm>
            </p:contentPart>
          </mc:Choice>
          <mc:Fallback xmlns="">
            <p:pic>
              <p:nvPicPr>
                <p:cNvPr id="308" name="筆跡 307">
                  <a:extLst>
                    <a:ext uri="{FF2B5EF4-FFF2-40B4-BE49-F238E27FC236}">
                      <a16:creationId xmlns:a16="http://schemas.microsoft.com/office/drawing/2014/main" id="{524E6D82-18E8-602D-1910-49526A810D51}"/>
                    </a:ext>
                  </a:extLst>
                </p:cNvPr>
                <p:cNvPicPr/>
                <p:nvPr/>
              </p:nvPicPr>
              <p:blipFill>
                <a:blip r:embed="rId246"/>
                <a:stretch>
                  <a:fillRect/>
                </a:stretch>
              </p:blipFill>
              <p:spPr>
                <a:xfrm>
                  <a:off x="6167905" y="5293896"/>
                  <a:ext cx="885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309" name="筆跡 308">
                  <a:extLst>
                    <a:ext uri="{FF2B5EF4-FFF2-40B4-BE49-F238E27FC236}">
                      <a16:creationId xmlns:a16="http://schemas.microsoft.com/office/drawing/2014/main" id="{7A18A817-BEFF-18EA-4C7A-5107150845E9}"/>
                    </a:ext>
                  </a:extLst>
                </p14:cNvPr>
                <p14:cNvContentPartPr/>
                <p14:nvPr/>
              </p14:nvContentPartPr>
              <p14:xfrm>
                <a:off x="6175105" y="5319456"/>
                <a:ext cx="62280" cy="52200"/>
              </p14:xfrm>
            </p:contentPart>
          </mc:Choice>
          <mc:Fallback xmlns="">
            <p:pic>
              <p:nvPicPr>
                <p:cNvPr id="309" name="筆跡 308">
                  <a:extLst>
                    <a:ext uri="{FF2B5EF4-FFF2-40B4-BE49-F238E27FC236}">
                      <a16:creationId xmlns:a16="http://schemas.microsoft.com/office/drawing/2014/main" id="{7A18A817-BEFF-18EA-4C7A-5107150845E9}"/>
                    </a:ext>
                  </a:extLst>
                </p:cNvPr>
                <p:cNvPicPr/>
                <p:nvPr/>
              </p:nvPicPr>
              <p:blipFill>
                <a:blip r:embed="rId248"/>
                <a:stretch>
                  <a:fillRect/>
                </a:stretch>
              </p:blipFill>
              <p:spPr>
                <a:xfrm>
                  <a:off x="6157105" y="5301579"/>
                  <a:ext cx="97920" cy="87596"/>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310" name="筆跡 309">
                  <a:extLst>
                    <a:ext uri="{FF2B5EF4-FFF2-40B4-BE49-F238E27FC236}">
                      <a16:creationId xmlns:a16="http://schemas.microsoft.com/office/drawing/2014/main" id="{19948EDD-F3AD-3DB4-5CF8-82EDB971CDBC}"/>
                    </a:ext>
                  </a:extLst>
                </p14:cNvPr>
                <p14:cNvContentPartPr/>
                <p14:nvPr/>
              </p14:nvContentPartPr>
              <p14:xfrm>
                <a:off x="6184825" y="5321976"/>
                <a:ext cx="29520" cy="94680"/>
              </p14:xfrm>
            </p:contentPart>
          </mc:Choice>
          <mc:Fallback xmlns="">
            <p:pic>
              <p:nvPicPr>
                <p:cNvPr id="310" name="筆跡 309">
                  <a:extLst>
                    <a:ext uri="{FF2B5EF4-FFF2-40B4-BE49-F238E27FC236}">
                      <a16:creationId xmlns:a16="http://schemas.microsoft.com/office/drawing/2014/main" id="{19948EDD-F3AD-3DB4-5CF8-82EDB971CDBC}"/>
                    </a:ext>
                  </a:extLst>
                </p:cNvPr>
                <p:cNvPicPr/>
                <p:nvPr/>
              </p:nvPicPr>
              <p:blipFill>
                <a:blip r:embed="rId250"/>
                <a:stretch>
                  <a:fillRect/>
                </a:stretch>
              </p:blipFill>
              <p:spPr>
                <a:xfrm>
                  <a:off x="6166825" y="5304044"/>
                  <a:ext cx="65160" cy="130185"/>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311" name="筆跡 310">
                  <a:extLst>
                    <a:ext uri="{FF2B5EF4-FFF2-40B4-BE49-F238E27FC236}">
                      <a16:creationId xmlns:a16="http://schemas.microsoft.com/office/drawing/2014/main" id="{6A2CE7AF-B5DA-E670-B872-820C17B9BDBF}"/>
                    </a:ext>
                  </a:extLst>
                </p14:cNvPr>
                <p14:cNvContentPartPr/>
                <p14:nvPr/>
              </p14:nvContentPartPr>
              <p14:xfrm>
                <a:off x="6023905" y="5481456"/>
                <a:ext cx="53640" cy="153360"/>
              </p14:xfrm>
            </p:contentPart>
          </mc:Choice>
          <mc:Fallback xmlns="">
            <p:pic>
              <p:nvPicPr>
                <p:cNvPr id="311" name="筆跡 310">
                  <a:extLst>
                    <a:ext uri="{FF2B5EF4-FFF2-40B4-BE49-F238E27FC236}">
                      <a16:creationId xmlns:a16="http://schemas.microsoft.com/office/drawing/2014/main" id="{6A2CE7AF-B5DA-E670-B872-820C17B9BDBF}"/>
                    </a:ext>
                  </a:extLst>
                </p:cNvPr>
                <p:cNvPicPr/>
                <p:nvPr/>
              </p:nvPicPr>
              <p:blipFill>
                <a:blip r:embed="rId252"/>
                <a:stretch>
                  <a:fillRect/>
                </a:stretch>
              </p:blipFill>
              <p:spPr>
                <a:xfrm>
                  <a:off x="6005905" y="5463456"/>
                  <a:ext cx="8928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312" name="筆跡 311">
                  <a:extLst>
                    <a:ext uri="{FF2B5EF4-FFF2-40B4-BE49-F238E27FC236}">
                      <a16:creationId xmlns:a16="http://schemas.microsoft.com/office/drawing/2014/main" id="{DF04E63F-DDB9-A821-50D7-DCE4FFFD7D23}"/>
                    </a:ext>
                  </a:extLst>
                </p14:cNvPr>
                <p14:cNvContentPartPr/>
                <p14:nvPr/>
              </p14:nvContentPartPr>
              <p14:xfrm>
                <a:off x="6090145" y="5403696"/>
                <a:ext cx="149760" cy="306360"/>
              </p14:xfrm>
            </p:contentPart>
          </mc:Choice>
          <mc:Fallback xmlns="">
            <p:pic>
              <p:nvPicPr>
                <p:cNvPr id="312" name="筆跡 311">
                  <a:extLst>
                    <a:ext uri="{FF2B5EF4-FFF2-40B4-BE49-F238E27FC236}">
                      <a16:creationId xmlns:a16="http://schemas.microsoft.com/office/drawing/2014/main" id="{DF04E63F-DDB9-A821-50D7-DCE4FFFD7D23}"/>
                    </a:ext>
                  </a:extLst>
                </p:cNvPr>
                <p:cNvPicPr/>
                <p:nvPr/>
              </p:nvPicPr>
              <p:blipFill>
                <a:blip r:embed="rId254"/>
                <a:stretch>
                  <a:fillRect/>
                </a:stretch>
              </p:blipFill>
              <p:spPr>
                <a:xfrm>
                  <a:off x="6072102" y="5385717"/>
                  <a:ext cx="185486" cy="341958"/>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313" name="筆跡 312">
                  <a:extLst>
                    <a:ext uri="{FF2B5EF4-FFF2-40B4-BE49-F238E27FC236}">
                      <a16:creationId xmlns:a16="http://schemas.microsoft.com/office/drawing/2014/main" id="{1B9078E3-1652-F6A4-889E-9F60484D2276}"/>
                    </a:ext>
                  </a:extLst>
                </p14:cNvPr>
                <p14:cNvContentPartPr/>
                <p14:nvPr/>
              </p14:nvContentPartPr>
              <p14:xfrm>
                <a:off x="6111745" y="5525376"/>
                <a:ext cx="67680" cy="22680"/>
              </p14:xfrm>
            </p:contentPart>
          </mc:Choice>
          <mc:Fallback xmlns="">
            <p:pic>
              <p:nvPicPr>
                <p:cNvPr id="313" name="筆跡 312">
                  <a:extLst>
                    <a:ext uri="{FF2B5EF4-FFF2-40B4-BE49-F238E27FC236}">
                      <a16:creationId xmlns:a16="http://schemas.microsoft.com/office/drawing/2014/main" id="{1B9078E3-1652-F6A4-889E-9F60484D2276}"/>
                    </a:ext>
                  </a:extLst>
                </p:cNvPr>
                <p:cNvPicPr/>
                <p:nvPr/>
              </p:nvPicPr>
              <p:blipFill>
                <a:blip r:embed="rId256"/>
                <a:stretch>
                  <a:fillRect/>
                </a:stretch>
              </p:blipFill>
              <p:spPr>
                <a:xfrm>
                  <a:off x="6093745" y="5507376"/>
                  <a:ext cx="1033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314" name="筆跡 313">
                  <a:extLst>
                    <a:ext uri="{FF2B5EF4-FFF2-40B4-BE49-F238E27FC236}">
                      <a16:creationId xmlns:a16="http://schemas.microsoft.com/office/drawing/2014/main" id="{632AEB28-B665-378C-2A2E-02F98B44CA4E}"/>
                    </a:ext>
                  </a:extLst>
                </p14:cNvPr>
                <p14:cNvContentPartPr/>
                <p14:nvPr/>
              </p14:nvContentPartPr>
              <p14:xfrm>
                <a:off x="6121825" y="5522856"/>
                <a:ext cx="122760" cy="33840"/>
              </p14:xfrm>
            </p:contentPart>
          </mc:Choice>
          <mc:Fallback xmlns="">
            <p:pic>
              <p:nvPicPr>
                <p:cNvPr id="314" name="筆跡 313">
                  <a:extLst>
                    <a:ext uri="{FF2B5EF4-FFF2-40B4-BE49-F238E27FC236}">
                      <a16:creationId xmlns:a16="http://schemas.microsoft.com/office/drawing/2014/main" id="{632AEB28-B665-378C-2A2E-02F98B44CA4E}"/>
                    </a:ext>
                  </a:extLst>
                </p:cNvPr>
                <p:cNvPicPr/>
                <p:nvPr/>
              </p:nvPicPr>
              <p:blipFill>
                <a:blip r:embed="rId258"/>
                <a:stretch>
                  <a:fillRect/>
                </a:stretch>
              </p:blipFill>
              <p:spPr>
                <a:xfrm>
                  <a:off x="6103772" y="5504856"/>
                  <a:ext cx="158505" cy="69480"/>
                </a:xfrm>
                <a:prstGeom prst="rect">
                  <a:avLst/>
                </a:prstGeom>
              </p:spPr>
            </p:pic>
          </mc:Fallback>
        </mc:AlternateContent>
      </p:grpSp>
      <p:grpSp>
        <p:nvGrpSpPr>
          <p:cNvPr id="340" name="群組 339">
            <a:extLst>
              <a:ext uri="{FF2B5EF4-FFF2-40B4-BE49-F238E27FC236}">
                <a16:creationId xmlns:a16="http://schemas.microsoft.com/office/drawing/2014/main" id="{381F5F4F-F97D-81ED-FE0A-AAD5EEE281F7}"/>
              </a:ext>
            </a:extLst>
          </p:cNvPr>
          <p:cNvGrpSpPr/>
          <p:nvPr/>
        </p:nvGrpSpPr>
        <p:grpSpPr>
          <a:xfrm>
            <a:off x="7422505" y="3820776"/>
            <a:ext cx="378360" cy="563400"/>
            <a:chOff x="7422505" y="3820776"/>
            <a:chExt cx="378360" cy="563400"/>
          </a:xfrm>
        </p:grpSpPr>
        <mc:AlternateContent xmlns:mc="http://schemas.openxmlformats.org/markup-compatibility/2006" xmlns:p14="http://schemas.microsoft.com/office/powerpoint/2010/main">
          <mc:Choice Requires="p14">
            <p:contentPart p14:bwMode="auto" r:id="rId259">
              <p14:nvContentPartPr>
                <p14:cNvPr id="316" name="筆跡 315">
                  <a:extLst>
                    <a:ext uri="{FF2B5EF4-FFF2-40B4-BE49-F238E27FC236}">
                      <a16:creationId xmlns:a16="http://schemas.microsoft.com/office/drawing/2014/main" id="{DA741581-06C3-6072-A4AB-B8CEF10BE5B2}"/>
                    </a:ext>
                  </a:extLst>
                </p14:cNvPr>
                <p14:cNvContentPartPr/>
                <p14:nvPr/>
              </p14:nvContentPartPr>
              <p14:xfrm>
                <a:off x="7428265" y="3820776"/>
                <a:ext cx="83880" cy="174960"/>
              </p14:xfrm>
            </p:contentPart>
          </mc:Choice>
          <mc:Fallback xmlns="">
            <p:pic>
              <p:nvPicPr>
                <p:cNvPr id="316" name="筆跡 315">
                  <a:extLst>
                    <a:ext uri="{FF2B5EF4-FFF2-40B4-BE49-F238E27FC236}">
                      <a16:creationId xmlns:a16="http://schemas.microsoft.com/office/drawing/2014/main" id="{DA741581-06C3-6072-A4AB-B8CEF10BE5B2}"/>
                    </a:ext>
                  </a:extLst>
                </p:cNvPr>
                <p:cNvPicPr/>
                <p:nvPr/>
              </p:nvPicPr>
              <p:blipFill>
                <a:blip r:embed="rId260"/>
                <a:stretch>
                  <a:fillRect/>
                </a:stretch>
              </p:blipFill>
              <p:spPr>
                <a:xfrm>
                  <a:off x="7410265" y="3802776"/>
                  <a:ext cx="11952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317" name="筆跡 316">
                  <a:extLst>
                    <a:ext uri="{FF2B5EF4-FFF2-40B4-BE49-F238E27FC236}">
                      <a16:creationId xmlns:a16="http://schemas.microsoft.com/office/drawing/2014/main" id="{717BFD5D-A5F8-40E0-7155-2933C6E4D7EB}"/>
                    </a:ext>
                  </a:extLst>
                </p14:cNvPr>
                <p14:cNvContentPartPr/>
                <p14:nvPr/>
              </p14:nvContentPartPr>
              <p14:xfrm>
                <a:off x="7529785" y="3883776"/>
                <a:ext cx="129960" cy="9360"/>
              </p14:xfrm>
            </p:contentPart>
          </mc:Choice>
          <mc:Fallback xmlns="">
            <p:pic>
              <p:nvPicPr>
                <p:cNvPr id="317" name="筆跡 316">
                  <a:extLst>
                    <a:ext uri="{FF2B5EF4-FFF2-40B4-BE49-F238E27FC236}">
                      <a16:creationId xmlns:a16="http://schemas.microsoft.com/office/drawing/2014/main" id="{717BFD5D-A5F8-40E0-7155-2933C6E4D7EB}"/>
                    </a:ext>
                  </a:extLst>
                </p:cNvPr>
                <p:cNvPicPr/>
                <p:nvPr/>
              </p:nvPicPr>
              <p:blipFill>
                <a:blip r:embed="rId262"/>
                <a:stretch>
                  <a:fillRect/>
                </a:stretch>
              </p:blipFill>
              <p:spPr>
                <a:xfrm>
                  <a:off x="7511785" y="3865056"/>
                  <a:ext cx="165600" cy="46426"/>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318" name="筆跡 317">
                  <a:extLst>
                    <a:ext uri="{FF2B5EF4-FFF2-40B4-BE49-F238E27FC236}">
                      <a16:creationId xmlns:a16="http://schemas.microsoft.com/office/drawing/2014/main" id="{8C8CE138-C916-E052-F880-A625B6F43964}"/>
                    </a:ext>
                  </a:extLst>
                </p14:cNvPr>
                <p14:cNvContentPartPr/>
                <p14:nvPr/>
              </p14:nvContentPartPr>
              <p14:xfrm>
                <a:off x="7555705" y="3928056"/>
                <a:ext cx="89640" cy="12240"/>
              </p14:xfrm>
            </p:contentPart>
          </mc:Choice>
          <mc:Fallback xmlns="">
            <p:pic>
              <p:nvPicPr>
                <p:cNvPr id="318" name="筆跡 317">
                  <a:extLst>
                    <a:ext uri="{FF2B5EF4-FFF2-40B4-BE49-F238E27FC236}">
                      <a16:creationId xmlns:a16="http://schemas.microsoft.com/office/drawing/2014/main" id="{8C8CE138-C916-E052-F880-A625B6F43964}"/>
                    </a:ext>
                  </a:extLst>
                </p:cNvPr>
                <p:cNvPicPr/>
                <p:nvPr/>
              </p:nvPicPr>
              <p:blipFill>
                <a:blip r:embed="rId264"/>
                <a:stretch>
                  <a:fillRect/>
                </a:stretch>
              </p:blipFill>
              <p:spPr>
                <a:xfrm>
                  <a:off x="7537777" y="3910570"/>
                  <a:ext cx="125137" cy="46862"/>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319" name="筆跡 318">
                  <a:extLst>
                    <a:ext uri="{FF2B5EF4-FFF2-40B4-BE49-F238E27FC236}">
                      <a16:creationId xmlns:a16="http://schemas.microsoft.com/office/drawing/2014/main" id="{1840F74D-735D-7CD6-7A51-700B23856B83}"/>
                    </a:ext>
                  </a:extLst>
                </p14:cNvPr>
                <p14:cNvContentPartPr/>
                <p14:nvPr/>
              </p14:nvContentPartPr>
              <p14:xfrm>
                <a:off x="7481185" y="3985296"/>
                <a:ext cx="319680" cy="346680"/>
              </p14:xfrm>
            </p:contentPart>
          </mc:Choice>
          <mc:Fallback xmlns="">
            <p:pic>
              <p:nvPicPr>
                <p:cNvPr id="319" name="筆跡 318">
                  <a:extLst>
                    <a:ext uri="{FF2B5EF4-FFF2-40B4-BE49-F238E27FC236}">
                      <a16:creationId xmlns:a16="http://schemas.microsoft.com/office/drawing/2014/main" id="{1840F74D-735D-7CD6-7A51-700B23856B83}"/>
                    </a:ext>
                  </a:extLst>
                </p:cNvPr>
                <p:cNvPicPr/>
                <p:nvPr/>
              </p:nvPicPr>
              <p:blipFill>
                <a:blip r:embed="rId266"/>
                <a:stretch>
                  <a:fillRect/>
                </a:stretch>
              </p:blipFill>
              <p:spPr>
                <a:xfrm>
                  <a:off x="7463185" y="3967296"/>
                  <a:ext cx="35532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320" name="筆跡 319">
                  <a:extLst>
                    <a:ext uri="{FF2B5EF4-FFF2-40B4-BE49-F238E27FC236}">
                      <a16:creationId xmlns:a16="http://schemas.microsoft.com/office/drawing/2014/main" id="{6FC4FE88-B4E1-CB52-A137-266DF753E3F2}"/>
                    </a:ext>
                  </a:extLst>
                </p14:cNvPr>
                <p14:cNvContentPartPr/>
                <p14:nvPr/>
              </p14:nvContentPartPr>
              <p14:xfrm>
                <a:off x="7458145" y="4086456"/>
                <a:ext cx="124560" cy="33840"/>
              </p14:xfrm>
            </p:contentPart>
          </mc:Choice>
          <mc:Fallback xmlns="">
            <p:pic>
              <p:nvPicPr>
                <p:cNvPr id="320" name="筆跡 319">
                  <a:extLst>
                    <a:ext uri="{FF2B5EF4-FFF2-40B4-BE49-F238E27FC236}">
                      <a16:creationId xmlns:a16="http://schemas.microsoft.com/office/drawing/2014/main" id="{6FC4FE88-B4E1-CB52-A137-266DF753E3F2}"/>
                    </a:ext>
                  </a:extLst>
                </p:cNvPr>
                <p:cNvPicPr/>
                <p:nvPr/>
              </p:nvPicPr>
              <p:blipFill>
                <a:blip r:embed="rId268"/>
                <a:stretch>
                  <a:fillRect/>
                </a:stretch>
              </p:blipFill>
              <p:spPr>
                <a:xfrm>
                  <a:off x="7440145" y="4068456"/>
                  <a:ext cx="16020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321" name="筆跡 320">
                  <a:extLst>
                    <a:ext uri="{FF2B5EF4-FFF2-40B4-BE49-F238E27FC236}">
                      <a16:creationId xmlns:a16="http://schemas.microsoft.com/office/drawing/2014/main" id="{B5365BBC-D498-24C3-B97C-A3F6D3F9DDBE}"/>
                    </a:ext>
                  </a:extLst>
                </p14:cNvPr>
                <p14:cNvContentPartPr/>
                <p14:nvPr/>
              </p14:nvContentPartPr>
              <p14:xfrm>
                <a:off x="7558225" y="4111296"/>
                <a:ext cx="60480" cy="34560"/>
              </p14:xfrm>
            </p:contentPart>
          </mc:Choice>
          <mc:Fallback xmlns="">
            <p:pic>
              <p:nvPicPr>
                <p:cNvPr id="321" name="筆跡 320">
                  <a:extLst>
                    <a:ext uri="{FF2B5EF4-FFF2-40B4-BE49-F238E27FC236}">
                      <a16:creationId xmlns:a16="http://schemas.microsoft.com/office/drawing/2014/main" id="{B5365BBC-D498-24C3-B97C-A3F6D3F9DDBE}"/>
                    </a:ext>
                  </a:extLst>
                </p:cNvPr>
                <p:cNvPicPr/>
                <p:nvPr/>
              </p:nvPicPr>
              <p:blipFill>
                <a:blip r:embed="rId270"/>
                <a:stretch>
                  <a:fillRect/>
                </a:stretch>
              </p:blipFill>
              <p:spPr>
                <a:xfrm>
                  <a:off x="7540332" y="4093296"/>
                  <a:ext cx="95909"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322" name="筆跡 321">
                  <a:extLst>
                    <a:ext uri="{FF2B5EF4-FFF2-40B4-BE49-F238E27FC236}">
                      <a16:creationId xmlns:a16="http://schemas.microsoft.com/office/drawing/2014/main" id="{43568A83-925E-20FA-C537-52D016D2120C}"/>
                    </a:ext>
                  </a:extLst>
                </p14:cNvPr>
                <p14:cNvContentPartPr/>
                <p14:nvPr/>
              </p14:nvContentPartPr>
              <p14:xfrm>
                <a:off x="7501705" y="4132176"/>
                <a:ext cx="109800" cy="30600"/>
              </p14:xfrm>
            </p:contentPart>
          </mc:Choice>
          <mc:Fallback xmlns="">
            <p:pic>
              <p:nvPicPr>
                <p:cNvPr id="322" name="筆跡 321">
                  <a:extLst>
                    <a:ext uri="{FF2B5EF4-FFF2-40B4-BE49-F238E27FC236}">
                      <a16:creationId xmlns:a16="http://schemas.microsoft.com/office/drawing/2014/main" id="{43568A83-925E-20FA-C537-52D016D2120C}"/>
                    </a:ext>
                  </a:extLst>
                </p:cNvPr>
                <p:cNvPicPr/>
                <p:nvPr/>
              </p:nvPicPr>
              <p:blipFill>
                <a:blip r:embed="rId272"/>
                <a:stretch>
                  <a:fillRect/>
                </a:stretch>
              </p:blipFill>
              <p:spPr>
                <a:xfrm>
                  <a:off x="7483705" y="4114385"/>
                  <a:ext cx="145440" cy="65826"/>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323" name="筆跡 322">
                  <a:extLst>
                    <a:ext uri="{FF2B5EF4-FFF2-40B4-BE49-F238E27FC236}">
                      <a16:creationId xmlns:a16="http://schemas.microsoft.com/office/drawing/2014/main" id="{E841DB4C-6618-85AF-5566-8F5A16E550C9}"/>
                    </a:ext>
                  </a:extLst>
                </p14:cNvPr>
                <p14:cNvContentPartPr/>
                <p14:nvPr/>
              </p14:nvContentPartPr>
              <p14:xfrm>
                <a:off x="7547785" y="4082136"/>
                <a:ext cx="29880" cy="302040"/>
              </p14:xfrm>
            </p:contentPart>
          </mc:Choice>
          <mc:Fallback xmlns="">
            <p:pic>
              <p:nvPicPr>
                <p:cNvPr id="323" name="筆跡 322">
                  <a:extLst>
                    <a:ext uri="{FF2B5EF4-FFF2-40B4-BE49-F238E27FC236}">
                      <a16:creationId xmlns:a16="http://schemas.microsoft.com/office/drawing/2014/main" id="{E841DB4C-6618-85AF-5566-8F5A16E550C9}"/>
                    </a:ext>
                  </a:extLst>
                </p:cNvPr>
                <p:cNvPicPr/>
                <p:nvPr/>
              </p:nvPicPr>
              <p:blipFill>
                <a:blip r:embed="rId274"/>
                <a:stretch>
                  <a:fillRect/>
                </a:stretch>
              </p:blipFill>
              <p:spPr>
                <a:xfrm>
                  <a:off x="7529785" y="4064136"/>
                  <a:ext cx="6552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324" name="筆跡 323">
                  <a:extLst>
                    <a:ext uri="{FF2B5EF4-FFF2-40B4-BE49-F238E27FC236}">
                      <a16:creationId xmlns:a16="http://schemas.microsoft.com/office/drawing/2014/main" id="{AEDEBBB7-FE55-1E18-24C9-470B8533EEEE}"/>
                    </a:ext>
                  </a:extLst>
                </p14:cNvPr>
                <p14:cNvContentPartPr/>
                <p14:nvPr/>
              </p14:nvContentPartPr>
              <p14:xfrm>
                <a:off x="7422505" y="4198056"/>
                <a:ext cx="159480" cy="123120"/>
              </p14:xfrm>
            </p:contentPart>
          </mc:Choice>
          <mc:Fallback xmlns="">
            <p:pic>
              <p:nvPicPr>
                <p:cNvPr id="324" name="筆跡 323">
                  <a:extLst>
                    <a:ext uri="{FF2B5EF4-FFF2-40B4-BE49-F238E27FC236}">
                      <a16:creationId xmlns:a16="http://schemas.microsoft.com/office/drawing/2014/main" id="{AEDEBBB7-FE55-1E18-24C9-470B8533EEEE}"/>
                    </a:ext>
                  </a:extLst>
                </p:cNvPr>
                <p:cNvPicPr/>
                <p:nvPr/>
              </p:nvPicPr>
              <p:blipFill>
                <a:blip r:embed="rId276"/>
                <a:stretch>
                  <a:fillRect/>
                </a:stretch>
              </p:blipFill>
              <p:spPr>
                <a:xfrm>
                  <a:off x="7404505" y="4180056"/>
                  <a:ext cx="1951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325" name="筆跡 324">
                  <a:extLst>
                    <a:ext uri="{FF2B5EF4-FFF2-40B4-BE49-F238E27FC236}">
                      <a16:creationId xmlns:a16="http://schemas.microsoft.com/office/drawing/2014/main" id="{5916AB0C-F942-C168-F52B-F97DF392729B}"/>
                    </a:ext>
                  </a:extLst>
                </p14:cNvPr>
                <p14:cNvContentPartPr/>
                <p14:nvPr/>
              </p14:nvContentPartPr>
              <p14:xfrm>
                <a:off x="7560745" y="4261416"/>
                <a:ext cx="108720" cy="50400"/>
              </p14:xfrm>
            </p:contentPart>
          </mc:Choice>
          <mc:Fallback xmlns="">
            <p:pic>
              <p:nvPicPr>
                <p:cNvPr id="325" name="筆跡 324">
                  <a:extLst>
                    <a:ext uri="{FF2B5EF4-FFF2-40B4-BE49-F238E27FC236}">
                      <a16:creationId xmlns:a16="http://schemas.microsoft.com/office/drawing/2014/main" id="{5916AB0C-F942-C168-F52B-F97DF392729B}"/>
                    </a:ext>
                  </a:extLst>
                </p:cNvPr>
                <p:cNvPicPr/>
                <p:nvPr/>
              </p:nvPicPr>
              <p:blipFill>
                <a:blip r:embed="rId278"/>
                <a:stretch>
                  <a:fillRect/>
                </a:stretch>
              </p:blipFill>
              <p:spPr>
                <a:xfrm>
                  <a:off x="7542685" y="4243416"/>
                  <a:ext cx="144478" cy="86040"/>
                </a:xfrm>
                <a:prstGeom prst="rect">
                  <a:avLst/>
                </a:prstGeom>
              </p:spPr>
            </p:pic>
          </mc:Fallback>
        </mc:AlternateContent>
      </p:grpSp>
      <p:grpSp>
        <p:nvGrpSpPr>
          <p:cNvPr id="339" name="群組 338">
            <a:extLst>
              <a:ext uri="{FF2B5EF4-FFF2-40B4-BE49-F238E27FC236}">
                <a16:creationId xmlns:a16="http://schemas.microsoft.com/office/drawing/2014/main" id="{456F5926-4694-8B98-EF45-D2EE307E21DB}"/>
              </a:ext>
            </a:extLst>
          </p:cNvPr>
          <p:cNvGrpSpPr/>
          <p:nvPr/>
        </p:nvGrpSpPr>
        <p:grpSpPr>
          <a:xfrm>
            <a:off x="7410625" y="4502616"/>
            <a:ext cx="404280" cy="442440"/>
            <a:chOff x="7410625" y="4502616"/>
            <a:chExt cx="404280" cy="442440"/>
          </a:xfrm>
        </p:grpSpPr>
        <mc:AlternateContent xmlns:mc="http://schemas.openxmlformats.org/markup-compatibility/2006" xmlns:p14="http://schemas.microsoft.com/office/powerpoint/2010/main">
          <mc:Choice Requires="p14">
            <p:contentPart p14:bwMode="auto" r:id="rId279">
              <p14:nvContentPartPr>
                <p14:cNvPr id="326" name="筆跡 325">
                  <a:extLst>
                    <a:ext uri="{FF2B5EF4-FFF2-40B4-BE49-F238E27FC236}">
                      <a16:creationId xmlns:a16="http://schemas.microsoft.com/office/drawing/2014/main" id="{FC40FCFF-D076-6C05-068B-D25998283323}"/>
                    </a:ext>
                  </a:extLst>
                </p14:cNvPr>
                <p14:cNvContentPartPr/>
                <p14:nvPr/>
              </p14:nvContentPartPr>
              <p14:xfrm>
                <a:off x="7432225" y="4544016"/>
                <a:ext cx="7920" cy="287280"/>
              </p14:xfrm>
            </p:contentPart>
          </mc:Choice>
          <mc:Fallback xmlns="">
            <p:pic>
              <p:nvPicPr>
                <p:cNvPr id="326" name="筆跡 325">
                  <a:extLst>
                    <a:ext uri="{FF2B5EF4-FFF2-40B4-BE49-F238E27FC236}">
                      <a16:creationId xmlns:a16="http://schemas.microsoft.com/office/drawing/2014/main" id="{FC40FCFF-D076-6C05-068B-D25998283323}"/>
                    </a:ext>
                  </a:extLst>
                </p:cNvPr>
                <p:cNvPicPr/>
                <p:nvPr/>
              </p:nvPicPr>
              <p:blipFill>
                <a:blip r:embed="rId280"/>
                <a:stretch>
                  <a:fillRect/>
                </a:stretch>
              </p:blipFill>
              <p:spPr>
                <a:xfrm>
                  <a:off x="7414225" y="4526016"/>
                  <a:ext cx="4356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327" name="筆跡 326">
                  <a:extLst>
                    <a:ext uri="{FF2B5EF4-FFF2-40B4-BE49-F238E27FC236}">
                      <a16:creationId xmlns:a16="http://schemas.microsoft.com/office/drawing/2014/main" id="{8BEBA78C-50E4-F123-509F-BBA8FA50F6CA}"/>
                    </a:ext>
                  </a:extLst>
                </p14:cNvPr>
                <p14:cNvContentPartPr/>
                <p14:nvPr/>
              </p14:nvContentPartPr>
              <p14:xfrm>
                <a:off x="7410625" y="4528176"/>
                <a:ext cx="154440" cy="43560"/>
              </p14:xfrm>
            </p:contentPart>
          </mc:Choice>
          <mc:Fallback xmlns="">
            <p:pic>
              <p:nvPicPr>
                <p:cNvPr id="327" name="筆跡 326">
                  <a:extLst>
                    <a:ext uri="{FF2B5EF4-FFF2-40B4-BE49-F238E27FC236}">
                      <a16:creationId xmlns:a16="http://schemas.microsoft.com/office/drawing/2014/main" id="{8BEBA78C-50E4-F123-509F-BBA8FA50F6CA}"/>
                    </a:ext>
                  </a:extLst>
                </p:cNvPr>
                <p:cNvPicPr/>
                <p:nvPr/>
              </p:nvPicPr>
              <p:blipFill>
                <a:blip r:embed="rId282"/>
                <a:stretch>
                  <a:fillRect/>
                </a:stretch>
              </p:blipFill>
              <p:spPr>
                <a:xfrm>
                  <a:off x="7392667" y="4510176"/>
                  <a:ext cx="189997"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328" name="筆跡 327">
                  <a:extLst>
                    <a:ext uri="{FF2B5EF4-FFF2-40B4-BE49-F238E27FC236}">
                      <a16:creationId xmlns:a16="http://schemas.microsoft.com/office/drawing/2014/main" id="{7A4B1A2D-8D6D-5A8E-F7D5-2173735A6DAF}"/>
                    </a:ext>
                  </a:extLst>
                </p14:cNvPr>
                <p14:cNvContentPartPr/>
                <p14:nvPr/>
              </p14:nvContentPartPr>
              <p14:xfrm>
                <a:off x="7459225" y="4581816"/>
                <a:ext cx="54720" cy="19440"/>
              </p14:xfrm>
            </p:contentPart>
          </mc:Choice>
          <mc:Fallback xmlns="">
            <p:pic>
              <p:nvPicPr>
                <p:cNvPr id="328" name="筆跡 327">
                  <a:extLst>
                    <a:ext uri="{FF2B5EF4-FFF2-40B4-BE49-F238E27FC236}">
                      <a16:creationId xmlns:a16="http://schemas.microsoft.com/office/drawing/2014/main" id="{7A4B1A2D-8D6D-5A8E-F7D5-2173735A6DAF}"/>
                    </a:ext>
                  </a:extLst>
                </p:cNvPr>
                <p:cNvPicPr/>
                <p:nvPr/>
              </p:nvPicPr>
              <p:blipFill>
                <a:blip r:embed="rId284"/>
                <a:stretch>
                  <a:fillRect/>
                </a:stretch>
              </p:blipFill>
              <p:spPr>
                <a:xfrm>
                  <a:off x="7441225" y="4563816"/>
                  <a:ext cx="903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329" name="筆跡 328">
                  <a:extLst>
                    <a:ext uri="{FF2B5EF4-FFF2-40B4-BE49-F238E27FC236}">
                      <a16:creationId xmlns:a16="http://schemas.microsoft.com/office/drawing/2014/main" id="{3E722325-FDBB-0496-575F-01A2C6D49358}"/>
                    </a:ext>
                  </a:extLst>
                </p14:cNvPr>
                <p14:cNvContentPartPr/>
                <p14:nvPr/>
              </p14:nvContentPartPr>
              <p14:xfrm>
                <a:off x="7478305" y="4581816"/>
                <a:ext cx="71280" cy="36360"/>
              </p14:xfrm>
            </p:contentPart>
          </mc:Choice>
          <mc:Fallback xmlns="">
            <p:pic>
              <p:nvPicPr>
                <p:cNvPr id="329" name="筆跡 328">
                  <a:extLst>
                    <a:ext uri="{FF2B5EF4-FFF2-40B4-BE49-F238E27FC236}">
                      <a16:creationId xmlns:a16="http://schemas.microsoft.com/office/drawing/2014/main" id="{3E722325-FDBB-0496-575F-01A2C6D49358}"/>
                    </a:ext>
                  </a:extLst>
                </p:cNvPr>
                <p:cNvPicPr/>
                <p:nvPr/>
              </p:nvPicPr>
              <p:blipFill>
                <a:blip r:embed="rId286"/>
                <a:stretch>
                  <a:fillRect/>
                </a:stretch>
              </p:blipFill>
              <p:spPr>
                <a:xfrm>
                  <a:off x="7460305" y="4563816"/>
                  <a:ext cx="1069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330" name="筆跡 329">
                  <a:extLst>
                    <a:ext uri="{FF2B5EF4-FFF2-40B4-BE49-F238E27FC236}">
                      <a16:creationId xmlns:a16="http://schemas.microsoft.com/office/drawing/2014/main" id="{3A094D85-F29D-5E83-C67C-BA244F79D821}"/>
                    </a:ext>
                  </a:extLst>
                </p14:cNvPr>
                <p14:cNvContentPartPr/>
                <p14:nvPr/>
              </p14:nvContentPartPr>
              <p14:xfrm>
                <a:off x="7594945" y="4571736"/>
                <a:ext cx="12240" cy="56160"/>
              </p14:xfrm>
            </p:contentPart>
          </mc:Choice>
          <mc:Fallback xmlns="">
            <p:pic>
              <p:nvPicPr>
                <p:cNvPr id="330" name="筆跡 329">
                  <a:extLst>
                    <a:ext uri="{FF2B5EF4-FFF2-40B4-BE49-F238E27FC236}">
                      <a16:creationId xmlns:a16="http://schemas.microsoft.com/office/drawing/2014/main" id="{3A094D85-F29D-5E83-C67C-BA244F79D821}"/>
                    </a:ext>
                  </a:extLst>
                </p:cNvPr>
                <p:cNvPicPr/>
                <p:nvPr/>
              </p:nvPicPr>
              <p:blipFill>
                <a:blip r:embed="rId288"/>
                <a:stretch>
                  <a:fillRect/>
                </a:stretch>
              </p:blipFill>
              <p:spPr>
                <a:xfrm>
                  <a:off x="7576945" y="4553620"/>
                  <a:ext cx="47880" cy="9203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331" name="筆跡 330">
                  <a:extLst>
                    <a:ext uri="{FF2B5EF4-FFF2-40B4-BE49-F238E27FC236}">
                      <a16:creationId xmlns:a16="http://schemas.microsoft.com/office/drawing/2014/main" id="{DA1AEA99-2C5F-1344-68DA-C0FEB820F20F}"/>
                    </a:ext>
                  </a:extLst>
                </p14:cNvPr>
                <p14:cNvContentPartPr/>
                <p14:nvPr/>
              </p14:nvContentPartPr>
              <p14:xfrm>
                <a:off x="7631665" y="4502616"/>
                <a:ext cx="183240" cy="442440"/>
              </p14:xfrm>
            </p:contentPart>
          </mc:Choice>
          <mc:Fallback xmlns="">
            <p:pic>
              <p:nvPicPr>
                <p:cNvPr id="331" name="筆跡 330">
                  <a:extLst>
                    <a:ext uri="{FF2B5EF4-FFF2-40B4-BE49-F238E27FC236}">
                      <a16:creationId xmlns:a16="http://schemas.microsoft.com/office/drawing/2014/main" id="{DA1AEA99-2C5F-1344-68DA-C0FEB820F20F}"/>
                    </a:ext>
                  </a:extLst>
                </p:cNvPr>
                <p:cNvPicPr/>
                <p:nvPr/>
              </p:nvPicPr>
              <p:blipFill>
                <a:blip r:embed="rId290"/>
                <a:stretch>
                  <a:fillRect/>
                </a:stretch>
              </p:blipFill>
              <p:spPr>
                <a:xfrm>
                  <a:off x="7613665" y="4484616"/>
                  <a:ext cx="218880" cy="47808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332" name="筆跡 331">
                  <a:extLst>
                    <a:ext uri="{FF2B5EF4-FFF2-40B4-BE49-F238E27FC236}">
                      <a16:creationId xmlns:a16="http://schemas.microsoft.com/office/drawing/2014/main" id="{A563903B-C748-8BC5-B9BC-C17117A2E015}"/>
                    </a:ext>
                  </a:extLst>
                </p14:cNvPr>
                <p14:cNvContentPartPr/>
                <p14:nvPr/>
              </p14:nvContentPartPr>
              <p14:xfrm>
                <a:off x="7621585" y="4591536"/>
                <a:ext cx="50400" cy="20520"/>
              </p14:xfrm>
            </p:contentPart>
          </mc:Choice>
          <mc:Fallback xmlns="">
            <p:pic>
              <p:nvPicPr>
                <p:cNvPr id="332" name="筆跡 331">
                  <a:extLst>
                    <a:ext uri="{FF2B5EF4-FFF2-40B4-BE49-F238E27FC236}">
                      <a16:creationId xmlns:a16="http://schemas.microsoft.com/office/drawing/2014/main" id="{A563903B-C748-8BC5-B9BC-C17117A2E015}"/>
                    </a:ext>
                  </a:extLst>
                </p:cNvPr>
                <p:cNvPicPr/>
                <p:nvPr/>
              </p:nvPicPr>
              <p:blipFill>
                <a:blip r:embed="rId292"/>
                <a:stretch>
                  <a:fillRect/>
                </a:stretch>
              </p:blipFill>
              <p:spPr>
                <a:xfrm>
                  <a:off x="7603585" y="4573536"/>
                  <a:ext cx="8604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333" name="筆跡 332">
                  <a:extLst>
                    <a:ext uri="{FF2B5EF4-FFF2-40B4-BE49-F238E27FC236}">
                      <a16:creationId xmlns:a16="http://schemas.microsoft.com/office/drawing/2014/main" id="{1B1BF648-1FF3-0B8A-37FC-877FF7BCDD40}"/>
                    </a:ext>
                  </a:extLst>
                </p14:cNvPr>
                <p14:cNvContentPartPr/>
                <p14:nvPr/>
              </p14:nvContentPartPr>
              <p14:xfrm>
                <a:off x="7613305" y="4643376"/>
                <a:ext cx="93600" cy="23760"/>
              </p14:xfrm>
            </p:contentPart>
          </mc:Choice>
          <mc:Fallback xmlns="">
            <p:pic>
              <p:nvPicPr>
                <p:cNvPr id="333" name="筆跡 332">
                  <a:extLst>
                    <a:ext uri="{FF2B5EF4-FFF2-40B4-BE49-F238E27FC236}">
                      <a16:creationId xmlns:a16="http://schemas.microsoft.com/office/drawing/2014/main" id="{1B1BF648-1FF3-0B8A-37FC-877FF7BCDD40}"/>
                    </a:ext>
                  </a:extLst>
                </p:cNvPr>
                <p:cNvPicPr/>
                <p:nvPr/>
              </p:nvPicPr>
              <p:blipFill>
                <a:blip r:embed="rId294"/>
                <a:stretch>
                  <a:fillRect/>
                </a:stretch>
              </p:blipFill>
              <p:spPr>
                <a:xfrm>
                  <a:off x="7595305" y="4625645"/>
                  <a:ext cx="129240" cy="58868"/>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334" name="筆跡 333">
                  <a:extLst>
                    <a:ext uri="{FF2B5EF4-FFF2-40B4-BE49-F238E27FC236}">
                      <a16:creationId xmlns:a16="http://schemas.microsoft.com/office/drawing/2014/main" id="{29BA4DA8-427C-3E26-9FA0-57E3CA14C09D}"/>
                    </a:ext>
                  </a:extLst>
                </p14:cNvPr>
                <p14:cNvContentPartPr/>
                <p14:nvPr/>
              </p14:nvContentPartPr>
              <p14:xfrm>
                <a:off x="7498105" y="4662456"/>
                <a:ext cx="115200" cy="119520"/>
              </p14:xfrm>
            </p:contentPart>
          </mc:Choice>
          <mc:Fallback xmlns="">
            <p:pic>
              <p:nvPicPr>
                <p:cNvPr id="334" name="筆跡 333">
                  <a:extLst>
                    <a:ext uri="{FF2B5EF4-FFF2-40B4-BE49-F238E27FC236}">
                      <a16:creationId xmlns:a16="http://schemas.microsoft.com/office/drawing/2014/main" id="{29BA4DA8-427C-3E26-9FA0-57E3CA14C09D}"/>
                    </a:ext>
                  </a:extLst>
                </p:cNvPr>
                <p:cNvPicPr/>
                <p:nvPr/>
              </p:nvPicPr>
              <p:blipFill>
                <a:blip r:embed="rId296"/>
                <a:stretch>
                  <a:fillRect/>
                </a:stretch>
              </p:blipFill>
              <p:spPr>
                <a:xfrm>
                  <a:off x="7480105" y="4644456"/>
                  <a:ext cx="15084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335" name="筆跡 334">
                  <a:extLst>
                    <a:ext uri="{FF2B5EF4-FFF2-40B4-BE49-F238E27FC236}">
                      <a16:creationId xmlns:a16="http://schemas.microsoft.com/office/drawing/2014/main" id="{559AEE6A-3A5F-CB64-28F7-FCD66218EFEB}"/>
                    </a:ext>
                  </a:extLst>
                </p14:cNvPr>
                <p14:cNvContentPartPr/>
                <p14:nvPr/>
              </p14:nvContentPartPr>
              <p14:xfrm>
                <a:off x="7543825" y="4697376"/>
                <a:ext cx="27000" cy="160200"/>
              </p14:xfrm>
            </p:contentPart>
          </mc:Choice>
          <mc:Fallback xmlns="">
            <p:pic>
              <p:nvPicPr>
                <p:cNvPr id="335" name="筆跡 334">
                  <a:extLst>
                    <a:ext uri="{FF2B5EF4-FFF2-40B4-BE49-F238E27FC236}">
                      <a16:creationId xmlns:a16="http://schemas.microsoft.com/office/drawing/2014/main" id="{559AEE6A-3A5F-CB64-28F7-FCD66218EFEB}"/>
                    </a:ext>
                  </a:extLst>
                </p:cNvPr>
                <p:cNvPicPr/>
                <p:nvPr/>
              </p:nvPicPr>
              <p:blipFill>
                <a:blip r:embed="rId298"/>
                <a:stretch>
                  <a:fillRect/>
                </a:stretch>
              </p:blipFill>
              <p:spPr>
                <a:xfrm>
                  <a:off x="7525825" y="4679376"/>
                  <a:ext cx="626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336" name="筆跡 335">
                  <a:extLst>
                    <a:ext uri="{FF2B5EF4-FFF2-40B4-BE49-F238E27FC236}">
                      <a16:creationId xmlns:a16="http://schemas.microsoft.com/office/drawing/2014/main" id="{3480F7E5-4CD6-7872-E3BD-6BA330D35A44}"/>
                    </a:ext>
                  </a:extLst>
                </p14:cNvPr>
                <p14:cNvContentPartPr/>
                <p14:nvPr/>
              </p14:nvContentPartPr>
              <p14:xfrm>
                <a:off x="7630945" y="4704936"/>
                <a:ext cx="102960" cy="64440"/>
              </p14:xfrm>
            </p:contentPart>
          </mc:Choice>
          <mc:Fallback xmlns="">
            <p:pic>
              <p:nvPicPr>
                <p:cNvPr id="336" name="筆跡 335">
                  <a:extLst>
                    <a:ext uri="{FF2B5EF4-FFF2-40B4-BE49-F238E27FC236}">
                      <a16:creationId xmlns:a16="http://schemas.microsoft.com/office/drawing/2014/main" id="{3480F7E5-4CD6-7872-E3BD-6BA330D35A44}"/>
                    </a:ext>
                  </a:extLst>
                </p:cNvPr>
                <p:cNvPicPr/>
                <p:nvPr/>
              </p:nvPicPr>
              <p:blipFill>
                <a:blip r:embed="rId300"/>
                <a:stretch>
                  <a:fillRect/>
                </a:stretch>
              </p:blipFill>
              <p:spPr>
                <a:xfrm>
                  <a:off x="7612945" y="4686936"/>
                  <a:ext cx="1386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337" name="筆跡 336">
                  <a:extLst>
                    <a:ext uri="{FF2B5EF4-FFF2-40B4-BE49-F238E27FC236}">
                      <a16:creationId xmlns:a16="http://schemas.microsoft.com/office/drawing/2014/main" id="{3F66FB08-C777-285B-6D61-F86F6E3DAE9F}"/>
                    </a:ext>
                  </a:extLst>
                </p14:cNvPr>
                <p14:cNvContentPartPr/>
                <p14:nvPr/>
              </p14:nvContentPartPr>
              <p14:xfrm>
                <a:off x="7673065" y="4712496"/>
                <a:ext cx="113040" cy="210240"/>
              </p14:xfrm>
            </p:contentPart>
          </mc:Choice>
          <mc:Fallback xmlns="">
            <p:pic>
              <p:nvPicPr>
                <p:cNvPr id="337" name="筆跡 336">
                  <a:extLst>
                    <a:ext uri="{FF2B5EF4-FFF2-40B4-BE49-F238E27FC236}">
                      <a16:creationId xmlns:a16="http://schemas.microsoft.com/office/drawing/2014/main" id="{3F66FB08-C777-285B-6D61-F86F6E3DAE9F}"/>
                    </a:ext>
                  </a:extLst>
                </p:cNvPr>
                <p:cNvPicPr/>
                <p:nvPr/>
              </p:nvPicPr>
              <p:blipFill>
                <a:blip r:embed="rId302"/>
                <a:stretch>
                  <a:fillRect/>
                </a:stretch>
              </p:blipFill>
              <p:spPr>
                <a:xfrm>
                  <a:off x="7655065" y="4694527"/>
                  <a:ext cx="148680" cy="245819"/>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338" name="筆跡 337">
                  <a:extLst>
                    <a:ext uri="{FF2B5EF4-FFF2-40B4-BE49-F238E27FC236}">
                      <a16:creationId xmlns:a16="http://schemas.microsoft.com/office/drawing/2014/main" id="{94AD4236-62C4-108C-12E1-6840E6156258}"/>
                    </a:ext>
                  </a:extLst>
                </p14:cNvPr>
                <p14:cNvContentPartPr/>
                <p14:nvPr/>
              </p14:nvContentPartPr>
              <p14:xfrm>
                <a:off x="7620145" y="4715016"/>
                <a:ext cx="131760" cy="141480"/>
              </p14:xfrm>
            </p:contentPart>
          </mc:Choice>
          <mc:Fallback xmlns="">
            <p:pic>
              <p:nvPicPr>
                <p:cNvPr id="338" name="筆跡 337">
                  <a:extLst>
                    <a:ext uri="{FF2B5EF4-FFF2-40B4-BE49-F238E27FC236}">
                      <a16:creationId xmlns:a16="http://schemas.microsoft.com/office/drawing/2014/main" id="{94AD4236-62C4-108C-12E1-6840E6156258}"/>
                    </a:ext>
                  </a:extLst>
                </p:cNvPr>
                <p:cNvPicPr/>
                <p:nvPr/>
              </p:nvPicPr>
              <p:blipFill>
                <a:blip r:embed="rId304"/>
                <a:stretch>
                  <a:fillRect/>
                </a:stretch>
              </p:blipFill>
              <p:spPr>
                <a:xfrm>
                  <a:off x="7602145" y="4697016"/>
                  <a:ext cx="167400" cy="177120"/>
                </a:xfrm>
                <a:prstGeom prst="rect">
                  <a:avLst/>
                </a:prstGeom>
              </p:spPr>
            </p:pic>
          </mc:Fallback>
        </mc:AlternateContent>
      </p:grpSp>
      <p:grpSp>
        <p:nvGrpSpPr>
          <p:cNvPr id="352" name="群組 351">
            <a:extLst>
              <a:ext uri="{FF2B5EF4-FFF2-40B4-BE49-F238E27FC236}">
                <a16:creationId xmlns:a16="http://schemas.microsoft.com/office/drawing/2014/main" id="{FC145B2C-E3AE-DA91-82E7-2C3BF4EA29FE}"/>
              </a:ext>
            </a:extLst>
          </p:cNvPr>
          <p:cNvGrpSpPr/>
          <p:nvPr/>
        </p:nvGrpSpPr>
        <p:grpSpPr>
          <a:xfrm>
            <a:off x="2764825" y="4725096"/>
            <a:ext cx="1618200" cy="1103040"/>
            <a:chOff x="2764825" y="4725096"/>
            <a:chExt cx="1618200" cy="1103040"/>
          </a:xfrm>
        </p:grpSpPr>
        <mc:AlternateContent xmlns:mc="http://schemas.openxmlformats.org/markup-compatibility/2006" xmlns:p14="http://schemas.microsoft.com/office/powerpoint/2010/main">
          <mc:Choice Requires="p14">
            <p:contentPart p14:bwMode="auto" r:id="rId305">
              <p14:nvContentPartPr>
                <p14:cNvPr id="81" name="筆跡 80">
                  <a:extLst>
                    <a:ext uri="{FF2B5EF4-FFF2-40B4-BE49-F238E27FC236}">
                      <a16:creationId xmlns:a16="http://schemas.microsoft.com/office/drawing/2014/main" id="{36B859D5-5456-AEAA-7321-F5AA5AC38A8F}"/>
                    </a:ext>
                  </a:extLst>
                </p14:cNvPr>
                <p14:cNvContentPartPr/>
                <p14:nvPr/>
              </p14:nvContentPartPr>
              <p14:xfrm>
                <a:off x="4133905" y="5558856"/>
                <a:ext cx="5400" cy="7200"/>
              </p14:xfrm>
            </p:contentPart>
          </mc:Choice>
          <mc:Fallback xmlns="">
            <p:pic>
              <p:nvPicPr>
                <p:cNvPr id="81" name="筆跡 80">
                  <a:extLst>
                    <a:ext uri="{FF2B5EF4-FFF2-40B4-BE49-F238E27FC236}">
                      <a16:creationId xmlns:a16="http://schemas.microsoft.com/office/drawing/2014/main" id="{36B859D5-5456-AEAA-7321-F5AA5AC38A8F}"/>
                    </a:ext>
                  </a:extLst>
                </p:cNvPr>
                <p:cNvPicPr/>
                <p:nvPr/>
              </p:nvPicPr>
              <p:blipFill>
                <a:blip r:embed="rId306"/>
                <a:stretch>
                  <a:fillRect/>
                </a:stretch>
              </p:blipFill>
              <p:spPr>
                <a:xfrm>
                  <a:off x="4115905" y="5540856"/>
                  <a:ext cx="410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87" name="筆跡 86">
                  <a:extLst>
                    <a:ext uri="{FF2B5EF4-FFF2-40B4-BE49-F238E27FC236}">
                      <a16:creationId xmlns:a16="http://schemas.microsoft.com/office/drawing/2014/main" id="{7B62FA7E-8FAB-1ABF-C69E-4F2909CE1F4C}"/>
                    </a:ext>
                  </a:extLst>
                </p14:cNvPr>
                <p14:cNvContentPartPr/>
                <p14:nvPr/>
              </p14:nvContentPartPr>
              <p14:xfrm>
                <a:off x="3917905" y="5535456"/>
                <a:ext cx="54720" cy="72720"/>
              </p14:xfrm>
            </p:contentPart>
          </mc:Choice>
          <mc:Fallback xmlns="">
            <p:pic>
              <p:nvPicPr>
                <p:cNvPr id="87" name="筆跡 86">
                  <a:extLst>
                    <a:ext uri="{FF2B5EF4-FFF2-40B4-BE49-F238E27FC236}">
                      <a16:creationId xmlns:a16="http://schemas.microsoft.com/office/drawing/2014/main" id="{7B62FA7E-8FAB-1ABF-C69E-4F2909CE1F4C}"/>
                    </a:ext>
                  </a:extLst>
                </p:cNvPr>
                <p:cNvPicPr/>
                <p:nvPr/>
              </p:nvPicPr>
              <p:blipFill>
                <a:blip r:embed="rId308"/>
                <a:stretch>
                  <a:fillRect/>
                </a:stretch>
              </p:blipFill>
              <p:spPr>
                <a:xfrm>
                  <a:off x="3900023" y="5517366"/>
                  <a:ext cx="90127" cy="108537"/>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77" name="筆跡 76">
                  <a:extLst>
                    <a:ext uri="{FF2B5EF4-FFF2-40B4-BE49-F238E27FC236}">
                      <a16:creationId xmlns:a16="http://schemas.microsoft.com/office/drawing/2014/main" id="{D88DA78E-F649-2FEE-DEE2-B0A1BD2BD517}"/>
                    </a:ext>
                  </a:extLst>
                </p14:cNvPr>
                <p14:cNvContentPartPr/>
                <p14:nvPr/>
              </p14:nvContentPartPr>
              <p14:xfrm>
                <a:off x="3492745" y="4736976"/>
                <a:ext cx="35640" cy="96840"/>
              </p14:xfrm>
            </p:contentPart>
          </mc:Choice>
          <mc:Fallback xmlns="">
            <p:pic>
              <p:nvPicPr>
                <p:cNvPr id="77" name="筆跡 76">
                  <a:extLst>
                    <a:ext uri="{FF2B5EF4-FFF2-40B4-BE49-F238E27FC236}">
                      <a16:creationId xmlns:a16="http://schemas.microsoft.com/office/drawing/2014/main" id="{D88DA78E-F649-2FEE-DEE2-B0A1BD2BD517}"/>
                    </a:ext>
                  </a:extLst>
                </p:cNvPr>
                <p:cNvPicPr/>
                <p:nvPr/>
              </p:nvPicPr>
              <p:blipFill>
                <a:blip r:embed="rId310"/>
                <a:stretch>
                  <a:fillRect/>
                </a:stretch>
              </p:blipFill>
              <p:spPr>
                <a:xfrm>
                  <a:off x="3474745" y="4718976"/>
                  <a:ext cx="712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78" name="筆跡 77">
                  <a:extLst>
                    <a:ext uri="{FF2B5EF4-FFF2-40B4-BE49-F238E27FC236}">
                      <a16:creationId xmlns:a16="http://schemas.microsoft.com/office/drawing/2014/main" id="{73B83EEA-A26B-79DF-C187-07B1B330F89A}"/>
                    </a:ext>
                  </a:extLst>
                </p14:cNvPr>
                <p14:cNvContentPartPr/>
                <p14:nvPr/>
              </p14:nvContentPartPr>
              <p14:xfrm>
                <a:off x="3648985" y="4982856"/>
                <a:ext cx="30240" cy="54360"/>
              </p14:xfrm>
            </p:contentPart>
          </mc:Choice>
          <mc:Fallback xmlns="">
            <p:pic>
              <p:nvPicPr>
                <p:cNvPr id="78" name="筆跡 77">
                  <a:extLst>
                    <a:ext uri="{FF2B5EF4-FFF2-40B4-BE49-F238E27FC236}">
                      <a16:creationId xmlns:a16="http://schemas.microsoft.com/office/drawing/2014/main" id="{73B83EEA-A26B-79DF-C187-07B1B330F89A}"/>
                    </a:ext>
                  </a:extLst>
                </p:cNvPr>
                <p:cNvPicPr/>
                <p:nvPr/>
              </p:nvPicPr>
              <p:blipFill>
                <a:blip r:embed="rId312"/>
                <a:stretch>
                  <a:fillRect/>
                </a:stretch>
              </p:blipFill>
              <p:spPr>
                <a:xfrm>
                  <a:off x="3630985" y="4964736"/>
                  <a:ext cx="65880" cy="90238"/>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79" name="筆跡 78">
                  <a:extLst>
                    <a:ext uri="{FF2B5EF4-FFF2-40B4-BE49-F238E27FC236}">
                      <a16:creationId xmlns:a16="http://schemas.microsoft.com/office/drawing/2014/main" id="{BFAAF99D-CA46-F1CE-797E-E38E1581B02D}"/>
                    </a:ext>
                  </a:extLst>
                </p14:cNvPr>
                <p14:cNvContentPartPr/>
                <p14:nvPr/>
              </p14:nvContentPartPr>
              <p14:xfrm>
                <a:off x="3772105" y="5156016"/>
                <a:ext cx="68760" cy="77040"/>
              </p14:xfrm>
            </p:contentPart>
          </mc:Choice>
          <mc:Fallback xmlns="">
            <p:pic>
              <p:nvPicPr>
                <p:cNvPr id="79" name="筆跡 78">
                  <a:extLst>
                    <a:ext uri="{FF2B5EF4-FFF2-40B4-BE49-F238E27FC236}">
                      <a16:creationId xmlns:a16="http://schemas.microsoft.com/office/drawing/2014/main" id="{BFAAF99D-CA46-F1CE-797E-E38E1581B02D}"/>
                    </a:ext>
                  </a:extLst>
                </p:cNvPr>
                <p:cNvPicPr/>
                <p:nvPr/>
              </p:nvPicPr>
              <p:blipFill>
                <a:blip r:embed="rId314"/>
                <a:stretch>
                  <a:fillRect/>
                </a:stretch>
              </p:blipFill>
              <p:spPr>
                <a:xfrm>
                  <a:off x="3754105" y="5138016"/>
                  <a:ext cx="10440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80" name="筆跡 79">
                  <a:extLst>
                    <a:ext uri="{FF2B5EF4-FFF2-40B4-BE49-F238E27FC236}">
                      <a16:creationId xmlns:a16="http://schemas.microsoft.com/office/drawing/2014/main" id="{98BBF7B2-3EA3-1FA7-ECC3-D2E13FDFC3A9}"/>
                    </a:ext>
                  </a:extLst>
                </p14:cNvPr>
                <p14:cNvContentPartPr/>
                <p14:nvPr/>
              </p14:nvContentPartPr>
              <p14:xfrm>
                <a:off x="3966505" y="5369496"/>
                <a:ext cx="36000" cy="58680"/>
              </p14:xfrm>
            </p:contentPart>
          </mc:Choice>
          <mc:Fallback xmlns="">
            <p:pic>
              <p:nvPicPr>
                <p:cNvPr id="80" name="筆跡 79">
                  <a:extLst>
                    <a:ext uri="{FF2B5EF4-FFF2-40B4-BE49-F238E27FC236}">
                      <a16:creationId xmlns:a16="http://schemas.microsoft.com/office/drawing/2014/main" id="{98BBF7B2-3EA3-1FA7-ECC3-D2E13FDFC3A9}"/>
                    </a:ext>
                  </a:extLst>
                </p:cNvPr>
                <p:cNvPicPr/>
                <p:nvPr/>
              </p:nvPicPr>
              <p:blipFill>
                <a:blip r:embed="rId316"/>
                <a:stretch>
                  <a:fillRect/>
                </a:stretch>
              </p:blipFill>
              <p:spPr>
                <a:xfrm>
                  <a:off x="3948323" y="5351496"/>
                  <a:ext cx="7200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82" name="筆跡 81">
                  <a:extLst>
                    <a:ext uri="{FF2B5EF4-FFF2-40B4-BE49-F238E27FC236}">
                      <a16:creationId xmlns:a16="http://schemas.microsoft.com/office/drawing/2014/main" id="{370C2C18-84D0-70BA-A2F0-858EFAC2D33B}"/>
                    </a:ext>
                  </a:extLst>
                </p14:cNvPr>
                <p14:cNvContentPartPr/>
                <p14:nvPr/>
              </p14:nvContentPartPr>
              <p14:xfrm>
                <a:off x="3360265" y="4725096"/>
                <a:ext cx="37080" cy="32040"/>
              </p14:xfrm>
            </p:contentPart>
          </mc:Choice>
          <mc:Fallback xmlns="">
            <p:pic>
              <p:nvPicPr>
                <p:cNvPr id="82" name="筆跡 81">
                  <a:extLst>
                    <a:ext uri="{FF2B5EF4-FFF2-40B4-BE49-F238E27FC236}">
                      <a16:creationId xmlns:a16="http://schemas.microsoft.com/office/drawing/2014/main" id="{370C2C18-84D0-70BA-A2F0-858EFAC2D33B}"/>
                    </a:ext>
                  </a:extLst>
                </p:cNvPr>
                <p:cNvPicPr/>
                <p:nvPr/>
              </p:nvPicPr>
              <p:blipFill>
                <a:blip r:embed="rId318"/>
                <a:stretch>
                  <a:fillRect/>
                </a:stretch>
              </p:blipFill>
              <p:spPr>
                <a:xfrm>
                  <a:off x="3342438" y="4707096"/>
                  <a:ext cx="72377"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83" name="筆跡 82">
                  <a:extLst>
                    <a:ext uri="{FF2B5EF4-FFF2-40B4-BE49-F238E27FC236}">
                      <a16:creationId xmlns:a16="http://schemas.microsoft.com/office/drawing/2014/main" id="{8785F598-F3C9-5AA5-2638-543EE21A61F1}"/>
                    </a:ext>
                  </a:extLst>
                </p14:cNvPr>
                <p14:cNvContentPartPr/>
                <p14:nvPr/>
              </p14:nvContentPartPr>
              <p14:xfrm>
                <a:off x="3341185" y="4855056"/>
                <a:ext cx="30960" cy="86400"/>
              </p14:xfrm>
            </p:contentPart>
          </mc:Choice>
          <mc:Fallback xmlns="">
            <p:pic>
              <p:nvPicPr>
                <p:cNvPr id="83" name="筆跡 82">
                  <a:extLst>
                    <a:ext uri="{FF2B5EF4-FFF2-40B4-BE49-F238E27FC236}">
                      <a16:creationId xmlns:a16="http://schemas.microsoft.com/office/drawing/2014/main" id="{8785F598-F3C9-5AA5-2638-543EE21A61F1}"/>
                    </a:ext>
                  </a:extLst>
                </p:cNvPr>
                <p:cNvPicPr/>
                <p:nvPr/>
              </p:nvPicPr>
              <p:blipFill>
                <a:blip r:embed="rId320"/>
                <a:stretch>
                  <a:fillRect/>
                </a:stretch>
              </p:blipFill>
              <p:spPr>
                <a:xfrm>
                  <a:off x="3323185" y="4837131"/>
                  <a:ext cx="66600" cy="121892"/>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84" name="筆跡 83">
                  <a:extLst>
                    <a:ext uri="{FF2B5EF4-FFF2-40B4-BE49-F238E27FC236}">
                      <a16:creationId xmlns:a16="http://schemas.microsoft.com/office/drawing/2014/main" id="{8BAF33DF-83EA-4523-4160-6A79077B5F71}"/>
                    </a:ext>
                  </a:extLst>
                </p14:cNvPr>
                <p14:cNvContentPartPr/>
                <p14:nvPr/>
              </p14:nvContentPartPr>
              <p14:xfrm>
                <a:off x="3422185" y="4995096"/>
                <a:ext cx="72000" cy="105480"/>
              </p14:xfrm>
            </p:contentPart>
          </mc:Choice>
          <mc:Fallback xmlns="">
            <p:pic>
              <p:nvPicPr>
                <p:cNvPr id="84" name="筆跡 83">
                  <a:extLst>
                    <a:ext uri="{FF2B5EF4-FFF2-40B4-BE49-F238E27FC236}">
                      <a16:creationId xmlns:a16="http://schemas.microsoft.com/office/drawing/2014/main" id="{8BAF33DF-83EA-4523-4160-6A79077B5F71}"/>
                    </a:ext>
                  </a:extLst>
                </p:cNvPr>
                <p:cNvPicPr/>
                <p:nvPr/>
              </p:nvPicPr>
              <p:blipFill>
                <a:blip r:embed="rId322"/>
                <a:stretch>
                  <a:fillRect/>
                </a:stretch>
              </p:blipFill>
              <p:spPr>
                <a:xfrm>
                  <a:off x="3404185" y="4977096"/>
                  <a:ext cx="1076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85" name="筆跡 84">
                  <a:extLst>
                    <a:ext uri="{FF2B5EF4-FFF2-40B4-BE49-F238E27FC236}">
                      <a16:creationId xmlns:a16="http://schemas.microsoft.com/office/drawing/2014/main" id="{8FF12B4C-7E68-6DAE-FA82-28E85E30AD13}"/>
                    </a:ext>
                  </a:extLst>
                </p14:cNvPr>
                <p14:cNvContentPartPr/>
                <p14:nvPr/>
              </p14:nvContentPartPr>
              <p14:xfrm>
                <a:off x="3546385" y="5180496"/>
                <a:ext cx="98640" cy="109440"/>
              </p14:xfrm>
            </p:contentPart>
          </mc:Choice>
          <mc:Fallback xmlns="">
            <p:pic>
              <p:nvPicPr>
                <p:cNvPr id="85" name="筆跡 84">
                  <a:extLst>
                    <a:ext uri="{FF2B5EF4-FFF2-40B4-BE49-F238E27FC236}">
                      <a16:creationId xmlns:a16="http://schemas.microsoft.com/office/drawing/2014/main" id="{8FF12B4C-7E68-6DAE-FA82-28E85E30AD13}"/>
                    </a:ext>
                  </a:extLst>
                </p:cNvPr>
                <p:cNvPicPr/>
                <p:nvPr/>
              </p:nvPicPr>
              <p:blipFill>
                <a:blip r:embed="rId324"/>
                <a:stretch>
                  <a:fillRect/>
                </a:stretch>
              </p:blipFill>
              <p:spPr>
                <a:xfrm>
                  <a:off x="3528385" y="5162496"/>
                  <a:ext cx="1342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86" name="筆跡 85">
                  <a:extLst>
                    <a:ext uri="{FF2B5EF4-FFF2-40B4-BE49-F238E27FC236}">
                      <a16:creationId xmlns:a16="http://schemas.microsoft.com/office/drawing/2014/main" id="{AAC99F58-FB5B-535B-311D-AB33A2E8AF40}"/>
                    </a:ext>
                  </a:extLst>
                </p14:cNvPr>
                <p14:cNvContentPartPr/>
                <p14:nvPr/>
              </p14:nvContentPartPr>
              <p14:xfrm>
                <a:off x="3738625" y="5344656"/>
                <a:ext cx="64440" cy="88560"/>
              </p14:xfrm>
            </p:contentPart>
          </mc:Choice>
          <mc:Fallback xmlns="">
            <p:pic>
              <p:nvPicPr>
                <p:cNvPr id="86" name="筆跡 85">
                  <a:extLst>
                    <a:ext uri="{FF2B5EF4-FFF2-40B4-BE49-F238E27FC236}">
                      <a16:creationId xmlns:a16="http://schemas.microsoft.com/office/drawing/2014/main" id="{AAC99F58-FB5B-535B-311D-AB33A2E8AF40}"/>
                    </a:ext>
                  </a:extLst>
                </p:cNvPr>
                <p:cNvPicPr/>
                <p:nvPr/>
              </p:nvPicPr>
              <p:blipFill>
                <a:blip r:embed="rId326"/>
                <a:stretch>
                  <a:fillRect/>
                </a:stretch>
              </p:blipFill>
              <p:spPr>
                <a:xfrm>
                  <a:off x="3720625" y="5326583"/>
                  <a:ext cx="100080" cy="124345"/>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88" name="筆跡 87">
                  <a:extLst>
                    <a:ext uri="{FF2B5EF4-FFF2-40B4-BE49-F238E27FC236}">
                      <a16:creationId xmlns:a16="http://schemas.microsoft.com/office/drawing/2014/main" id="{0C7C2332-38A5-2AF0-A35C-DBBA9B3AF4B9}"/>
                    </a:ext>
                  </a:extLst>
                </p14:cNvPr>
                <p14:cNvContentPartPr/>
                <p14:nvPr/>
              </p14:nvContentPartPr>
              <p14:xfrm>
                <a:off x="3435145" y="4902216"/>
                <a:ext cx="83880" cy="92880"/>
              </p14:xfrm>
            </p:contentPart>
          </mc:Choice>
          <mc:Fallback xmlns="">
            <p:pic>
              <p:nvPicPr>
                <p:cNvPr id="88" name="筆跡 87">
                  <a:extLst>
                    <a:ext uri="{FF2B5EF4-FFF2-40B4-BE49-F238E27FC236}">
                      <a16:creationId xmlns:a16="http://schemas.microsoft.com/office/drawing/2014/main" id="{0C7C2332-38A5-2AF0-A35C-DBBA9B3AF4B9}"/>
                    </a:ext>
                  </a:extLst>
                </p:cNvPr>
                <p:cNvPicPr/>
                <p:nvPr/>
              </p:nvPicPr>
              <p:blipFill>
                <a:blip r:embed="rId328"/>
                <a:stretch>
                  <a:fillRect/>
                </a:stretch>
              </p:blipFill>
              <p:spPr>
                <a:xfrm>
                  <a:off x="3417145" y="4884216"/>
                  <a:ext cx="11952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341" name="筆跡 340">
                  <a:extLst>
                    <a:ext uri="{FF2B5EF4-FFF2-40B4-BE49-F238E27FC236}">
                      <a16:creationId xmlns:a16="http://schemas.microsoft.com/office/drawing/2014/main" id="{A3A1A034-99C0-AD64-A019-76FF3F6A1ACC}"/>
                    </a:ext>
                  </a:extLst>
                </p14:cNvPr>
                <p14:cNvContentPartPr/>
                <p14:nvPr/>
              </p14:nvContentPartPr>
              <p14:xfrm>
                <a:off x="3637105" y="5210016"/>
                <a:ext cx="745920" cy="455400"/>
              </p14:xfrm>
            </p:contentPart>
          </mc:Choice>
          <mc:Fallback xmlns="">
            <p:pic>
              <p:nvPicPr>
                <p:cNvPr id="341" name="筆跡 340">
                  <a:extLst>
                    <a:ext uri="{FF2B5EF4-FFF2-40B4-BE49-F238E27FC236}">
                      <a16:creationId xmlns:a16="http://schemas.microsoft.com/office/drawing/2014/main" id="{A3A1A034-99C0-AD64-A019-76FF3F6A1ACC}"/>
                    </a:ext>
                  </a:extLst>
                </p:cNvPr>
                <p:cNvPicPr/>
                <p:nvPr/>
              </p:nvPicPr>
              <p:blipFill>
                <a:blip r:embed="rId330"/>
                <a:stretch>
                  <a:fillRect/>
                </a:stretch>
              </p:blipFill>
              <p:spPr>
                <a:xfrm>
                  <a:off x="3619105" y="5192030"/>
                  <a:ext cx="781560" cy="491012"/>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342" name="筆跡 341">
                  <a:extLst>
                    <a:ext uri="{FF2B5EF4-FFF2-40B4-BE49-F238E27FC236}">
                      <a16:creationId xmlns:a16="http://schemas.microsoft.com/office/drawing/2014/main" id="{6126D679-257C-5150-24AE-1F4E0B6E215B}"/>
                    </a:ext>
                  </a:extLst>
                </p14:cNvPr>
                <p14:cNvContentPartPr/>
                <p14:nvPr/>
              </p14:nvContentPartPr>
              <p14:xfrm>
                <a:off x="3555385" y="5561376"/>
                <a:ext cx="190440" cy="133920"/>
              </p14:xfrm>
            </p:contentPart>
          </mc:Choice>
          <mc:Fallback xmlns="">
            <p:pic>
              <p:nvPicPr>
                <p:cNvPr id="342" name="筆跡 341">
                  <a:extLst>
                    <a:ext uri="{FF2B5EF4-FFF2-40B4-BE49-F238E27FC236}">
                      <a16:creationId xmlns:a16="http://schemas.microsoft.com/office/drawing/2014/main" id="{6126D679-257C-5150-24AE-1F4E0B6E215B}"/>
                    </a:ext>
                  </a:extLst>
                </p:cNvPr>
                <p:cNvPicPr/>
                <p:nvPr/>
              </p:nvPicPr>
              <p:blipFill>
                <a:blip r:embed="rId332"/>
                <a:stretch>
                  <a:fillRect/>
                </a:stretch>
              </p:blipFill>
              <p:spPr>
                <a:xfrm>
                  <a:off x="3537351" y="5543376"/>
                  <a:ext cx="226148"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344" name="筆跡 343">
                  <a:extLst>
                    <a:ext uri="{FF2B5EF4-FFF2-40B4-BE49-F238E27FC236}">
                      <a16:creationId xmlns:a16="http://schemas.microsoft.com/office/drawing/2014/main" id="{4D4D4A62-3060-A7E2-E383-34C79D1222A7}"/>
                    </a:ext>
                  </a:extLst>
                </p14:cNvPr>
                <p14:cNvContentPartPr/>
                <p14:nvPr/>
              </p14:nvContentPartPr>
              <p14:xfrm>
                <a:off x="2764825" y="5468496"/>
                <a:ext cx="127800" cy="175680"/>
              </p14:xfrm>
            </p:contentPart>
          </mc:Choice>
          <mc:Fallback xmlns="">
            <p:pic>
              <p:nvPicPr>
                <p:cNvPr id="344" name="筆跡 343">
                  <a:extLst>
                    <a:ext uri="{FF2B5EF4-FFF2-40B4-BE49-F238E27FC236}">
                      <a16:creationId xmlns:a16="http://schemas.microsoft.com/office/drawing/2014/main" id="{4D4D4A62-3060-A7E2-E383-34C79D1222A7}"/>
                    </a:ext>
                  </a:extLst>
                </p:cNvPr>
                <p:cNvPicPr/>
                <p:nvPr/>
              </p:nvPicPr>
              <p:blipFill>
                <a:blip r:embed="rId334"/>
                <a:stretch>
                  <a:fillRect/>
                </a:stretch>
              </p:blipFill>
              <p:spPr>
                <a:xfrm>
                  <a:off x="2746825" y="5450496"/>
                  <a:ext cx="16344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345" name="筆跡 344">
                  <a:extLst>
                    <a:ext uri="{FF2B5EF4-FFF2-40B4-BE49-F238E27FC236}">
                      <a16:creationId xmlns:a16="http://schemas.microsoft.com/office/drawing/2014/main" id="{589C4282-B9A6-63DB-2553-B2C6EB4B2716}"/>
                    </a:ext>
                  </a:extLst>
                </p14:cNvPr>
                <p14:cNvContentPartPr/>
                <p14:nvPr/>
              </p14:nvContentPartPr>
              <p14:xfrm>
                <a:off x="2937625" y="5467776"/>
                <a:ext cx="62640" cy="214560"/>
              </p14:xfrm>
            </p:contentPart>
          </mc:Choice>
          <mc:Fallback xmlns="">
            <p:pic>
              <p:nvPicPr>
                <p:cNvPr id="345" name="筆跡 344">
                  <a:extLst>
                    <a:ext uri="{FF2B5EF4-FFF2-40B4-BE49-F238E27FC236}">
                      <a16:creationId xmlns:a16="http://schemas.microsoft.com/office/drawing/2014/main" id="{589C4282-B9A6-63DB-2553-B2C6EB4B2716}"/>
                    </a:ext>
                  </a:extLst>
                </p:cNvPr>
                <p:cNvPicPr/>
                <p:nvPr/>
              </p:nvPicPr>
              <p:blipFill>
                <a:blip r:embed="rId336"/>
                <a:stretch>
                  <a:fillRect/>
                </a:stretch>
              </p:blipFill>
              <p:spPr>
                <a:xfrm>
                  <a:off x="2919625" y="5449806"/>
                  <a:ext cx="98280" cy="25014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346" name="筆跡 345">
                  <a:extLst>
                    <a:ext uri="{FF2B5EF4-FFF2-40B4-BE49-F238E27FC236}">
                      <a16:creationId xmlns:a16="http://schemas.microsoft.com/office/drawing/2014/main" id="{1770DE48-8E86-6221-272E-3DAC5B93871F}"/>
                    </a:ext>
                  </a:extLst>
                </p14:cNvPr>
                <p14:cNvContentPartPr/>
                <p14:nvPr/>
              </p14:nvContentPartPr>
              <p14:xfrm>
                <a:off x="3059305" y="5450496"/>
                <a:ext cx="16200" cy="205560"/>
              </p14:xfrm>
            </p:contentPart>
          </mc:Choice>
          <mc:Fallback xmlns="">
            <p:pic>
              <p:nvPicPr>
                <p:cNvPr id="346" name="筆跡 345">
                  <a:extLst>
                    <a:ext uri="{FF2B5EF4-FFF2-40B4-BE49-F238E27FC236}">
                      <a16:creationId xmlns:a16="http://schemas.microsoft.com/office/drawing/2014/main" id="{1770DE48-8E86-6221-272E-3DAC5B93871F}"/>
                    </a:ext>
                  </a:extLst>
                </p:cNvPr>
                <p:cNvPicPr/>
                <p:nvPr/>
              </p:nvPicPr>
              <p:blipFill>
                <a:blip r:embed="rId338"/>
                <a:stretch>
                  <a:fillRect/>
                </a:stretch>
              </p:blipFill>
              <p:spPr>
                <a:xfrm>
                  <a:off x="3041305" y="5432496"/>
                  <a:ext cx="5184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347" name="筆跡 346">
                  <a:extLst>
                    <a:ext uri="{FF2B5EF4-FFF2-40B4-BE49-F238E27FC236}">
                      <a16:creationId xmlns:a16="http://schemas.microsoft.com/office/drawing/2014/main" id="{885460E6-940A-282B-464B-B5EA66DD164F}"/>
                    </a:ext>
                  </a:extLst>
                </p14:cNvPr>
                <p14:cNvContentPartPr/>
                <p14:nvPr/>
              </p14:nvContentPartPr>
              <p14:xfrm>
                <a:off x="3073345" y="5522856"/>
                <a:ext cx="77760" cy="114840"/>
              </p14:xfrm>
            </p:contentPart>
          </mc:Choice>
          <mc:Fallback xmlns="">
            <p:pic>
              <p:nvPicPr>
                <p:cNvPr id="347" name="筆跡 346">
                  <a:extLst>
                    <a:ext uri="{FF2B5EF4-FFF2-40B4-BE49-F238E27FC236}">
                      <a16:creationId xmlns:a16="http://schemas.microsoft.com/office/drawing/2014/main" id="{885460E6-940A-282B-464B-B5EA66DD164F}"/>
                    </a:ext>
                  </a:extLst>
                </p:cNvPr>
                <p:cNvPicPr/>
                <p:nvPr/>
              </p:nvPicPr>
              <p:blipFill>
                <a:blip r:embed="rId340"/>
                <a:stretch>
                  <a:fillRect/>
                </a:stretch>
              </p:blipFill>
              <p:spPr>
                <a:xfrm>
                  <a:off x="3055345" y="5504856"/>
                  <a:ext cx="1134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348" name="筆跡 347">
                  <a:extLst>
                    <a:ext uri="{FF2B5EF4-FFF2-40B4-BE49-F238E27FC236}">
                      <a16:creationId xmlns:a16="http://schemas.microsoft.com/office/drawing/2014/main" id="{A36B51A3-A10A-C311-8FF7-8AB81190EAF8}"/>
                    </a:ext>
                  </a:extLst>
                </p14:cNvPr>
                <p14:cNvContentPartPr/>
                <p14:nvPr/>
              </p14:nvContentPartPr>
              <p14:xfrm>
                <a:off x="3075865" y="5557776"/>
                <a:ext cx="126360" cy="270360"/>
              </p14:xfrm>
            </p:contentPart>
          </mc:Choice>
          <mc:Fallback xmlns="">
            <p:pic>
              <p:nvPicPr>
                <p:cNvPr id="348" name="筆跡 347">
                  <a:extLst>
                    <a:ext uri="{FF2B5EF4-FFF2-40B4-BE49-F238E27FC236}">
                      <a16:creationId xmlns:a16="http://schemas.microsoft.com/office/drawing/2014/main" id="{A36B51A3-A10A-C311-8FF7-8AB81190EAF8}"/>
                    </a:ext>
                  </a:extLst>
                </p:cNvPr>
                <p:cNvPicPr/>
                <p:nvPr/>
              </p:nvPicPr>
              <p:blipFill>
                <a:blip r:embed="rId342"/>
                <a:stretch>
                  <a:fillRect/>
                </a:stretch>
              </p:blipFill>
              <p:spPr>
                <a:xfrm>
                  <a:off x="3057865" y="5539776"/>
                  <a:ext cx="16200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349" name="筆跡 348">
                  <a:extLst>
                    <a:ext uri="{FF2B5EF4-FFF2-40B4-BE49-F238E27FC236}">
                      <a16:creationId xmlns:a16="http://schemas.microsoft.com/office/drawing/2014/main" id="{1D29545B-BE04-010D-2EB0-B29EDAB127E0}"/>
                    </a:ext>
                  </a:extLst>
                </p14:cNvPr>
                <p14:cNvContentPartPr/>
                <p14:nvPr/>
              </p14:nvContentPartPr>
              <p14:xfrm>
                <a:off x="3297985" y="5567136"/>
                <a:ext cx="360" cy="360"/>
              </p14:xfrm>
            </p:contentPart>
          </mc:Choice>
          <mc:Fallback xmlns="">
            <p:pic>
              <p:nvPicPr>
                <p:cNvPr id="349" name="筆跡 348">
                  <a:extLst>
                    <a:ext uri="{FF2B5EF4-FFF2-40B4-BE49-F238E27FC236}">
                      <a16:creationId xmlns:a16="http://schemas.microsoft.com/office/drawing/2014/main" id="{1D29545B-BE04-010D-2EB0-B29EDAB127E0}"/>
                    </a:ext>
                  </a:extLst>
                </p:cNvPr>
                <p:cNvPicPr/>
                <p:nvPr/>
              </p:nvPicPr>
              <p:blipFill>
                <a:blip r:embed="rId344"/>
                <a:stretch>
                  <a:fillRect/>
                </a:stretch>
              </p:blipFill>
              <p:spPr>
                <a:xfrm>
                  <a:off x="3279985" y="5549136"/>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350" name="筆跡 349">
                  <a:extLst>
                    <a:ext uri="{FF2B5EF4-FFF2-40B4-BE49-F238E27FC236}">
                      <a16:creationId xmlns:a16="http://schemas.microsoft.com/office/drawing/2014/main" id="{68E7069B-4DAB-24AD-94E0-06A1C8C52C9F}"/>
                    </a:ext>
                  </a:extLst>
                </p14:cNvPr>
                <p14:cNvContentPartPr/>
                <p14:nvPr/>
              </p14:nvContentPartPr>
              <p14:xfrm>
                <a:off x="3371785" y="5498736"/>
                <a:ext cx="41040" cy="88560"/>
              </p14:xfrm>
            </p:contentPart>
          </mc:Choice>
          <mc:Fallback xmlns="">
            <p:pic>
              <p:nvPicPr>
                <p:cNvPr id="350" name="筆跡 349">
                  <a:extLst>
                    <a:ext uri="{FF2B5EF4-FFF2-40B4-BE49-F238E27FC236}">
                      <a16:creationId xmlns:a16="http://schemas.microsoft.com/office/drawing/2014/main" id="{68E7069B-4DAB-24AD-94E0-06A1C8C52C9F}"/>
                    </a:ext>
                  </a:extLst>
                </p:cNvPr>
                <p:cNvPicPr/>
                <p:nvPr/>
              </p:nvPicPr>
              <p:blipFill>
                <a:blip r:embed="rId346"/>
                <a:stretch>
                  <a:fillRect/>
                </a:stretch>
              </p:blipFill>
              <p:spPr>
                <a:xfrm>
                  <a:off x="3353785" y="5480809"/>
                  <a:ext cx="76680" cy="124056"/>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351" name="筆跡 350">
                  <a:extLst>
                    <a:ext uri="{FF2B5EF4-FFF2-40B4-BE49-F238E27FC236}">
                      <a16:creationId xmlns:a16="http://schemas.microsoft.com/office/drawing/2014/main" id="{3F5FC629-C543-5F47-E2A3-CDD1F513FE69}"/>
                    </a:ext>
                  </a:extLst>
                </p14:cNvPr>
                <p14:cNvContentPartPr/>
                <p14:nvPr/>
              </p14:nvContentPartPr>
              <p14:xfrm>
                <a:off x="3438745" y="5482896"/>
                <a:ext cx="92880" cy="79920"/>
              </p14:xfrm>
            </p:contentPart>
          </mc:Choice>
          <mc:Fallback xmlns="">
            <p:pic>
              <p:nvPicPr>
                <p:cNvPr id="351" name="筆跡 350">
                  <a:extLst>
                    <a:ext uri="{FF2B5EF4-FFF2-40B4-BE49-F238E27FC236}">
                      <a16:creationId xmlns:a16="http://schemas.microsoft.com/office/drawing/2014/main" id="{3F5FC629-C543-5F47-E2A3-CDD1F513FE69}"/>
                    </a:ext>
                  </a:extLst>
                </p:cNvPr>
                <p:cNvPicPr/>
                <p:nvPr/>
              </p:nvPicPr>
              <p:blipFill>
                <a:blip r:embed="rId348"/>
                <a:stretch>
                  <a:fillRect/>
                </a:stretch>
              </p:blipFill>
              <p:spPr>
                <a:xfrm>
                  <a:off x="3420814" y="5464977"/>
                  <a:ext cx="128382" cy="115400"/>
                </a:xfrm>
                <a:prstGeom prst="rect">
                  <a:avLst/>
                </a:prstGeom>
              </p:spPr>
            </p:pic>
          </mc:Fallback>
        </mc:AlternateContent>
      </p:grpSp>
      <p:grpSp>
        <p:nvGrpSpPr>
          <p:cNvPr id="383" name="群組 382">
            <a:extLst>
              <a:ext uri="{FF2B5EF4-FFF2-40B4-BE49-F238E27FC236}">
                <a16:creationId xmlns:a16="http://schemas.microsoft.com/office/drawing/2014/main" id="{30366A63-F9F5-5276-3488-4B77A03F1EBD}"/>
              </a:ext>
            </a:extLst>
          </p:cNvPr>
          <p:cNvGrpSpPr/>
          <p:nvPr/>
        </p:nvGrpSpPr>
        <p:grpSpPr>
          <a:xfrm>
            <a:off x="5960125" y="6226932"/>
            <a:ext cx="1643400" cy="410760"/>
            <a:chOff x="5960125" y="6226932"/>
            <a:chExt cx="1643400" cy="410760"/>
          </a:xfrm>
        </p:grpSpPr>
        <mc:AlternateContent xmlns:mc="http://schemas.openxmlformats.org/markup-compatibility/2006" xmlns:p14="http://schemas.microsoft.com/office/powerpoint/2010/main">
          <mc:Choice Requires="p14">
            <p:contentPart p14:bwMode="auto" r:id="rId349">
              <p14:nvContentPartPr>
                <p14:cNvPr id="353" name="筆跡 352">
                  <a:extLst>
                    <a:ext uri="{FF2B5EF4-FFF2-40B4-BE49-F238E27FC236}">
                      <a16:creationId xmlns:a16="http://schemas.microsoft.com/office/drawing/2014/main" id="{16C7AA86-D027-7785-DAF4-49692A3137E4}"/>
                    </a:ext>
                  </a:extLst>
                </p14:cNvPr>
                <p14:cNvContentPartPr/>
                <p14:nvPr/>
              </p14:nvContentPartPr>
              <p14:xfrm>
                <a:off x="5960125" y="6232692"/>
                <a:ext cx="171720" cy="405000"/>
              </p14:xfrm>
            </p:contentPart>
          </mc:Choice>
          <mc:Fallback xmlns="">
            <p:pic>
              <p:nvPicPr>
                <p:cNvPr id="353" name="筆跡 352">
                  <a:extLst>
                    <a:ext uri="{FF2B5EF4-FFF2-40B4-BE49-F238E27FC236}">
                      <a16:creationId xmlns:a16="http://schemas.microsoft.com/office/drawing/2014/main" id="{16C7AA86-D027-7785-DAF4-49692A3137E4}"/>
                    </a:ext>
                  </a:extLst>
                </p:cNvPr>
                <p:cNvPicPr/>
                <p:nvPr/>
              </p:nvPicPr>
              <p:blipFill>
                <a:blip r:embed="rId350"/>
                <a:stretch>
                  <a:fillRect/>
                </a:stretch>
              </p:blipFill>
              <p:spPr>
                <a:xfrm>
                  <a:off x="5951144" y="6223692"/>
                  <a:ext cx="189323" cy="42264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354" name="筆跡 353">
                  <a:extLst>
                    <a:ext uri="{FF2B5EF4-FFF2-40B4-BE49-F238E27FC236}">
                      <a16:creationId xmlns:a16="http://schemas.microsoft.com/office/drawing/2014/main" id="{C0D86419-112A-836D-F7CE-7E0595B20F4E}"/>
                    </a:ext>
                  </a:extLst>
                </p14:cNvPr>
                <p14:cNvContentPartPr/>
                <p14:nvPr/>
              </p14:nvContentPartPr>
              <p14:xfrm>
                <a:off x="6134365" y="6278412"/>
                <a:ext cx="98280" cy="158760"/>
              </p14:xfrm>
            </p:contentPart>
          </mc:Choice>
          <mc:Fallback xmlns="">
            <p:pic>
              <p:nvPicPr>
                <p:cNvPr id="354" name="筆跡 353">
                  <a:extLst>
                    <a:ext uri="{FF2B5EF4-FFF2-40B4-BE49-F238E27FC236}">
                      <a16:creationId xmlns:a16="http://schemas.microsoft.com/office/drawing/2014/main" id="{C0D86419-112A-836D-F7CE-7E0595B20F4E}"/>
                    </a:ext>
                  </a:extLst>
                </p:cNvPr>
                <p:cNvPicPr/>
                <p:nvPr/>
              </p:nvPicPr>
              <p:blipFill>
                <a:blip r:embed="rId352"/>
                <a:stretch>
                  <a:fillRect/>
                </a:stretch>
              </p:blipFill>
              <p:spPr>
                <a:xfrm>
                  <a:off x="6125332" y="6269432"/>
                  <a:ext cx="115985" cy="17636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355" name="筆跡 354">
                  <a:extLst>
                    <a:ext uri="{FF2B5EF4-FFF2-40B4-BE49-F238E27FC236}">
                      <a16:creationId xmlns:a16="http://schemas.microsoft.com/office/drawing/2014/main" id="{D87308DA-7243-943B-F69B-161ABB26FD8C}"/>
                    </a:ext>
                  </a:extLst>
                </p14:cNvPr>
                <p14:cNvContentPartPr/>
                <p14:nvPr/>
              </p14:nvContentPartPr>
              <p14:xfrm>
                <a:off x="6173605" y="6364092"/>
                <a:ext cx="11520" cy="216360"/>
              </p14:xfrm>
            </p:contentPart>
          </mc:Choice>
          <mc:Fallback xmlns="">
            <p:pic>
              <p:nvPicPr>
                <p:cNvPr id="355" name="筆跡 354">
                  <a:extLst>
                    <a:ext uri="{FF2B5EF4-FFF2-40B4-BE49-F238E27FC236}">
                      <a16:creationId xmlns:a16="http://schemas.microsoft.com/office/drawing/2014/main" id="{D87308DA-7243-943B-F69B-161ABB26FD8C}"/>
                    </a:ext>
                  </a:extLst>
                </p:cNvPr>
                <p:cNvPicPr/>
                <p:nvPr/>
              </p:nvPicPr>
              <p:blipFill>
                <a:blip r:embed="rId354"/>
                <a:stretch>
                  <a:fillRect/>
                </a:stretch>
              </p:blipFill>
              <p:spPr>
                <a:xfrm>
                  <a:off x="6164315" y="6355092"/>
                  <a:ext cx="29729"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356" name="筆跡 355">
                  <a:extLst>
                    <a:ext uri="{FF2B5EF4-FFF2-40B4-BE49-F238E27FC236}">
                      <a16:creationId xmlns:a16="http://schemas.microsoft.com/office/drawing/2014/main" id="{EDB7AD55-C932-1E25-5F20-210B6D2FB228}"/>
                    </a:ext>
                  </a:extLst>
                </p14:cNvPr>
                <p14:cNvContentPartPr/>
                <p14:nvPr/>
              </p14:nvContentPartPr>
              <p14:xfrm>
                <a:off x="6270445" y="6325572"/>
                <a:ext cx="12600" cy="143280"/>
              </p14:xfrm>
            </p:contentPart>
          </mc:Choice>
          <mc:Fallback xmlns="">
            <p:pic>
              <p:nvPicPr>
                <p:cNvPr id="356" name="筆跡 355">
                  <a:extLst>
                    <a:ext uri="{FF2B5EF4-FFF2-40B4-BE49-F238E27FC236}">
                      <a16:creationId xmlns:a16="http://schemas.microsoft.com/office/drawing/2014/main" id="{EDB7AD55-C932-1E25-5F20-210B6D2FB228}"/>
                    </a:ext>
                  </a:extLst>
                </p:cNvPr>
                <p:cNvPicPr/>
                <p:nvPr/>
              </p:nvPicPr>
              <p:blipFill>
                <a:blip r:embed="rId356"/>
                <a:stretch>
                  <a:fillRect/>
                </a:stretch>
              </p:blipFill>
              <p:spPr>
                <a:xfrm>
                  <a:off x="6261445" y="6316572"/>
                  <a:ext cx="3024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357" name="筆跡 356">
                  <a:extLst>
                    <a:ext uri="{FF2B5EF4-FFF2-40B4-BE49-F238E27FC236}">
                      <a16:creationId xmlns:a16="http://schemas.microsoft.com/office/drawing/2014/main" id="{6516FCBE-CD01-41AF-DDEA-55C4F8596DBC}"/>
                    </a:ext>
                  </a:extLst>
                </p14:cNvPr>
                <p14:cNvContentPartPr/>
                <p14:nvPr/>
              </p14:nvContentPartPr>
              <p14:xfrm>
                <a:off x="6269005" y="6301452"/>
                <a:ext cx="95760" cy="142200"/>
              </p14:xfrm>
            </p:contentPart>
          </mc:Choice>
          <mc:Fallback xmlns="">
            <p:pic>
              <p:nvPicPr>
                <p:cNvPr id="357" name="筆跡 356">
                  <a:extLst>
                    <a:ext uri="{FF2B5EF4-FFF2-40B4-BE49-F238E27FC236}">
                      <a16:creationId xmlns:a16="http://schemas.microsoft.com/office/drawing/2014/main" id="{6516FCBE-CD01-41AF-DDEA-55C4F8596DBC}"/>
                    </a:ext>
                  </a:extLst>
                </p:cNvPr>
                <p:cNvPicPr/>
                <p:nvPr/>
              </p:nvPicPr>
              <p:blipFill>
                <a:blip r:embed="rId358"/>
                <a:stretch>
                  <a:fillRect/>
                </a:stretch>
              </p:blipFill>
              <p:spPr>
                <a:xfrm>
                  <a:off x="6260005" y="6292452"/>
                  <a:ext cx="11340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358" name="筆跡 357">
                  <a:extLst>
                    <a:ext uri="{FF2B5EF4-FFF2-40B4-BE49-F238E27FC236}">
                      <a16:creationId xmlns:a16="http://schemas.microsoft.com/office/drawing/2014/main" id="{9F138132-7103-7702-280B-9AFB4339D132}"/>
                    </a:ext>
                  </a:extLst>
                </p14:cNvPr>
                <p14:cNvContentPartPr/>
                <p14:nvPr/>
              </p14:nvContentPartPr>
              <p14:xfrm>
                <a:off x="6274765" y="6374892"/>
                <a:ext cx="84240" cy="7200"/>
              </p14:xfrm>
            </p:contentPart>
          </mc:Choice>
          <mc:Fallback xmlns="">
            <p:pic>
              <p:nvPicPr>
                <p:cNvPr id="358" name="筆跡 357">
                  <a:extLst>
                    <a:ext uri="{FF2B5EF4-FFF2-40B4-BE49-F238E27FC236}">
                      <a16:creationId xmlns:a16="http://schemas.microsoft.com/office/drawing/2014/main" id="{9F138132-7103-7702-280B-9AFB4339D132}"/>
                    </a:ext>
                  </a:extLst>
                </p:cNvPr>
                <p:cNvPicPr/>
                <p:nvPr/>
              </p:nvPicPr>
              <p:blipFill>
                <a:blip r:embed="rId360"/>
                <a:stretch>
                  <a:fillRect/>
                </a:stretch>
              </p:blipFill>
              <p:spPr>
                <a:xfrm>
                  <a:off x="6265803" y="6365418"/>
                  <a:ext cx="101805" cy="25768"/>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359" name="筆跡 358">
                  <a:extLst>
                    <a:ext uri="{FF2B5EF4-FFF2-40B4-BE49-F238E27FC236}">
                      <a16:creationId xmlns:a16="http://schemas.microsoft.com/office/drawing/2014/main" id="{750DA832-917C-4E94-2BF4-D45D4C9C7A74}"/>
                    </a:ext>
                  </a:extLst>
                </p14:cNvPr>
                <p14:cNvContentPartPr/>
                <p14:nvPr/>
              </p14:nvContentPartPr>
              <p14:xfrm>
                <a:off x="6307525" y="6413052"/>
                <a:ext cx="42480" cy="18000"/>
              </p14:xfrm>
            </p:contentPart>
          </mc:Choice>
          <mc:Fallback xmlns="">
            <p:pic>
              <p:nvPicPr>
                <p:cNvPr id="359" name="筆跡 358">
                  <a:extLst>
                    <a:ext uri="{FF2B5EF4-FFF2-40B4-BE49-F238E27FC236}">
                      <a16:creationId xmlns:a16="http://schemas.microsoft.com/office/drawing/2014/main" id="{750DA832-917C-4E94-2BF4-D45D4C9C7A74}"/>
                    </a:ext>
                  </a:extLst>
                </p:cNvPr>
                <p:cNvPicPr/>
                <p:nvPr/>
              </p:nvPicPr>
              <p:blipFill>
                <a:blip r:embed="rId362"/>
                <a:stretch>
                  <a:fillRect/>
                </a:stretch>
              </p:blipFill>
              <p:spPr>
                <a:xfrm>
                  <a:off x="6298525" y="6404052"/>
                  <a:ext cx="6012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360" name="筆跡 359">
                  <a:extLst>
                    <a:ext uri="{FF2B5EF4-FFF2-40B4-BE49-F238E27FC236}">
                      <a16:creationId xmlns:a16="http://schemas.microsoft.com/office/drawing/2014/main" id="{999D076B-DD36-8886-4E88-3C44D99E8DD6}"/>
                    </a:ext>
                  </a:extLst>
                </p14:cNvPr>
                <p14:cNvContentPartPr/>
                <p14:nvPr/>
              </p14:nvContentPartPr>
              <p14:xfrm>
                <a:off x="6238045" y="6449412"/>
                <a:ext cx="106200" cy="78480"/>
              </p14:xfrm>
            </p:contentPart>
          </mc:Choice>
          <mc:Fallback xmlns="">
            <p:pic>
              <p:nvPicPr>
                <p:cNvPr id="360" name="筆跡 359">
                  <a:extLst>
                    <a:ext uri="{FF2B5EF4-FFF2-40B4-BE49-F238E27FC236}">
                      <a16:creationId xmlns:a16="http://schemas.microsoft.com/office/drawing/2014/main" id="{999D076B-DD36-8886-4E88-3C44D99E8DD6}"/>
                    </a:ext>
                  </a:extLst>
                </p:cNvPr>
                <p:cNvPicPr/>
                <p:nvPr/>
              </p:nvPicPr>
              <p:blipFill>
                <a:blip r:embed="rId364"/>
                <a:stretch>
                  <a:fillRect/>
                </a:stretch>
              </p:blipFill>
              <p:spPr>
                <a:xfrm>
                  <a:off x="6229075" y="6440412"/>
                  <a:ext cx="12378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361" name="筆跡 360">
                  <a:extLst>
                    <a:ext uri="{FF2B5EF4-FFF2-40B4-BE49-F238E27FC236}">
                      <a16:creationId xmlns:a16="http://schemas.microsoft.com/office/drawing/2014/main" id="{C9B6FEFD-B4C9-BF3F-37DE-D601096242AB}"/>
                    </a:ext>
                  </a:extLst>
                </p14:cNvPr>
                <p14:cNvContentPartPr/>
                <p14:nvPr/>
              </p14:nvContentPartPr>
              <p14:xfrm>
                <a:off x="6283045" y="6450492"/>
                <a:ext cx="64800" cy="50040"/>
              </p14:xfrm>
            </p:contentPart>
          </mc:Choice>
          <mc:Fallback xmlns="">
            <p:pic>
              <p:nvPicPr>
                <p:cNvPr id="361" name="筆跡 360">
                  <a:extLst>
                    <a:ext uri="{FF2B5EF4-FFF2-40B4-BE49-F238E27FC236}">
                      <a16:creationId xmlns:a16="http://schemas.microsoft.com/office/drawing/2014/main" id="{C9B6FEFD-B4C9-BF3F-37DE-D601096242AB}"/>
                    </a:ext>
                  </a:extLst>
                </p:cNvPr>
                <p:cNvPicPr/>
                <p:nvPr/>
              </p:nvPicPr>
              <p:blipFill>
                <a:blip r:embed="rId366"/>
                <a:stretch>
                  <a:fillRect/>
                </a:stretch>
              </p:blipFill>
              <p:spPr>
                <a:xfrm>
                  <a:off x="6274045" y="6441492"/>
                  <a:ext cx="8244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362" name="筆跡 361">
                  <a:extLst>
                    <a:ext uri="{FF2B5EF4-FFF2-40B4-BE49-F238E27FC236}">
                      <a16:creationId xmlns:a16="http://schemas.microsoft.com/office/drawing/2014/main" id="{A540772F-89BB-F673-A3E8-C6DCD9182887}"/>
                    </a:ext>
                  </a:extLst>
                </p14:cNvPr>
                <p14:cNvContentPartPr/>
                <p14:nvPr/>
              </p14:nvContentPartPr>
              <p14:xfrm>
                <a:off x="6403645" y="6391812"/>
                <a:ext cx="25200" cy="47160"/>
              </p14:xfrm>
            </p:contentPart>
          </mc:Choice>
          <mc:Fallback xmlns="">
            <p:pic>
              <p:nvPicPr>
                <p:cNvPr id="362" name="筆跡 361">
                  <a:extLst>
                    <a:ext uri="{FF2B5EF4-FFF2-40B4-BE49-F238E27FC236}">
                      <a16:creationId xmlns:a16="http://schemas.microsoft.com/office/drawing/2014/main" id="{A540772F-89BB-F673-A3E8-C6DCD9182887}"/>
                    </a:ext>
                  </a:extLst>
                </p:cNvPr>
                <p:cNvPicPr/>
                <p:nvPr/>
              </p:nvPicPr>
              <p:blipFill>
                <a:blip r:embed="rId368"/>
                <a:stretch>
                  <a:fillRect/>
                </a:stretch>
              </p:blipFill>
              <p:spPr>
                <a:xfrm>
                  <a:off x="6394645" y="6382812"/>
                  <a:ext cx="4284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363" name="筆跡 362">
                  <a:extLst>
                    <a:ext uri="{FF2B5EF4-FFF2-40B4-BE49-F238E27FC236}">
                      <a16:creationId xmlns:a16="http://schemas.microsoft.com/office/drawing/2014/main" id="{DBA7D24D-D5B7-BE06-1F85-507F2A335C8D}"/>
                    </a:ext>
                  </a:extLst>
                </p14:cNvPr>
                <p14:cNvContentPartPr/>
                <p14:nvPr/>
              </p14:nvContentPartPr>
              <p14:xfrm>
                <a:off x="6431005" y="6264732"/>
                <a:ext cx="79920" cy="349920"/>
              </p14:xfrm>
            </p:contentPart>
          </mc:Choice>
          <mc:Fallback xmlns="">
            <p:pic>
              <p:nvPicPr>
                <p:cNvPr id="363" name="筆跡 362">
                  <a:extLst>
                    <a:ext uri="{FF2B5EF4-FFF2-40B4-BE49-F238E27FC236}">
                      <a16:creationId xmlns:a16="http://schemas.microsoft.com/office/drawing/2014/main" id="{DBA7D24D-D5B7-BE06-1F85-507F2A335C8D}"/>
                    </a:ext>
                  </a:extLst>
                </p:cNvPr>
                <p:cNvPicPr/>
                <p:nvPr/>
              </p:nvPicPr>
              <p:blipFill>
                <a:blip r:embed="rId370"/>
                <a:stretch>
                  <a:fillRect/>
                </a:stretch>
              </p:blipFill>
              <p:spPr>
                <a:xfrm>
                  <a:off x="6422005" y="6255732"/>
                  <a:ext cx="9756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364" name="筆跡 363">
                  <a:extLst>
                    <a:ext uri="{FF2B5EF4-FFF2-40B4-BE49-F238E27FC236}">
                      <a16:creationId xmlns:a16="http://schemas.microsoft.com/office/drawing/2014/main" id="{6C99F424-856D-A5B6-4805-94C2369C75C8}"/>
                    </a:ext>
                  </a:extLst>
                </p14:cNvPr>
                <p14:cNvContentPartPr/>
                <p14:nvPr/>
              </p14:nvContentPartPr>
              <p14:xfrm>
                <a:off x="6624325" y="6278052"/>
                <a:ext cx="55080" cy="27360"/>
              </p14:xfrm>
            </p:contentPart>
          </mc:Choice>
          <mc:Fallback xmlns="">
            <p:pic>
              <p:nvPicPr>
                <p:cNvPr id="364" name="筆跡 363">
                  <a:extLst>
                    <a:ext uri="{FF2B5EF4-FFF2-40B4-BE49-F238E27FC236}">
                      <a16:creationId xmlns:a16="http://schemas.microsoft.com/office/drawing/2014/main" id="{6C99F424-856D-A5B6-4805-94C2369C75C8}"/>
                    </a:ext>
                  </a:extLst>
                </p:cNvPr>
                <p:cNvPicPr/>
                <p:nvPr/>
              </p:nvPicPr>
              <p:blipFill>
                <a:blip r:embed="rId372"/>
                <a:stretch>
                  <a:fillRect/>
                </a:stretch>
              </p:blipFill>
              <p:spPr>
                <a:xfrm>
                  <a:off x="6615325" y="6269052"/>
                  <a:ext cx="7272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365" name="筆跡 364">
                  <a:extLst>
                    <a:ext uri="{FF2B5EF4-FFF2-40B4-BE49-F238E27FC236}">
                      <a16:creationId xmlns:a16="http://schemas.microsoft.com/office/drawing/2014/main" id="{56F47DE0-6FDB-F697-863E-04E036992610}"/>
                    </a:ext>
                  </a:extLst>
                </p14:cNvPr>
                <p14:cNvContentPartPr/>
                <p14:nvPr/>
              </p14:nvContentPartPr>
              <p14:xfrm>
                <a:off x="6569605" y="6324132"/>
                <a:ext cx="135720" cy="98280"/>
              </p14:xfrm>
            </p:contentPart>
          </mc:Choice>
          <mc:Fallback xmlns="">
            <p:pic>
              <p:nvPicPr>
                <p:cNvPr id="365" name="筆跡 364">
                  <a:extLst>
                    <a:ext uri="{FF2B5EF4-FFF2-40B4-BE49-F238E27FC236}">
                      <a16:creationId xmlns:a16="http://schemas.microsoft.com/office/drawing/2014/main" id="{56F47DE0-6FDB-F697-863E-04E036992610}"/>
                    </a:ext>
                  </a:extLst>
                </p:cNvPr>
                <p:cNvPicPr/>
                <p:nvPr/>
              </p:nvPicPr>
              <p:blipFill>
                <a:blip r:embed="rId374"/>
                <a:stretch>
                  <a:fillRect/>
                </a:stretch>
              </p:blipFill>
              <p:spPr>
                <a:xfrm>
                  <a:off x="6560605" y="6315132"/>
                  <a:ext cx="1533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366" name="筆跡 365">
                  <a:extLst>
                    <a:ext uri="{FF2B5EF4-FFF2-40B4-BE49-F238E27FC236}">
                      <a16:creationId xmlns:a16="http://schemas.microsoft.com/office/drawing/2014/main" id="{6D44C322-3520-0349-FCC4-859620C87710}"/>
                    </a:ext>
                  </a:extLst>
                </p14:cNvPr>
                <p14:cNvContentPartPr/>
                <p14:nvPr/>
              </p14:nvContentPartPr>
              <p14:xfrm>
                <a:off x="6661045" y="6359052"/>
                <a:ext cx="19800" cy="168840"/>
              </p14:xfrm>
            </p:contentPart>
          </mc:Choice>
          <mc:Fallback xmlns="">
            <p:pic>
              <p:nvPicPr>
                <p:cNvPr id="366" name="筆跡 365">
                  <a:extLst>
                    <a:ext uri="{FF2B5EF4-FFF2-40B4-BE49-F238E27FC236}">
                      <a16:creationId xmlns:a16="http://schemas.microsoft.com/office/drawing/2014/main" id="{6D44C322-3520-0349-FCC4-859620C87710}"/>
                    </a:ext>
                  </a:extLst>
                </p:cNvPr>
                <p:cNvPicPr/>
                <p:nvPr/>
              </p:nvPicPr>
              <p:blipFill>
                <a:blip r:embed="rId376"/>
                <a:stretch>
                  <a:fillRect/>
                </a:stretch>
              </p:blipFill>
              <p:spPr>
                <a:xfrm>
                  <a:off x="6652045" y="6350071"/>
                  <a:ext cx="37440" cy="186442"/>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367" name="筆跡 366">
                  <a:extLst>
                    <a:ext uri="{FF2B5EF4-FFF2-40B4-BE49-F238E27FC236}">
                      <a16:creationId xmlns:a16="http://schemas.microsoft.com/office/drawing/2014/main" id="{9F1B77E8-D57C-DAFD-328B-310B3E1A0EF1}"/>
                    </a:ext>
                  </a:extLst>
                </p14:cNvPr>
                <p14:cNvContentPartPr/>
                <p14:nvPr/>
              </p14:nvContentPartPr>
              <p14:xfrm>
                <a:off x="6675085" y="6366612"/>
                <a:ext cx="66240" cy="66960"/>
              </p14:xfrm>
            </p:contentPart>
          </mc:Choice>
          <mc:Fallback xmlns="">
            <p:pic>
              <p:nvPicPr>
                <p:cNvPr id="367" name="筆跡 366">
                  <a:extLst>
                    <a:ext uri="{FF2B5EF4-FFF2-40B4-BE49-F238E27FC236}">
                      <a16:creationId xmlns:a16="http://schemas.microsoft.com/office/drawing/2014/main" id="{9F1B77E8-D57C-DAFD-328B-310B3E1A0EF1}"/>
                    </a:ext>
                  </a:extLst>
                </p:cNvPr>
                <p:cNvPicPr/>
                <p:nvPr/>
              </p:nvPicPr>
              <p:blipFill>
                <a:blip r:embed="rId378"/>
                <a:stretch>
                  <a:fillRect/>
                </a:stretch>
              </p:blipFill>
              <p:spPr>
                <a:xfrm>
                  <a:off x="6666036" y="6357563"/>
                  <a:ext cx="83976" cy="84695"/>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368" name="筆跡 367">
                  <a:extLst>
                    <a:ext uri="{FF2B5EF4-FFF2-40B4-BE49-F238E27FC236}">
                      <a16:creationId xmlns:a16="http://schemas.microsoft.com/office/drawing/2014/main" id="{4CAF2FFB-279A-E377-EFFD-B2CB16D46F7C}"/>
                    </a:ext>
                  </a:extLst>
                </p14:cNvPr>
                <p14:cNvContentPartPr/>
                <p14:nvPr/>
              </p14:nvContentPartPr>
              <p14:xfrm>
                <a:off x="6749965" y="6321612"/>
                <a:ext cx="32760" cy="101520"/>
              </p14:xfrm>
            </p:contentPart>
          </mc:Choice>
          <mc:Fallback xmlns="">
            <p:pic>
              <p:nvPicPr>
                <p:cNvPr id="368" name="筆跡 367">
                  <a:extLst>
                    <a:ext uri="{FF2B5EF4-FFF2-40B4-BE49-F238E27FC236}">
                      <a16:creationId xmlns:a16="http://schemas.microsoft.com/office/drawing/2014/main" id="{4CAF2FFB-279A-E377-EFFD-B2CB16D46F7C}"/>
                    </a:ext>
                  </a:extLst>
                </p:cNvPr>
                <p:cNvPicPr/>
                <p:nvPr/>
              </p:nvPicPr>
              <p:blipFill>
                <a:blip r:embed="rId380"/>
                <a:stretch>
                  <a:fillRect/>
                </a:stretch>
              </p:blipFill>
              <p:spPr>
                <a:xfrm>
                  <a:off x="6740965" y="6312612"/>
                  <a:ext cx="504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369" name="筆跡 368">
                  <a:extLst>
                    <a:ext uri="{FF2B5EF4-FFF2-40B4-BE49-F238E27FC236}">
                      <a16:creationId xmlns:a16="http://schemas.microsoft.com/office/drawing/2014/main" id="{C3B48910-59A5-8167-06B2-1013CFE1BA92}"/>
                    </a:ext>
                  </a:extLst>
                </p14:cNvPr>
                <p14:cNvContentPartPr/>
                <p14:nvPr/>
              </p14:nvContentPartPr>
              <p14:xfrm>
                <a:off x="6766525" y="6270492"/>
                <a:ext cx="129240" cy="160200"/>
              </p14:xfrm>
            </p:contentPart>
          </mc:Choice>
          <mc:Fallback xmlns="">
            <p:pic>
              <p:nvPicPr>
                <p:cNvPr id="369" name="筆跡 368">
                  <a:extLst>
                    <a:ext uri="{FF2B5EF4-FFF2-40B4-BE49-F238E27FC236}">
                      <a16:creationId xmlns:a16="http://schemas.microsoft.com/office/drawing/2014/main" id="{C3B48910-59A5-8167-06B2-1013CFE1BA92}"/>
                    </a:ext>
                  </a:extLst>
                </p:cNvPr>
                <p:cNvPicPr/>
                <p:nvPr/>
              </p:nvPicPr>
              <p:blipFill>
                <a:blip r:embed="rId382"/>
                <a:stretch>
                  <a:fillRect/>
                </a:stretch>
              </p:blipFill>
              <p:spPr>
                <a:xfrm>
                  <a:off x="6757500" y="6261492"/>
                  <a:ext cx="146929"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370" name="筆跡 369">
                  <a:extLst>
                    <a:ext uri="{FF2B5EF4-FFF2-40B4-BE49-F238E27FC236}">
                      <a16:creationId xmlns:a16="http://schemas.microsoft.com/office/drawing/2014/main" id="{83EC38CD-022D-0CB3-6B5E-98A11FE698EE}"/>
                    </a:ext>
                  </a:extLst>
                </p14:cNvPr>
                <p14:cNvContentPartPr/>
                <p14:nvPr/>
              </p14:nvContentPartPr>
              <p14:xfrm>
                <a:off x="6802525" y="6350052"/>
                <a:ext cx="54720" cy="8280"/>
              </p14:xfrm>
            </p:contentPart>
          </mc:Choice>
          <mc:Fallback xmlns="">
            <p:pic>
              <p:nvPicPr>
                <p:cNvPr id="370" name="筆跡 369">
                  <a:extLst>
                    <a:ext uri="{FF2B5EF4-FFF2-40B4-BE49-F238E27FC236}">
                      <a16:creationId xmlns:a16="http://schemas.microsoft.com/office/drawing/2014/main" id="{83EC38CD-022D-0CB3-6B5E-98A11FE698EE}"/>
                    </a:ext>
                  </a:extLst>
                </p:cNvPr>
                <p:cNvPicPr/>
                <p:nvPr/>
              </p:nvPicPr>
              <p:blipFill>
                <a:blip r:embed="rId384"/>
                <a:stretch>
                  <a:fillRect/>
                </a:stretch>
              </p:blipFill>
              <p:spPr>
                <a:xfrm>
                  <a:off x="6793525" y="6341052"/>
                  <a:ext cx="723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371" name="筆跡 370">
                  <a:extLst>
                    <a:ext uri="{FF2B5EF4-FFF2-40B4-BE49-F238E27FC236}">
                      <a16:creationId xmlns:a16="http://schemas.microsoft.com/office/drawing/2014/main" id="{1876AA74-90A6-9009-9F30-2765F25EEF61}"/>
                    </a:ext>
                  </a:extLst>
                </p14:cNvPr>
                <p14:cNvContentPartPr/>
                <p14:nvPr/>
              </p14:nvContentPartPr>
              <p14:xfrm>
                <a:off x="6731245" y="6347532"/>
                <a:ext cx="137160" cy="167040"/>
              </p14:xfrm>
            </p:contentPart>
          </mc:Choice>
          <mc:Fallback xmlns="">
            <p:pic>
              <p:nvPicPr>
                <p:cNvPr id="371" name="筆跡 370">
                  <a:extLst>
                    <a:ext uri="{FF2B5EF4-FFF2-40B4-BE49-F238E27FC236}">
                      <a16:creationId xmlns:a16="http://schemas.microsoft.com/office/drawing/2014/main" id="{1876AA74-90A6-9009-9F30-2765F25EEF61}"/>
                    </a:ext>
                  </a:extLst>
                </p:cNvPr>
                <p:cNvPicPr/>
                <p:nvPr/>
              </p:nvPicPr>
              <p:blipFill>
                <a:blip r:embed="rId386"/>
                <a:stretch>
                  <a:fillRect/>
                </a:stretch>
              </p:blipFill>
              <p:spPr>
                <a:xfrm>
                  <a:off x="6722245" y="6338551"/>
                  <a:ext cx="154800" cy="184642"/>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372" name="筆跡 371">
                  <a:extLst>
                    <a:ext uri="{FF2B5EF4-FFF2-40B4-BE49-F238E27FC236}">
                      <a16:creationId xmlns:a16="http://schemas.microsoft.com/office/drawing/2014/main" id="{6318B4AF-FBB3-2921-AEE0-7D44D91B7758}"/>
                    </a:ext>
                  </a:extLst>
                </p14:cNvPr>
                <p14:cNvContentPartPr/>
                <p14:nvPr/>
              </p14:nvContentPartPr>
              <p14:xfrm>
                <a:off x="6843925" y="6391812"/>
                <a:ext cx="135000" cy="176400"/>
              </p14:xfrm>
            </p:contentPart>
          </mc:Choice>
          <mc:Fallback xmlns="">
            <p:pic>
              <p:nvPicPr>
                <p:cNvPr id="372" name="筆跡 371">
                  <a:extLst>
                    <a:ext uri="{FF2B5EF4-FFF2-40B4-BE49-F238E27FC236}">
                      <a16:creationId xmlns:a16="http://schemas.microsoft.com/office/drawing/2014/main" id="{6318B4AF-FBB3-2921-AEE0-7D44D91B7758}"/>
                    </a:ext>
                  </a:extLst>
                </p:cNvPr>
                <p:cNvPicPr/>
                <p:nvPr/>
              </p:nvPicPr>
              <p:blipFill>
                <a:blip r:embed="rId388"/>
                <a:stretch>
                  <a:fillRect/>
                </a:stretch>
              </p:blipFill>
              <p:spPr>
                <a:xfrm>
                  <a:off x="6834925" y="6382812"/>
                  <a:ext cx="1526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373" name="筆跡 372">
                  <a:extLst>
                    <a:ext uri="{FF2B5EF4-FFF2-40B4-BE49-F238E27FC236}">
                      <a16:creationId xmlns:a16="http://schemas.microsoft.com/office/drawing/2014/main" id="{93958124-508A-492A-8E18-DA0CFB09425F}"/>
                    </a:ext>
                  </a:extLst>
                </p14:cNvPr>
                <p14:cNvContentPartPr/>
                <p14:nvPr/>
              </p14:nvContentPartPr>
              <p14:xfrm>
                <a:off x="7073605" y="6349692"/>
                <a:ext cx="32760" cy="254160"/>
              </p14:xfrm>
            </p:contentPart>
          </mc:Choice>
          <mc:Fallback xmlns="">
            <p:pic>
              <p:nvPicPr>
                <p:cNvPr id="373" name="筆跡 372">
                  <a:extLst>
                    <a:ext uri="{FF2B5EF4-FFF2-40B4-BE49-F238E27FC236}">
                      <a16:creationId xmlns:a16="http://schemas.microsoft.com/office/drawing/2014/main" id="{93958124-508A-492A-8E18-DA0CFB09425F}"/>
                    </a:ext>
                  </a:extLst>
                </p:cNvPr>
                <p:cNvPicPr/>
                <p:nvPr/>
              </p:nvPicPr>
              <p:blipFill>
                <a:blip r:embed="rId390"/>
                <a:stretch>
                  <a:fillRect/>
                </a:stretch>
              </p:blipFill>
              <p:spPr>
                <a:xfrm>
                  <a:off x="7064703" y="6340679"/>
                  <a:ext cx="50208" cy="271825"/>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374" name="筆跡 373">
                  <a:extLst>
                    <a:ext uri="{FF2B5EF4-FFF2-40B4-BE49-F238E27FC236}">
                      <a16:creationId xmlns:a16="http://schemas.microsoft.com/office/drawing/2014/main" id="{8D1210F9-A292-E6E4-1200-AA12F621D8B4}"/>
                    </a:ext>
                  </a:extLst>
                </p14:cNvPr>
                <p14:cNvContentPartPr/>
                <p14:nvPr/>
              </p14:nvContentPartPr>
              <p14:xfrm>
                <a:off x="7108165" y="6267252"/>
                <a:ext cx="235800" cy="317520"/>
              </p14:xfrm>
            </p:contentPart>
          </mc:Choice>
          <mc:Fallback xmlns="">
            <p:pic>
              <p:nvPicPr>
                <p:cNvPr id="374" name="筆跡 373">
                  <a:extLst>
                    <a:ext uri="{FF2B5EF4-FFF2-40B4-BE49-F238E27FC236}">
                      <a16:creationId xmlns:a16="http://schemas.microsoft.com/office/drawing/2014/main" id="{8D1210F9-A292-E6E4-1200-AA12F621D8B4}"/>
                    </a:ext>
                  </a:extLst>
                </p:cNvPr>
                <p:cNvPicPr/>
                <p:nvPr/>
              </p:nvPicPr>
              <p:blipFill>
                <a:blip r:embed="rId392"/>
                <a:stretch>
                  <a:fillRect/>
                </a:stretch>
              </p:blipFill>
              <p:spPr>
                <a:xfrm>
                  <a:off x="7099165" y="6258252"/>
                  <a:ext cx="25344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375" name="筆跡 374">
                  <a:extLst>
                    <a:ext uri="{FF2B5EF4-FFF2-40B4-BE49-F238E27FC236}">
                      <a16:creationId xmlns:a16="http://schemas.microsoft.com/office/drawing/2014/main" id="{9219AC92-2A31-8445-C7BC-3AEA3F430F5C}"/>
                    </a:ext>
                  </a:extLst>
                </p14:cNvPr>
                <p14:cNvContentPartPr/>
                <p14:nvPr/>
              </p14:nvContentPartPr>
              <p14:xfrm>
                <a:off x="7164325" y="6309012"/>
                <a:ext cx="88920" cy="61920"/>
              </p14:xfrm>
            </p:contentPart>
          </mc:Choice>
          <mc:Fallback xmlns="">
            <p:pic>
              <p:nvPicPr>
                <p:cNvPr id="375" name="筆跡 374">
                  <a:extLst>
                    <a:ext uri="{FF2B5EF4-FFF2-40B4-BE49-F238E27FC236}">
                      <a16:creationId xmlns:a16="http://schemas.microsoft.com/office/drawing/2014/main" id="{9219AC92-2A31-8445-C7BC-3AEA3F430F5C}"/>
                    </a:ext>
                  </a:extLst>
                </p:cNvPr>
                <p:cNvPicPr/>
                <p:nvPr/>
              </p:nvPicPr>
              <p:blipFill>
                <a:blip r:embed="rId394"/>
                <a:stretch>
                  <a:fillRect/>
                </a:stretch>
              </p:blipFill>
              <p:spPr>
                <a:xfrm>
                  <a:off x="7155325" y="6300012"/>
                  <a:ext cx="1065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376" name="筆跡 375">
                  <a:extLst>
                    <a:ext uri="{FF2B5EF4-FFF2-40B4-BE49-F238E27FC236}">
                      <a16:creationId xmlns:a16="http://schemas.microsoft.com/office/drawing/2014/main" id="{68D20B51-7632-92AD-C95A-B415601E04D9}"/>
                    </a:ext>
                  </a:extLst>
                </p14:cNvPr>
                <p14:cNvContentPartPr/>
                <p14:nvPr/>
              </p14:nvContentPartPr>
              <p14:xfrm>
                <a:off x="7168645" y="6345732"/>
                <a:ext cx="125280" cy="47160"/>
              </p14:xfrm>
            </p:contentPart>
          </mc:Choice>
          <mc:Fallback xmlns="">
            <p:pic>
              <p:nvPicPr>
                <p:cNvPr id="376" name="筆跡 375">
                  <a:extLst>
                    <a:ext uri="{FF2B5EF4-FFF2-40B4-BE49-F238E27FC236}">
                      <a16:creationId xmlns:a16="http://schemas.microsoft.com/office/drawing/2014/main" id="{68D20B51-7632-92AD-C95A-B415601E04D9}"/>
                    </a:ext>
                  </a:extLst>
                </p:cNvPr>
                <p:cNvPicPr/>
                <p:nvPr/>
              </p:nvPicPr>
              <p:blipFill>
                <a:blip r:embed="rId396"/>
                <a:stretch>
                  <a:fillRect/>
                </a:stretch>
              </p:blipFill>
              <p:spPr>
                <a:xfrm>
                  <a:off x="7159619" y="6336732"/>
                  <a:ext cx="142971"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377" name="筆跡 376">
                  <a:extLst>
                    <a:ext uri="{FF2B5EF4-FFF2-40B4-BE49-F238E27FC236}">
                      <a16:creationId xmlns:a16="http://schemas.microsoft.com/office/drawing/2014/main" id="{1BF92C24-3CDE-FB34-8239-D9CE4BA12F64}"/>
                    </a:ext>
                  </a:extLst>
                </p14:cNvPr>
                <p14:cNvContentPartPr/>
                <p14:nvPr/>
              </p14:nvContentPartPr>
              <p14:xfrm>
                <a:off x="7155325" y="6460932"/>
                <a:ext cx="2520" cy="70920"/>
              </p14:xfrm>
            </p:contentPart>
          </mc:Choice>
          <mc:Fallback xmlns="">
            <p:pic>
              <p:nvPicPr>
                <p:cNvPr id="377" name="筆跡 376">
                  <a:extLst>
                    <a:ext uri="{FF2B5EF4-FFF2-40B4-BE49-F238E27FC236}">
                      <a16:creationId xmlns:a16="http://schemas.microsoft.com/office/drawing/2014/main" id="{1BF92C24-3CDE-FB34-8239-D9CE4BA12F64}"/>
                    </a:ext>
                  </a:extLst>
                </p:cNvPr>
                <p:cNvPicPr/>
                <p:nvPr/>
              </p:nvPicPr>
              <p:blipFill>
                <a:blip r:embed="rId398"/>
                <a:stretch>
                  <a:fillRect/>
                </a:stretch>
              </p:blipFill>
              <p:spPr>
                <a:xfrm>
                  <a:off x="7146325" y="6451932"/>
                  <a:ext cx="2016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378" name="筆跡 377">
                  <a:extLst>
                    <a:ext uri="{FF2B5EF4-FFF2-40B4-BE49-F238E27FC236}">
                      <a16:creationId xmlns:a16="http://schemas.microsoft.com/office/drawing/2014/main" id="{65140151-0379-40B7-4F59-04068745602F}"/>
                    </a:ext>
                  </a:extLst>
                </p14:cNvPr>
                <p14:cNvContentPartPr/>
                <p14:nvPr/>
              </p14:nvContentPartPr>
              <p14:xfrm>
                <a:off x="7149205" y="6401172"/>
                <a:ext cx="164520" cy="104400"/>
              </p14:xfrm>
            </p:contentPart>
          </mc:Choice>
          <mc:Fallback xmlns="">
            <p:pic>
              <p:nvPicPr>
                <p:cNvPr id="378" name="筆跡 377">
                  <a:extLst>
                    <a:ext uri="{FF2B5EF4-FFF2-40B4-BE49-F238E27FC236}">
                      <a16:creationId xmlns:a16="http://schemas.microsoft.com/office/drawing/2014/main" id="{65140151-0379-40B7-4F59-04068745602F}"/>
                    </a:ext>
                  </a:extLst>
                </p:cNvPr>
                <p:cNvPicPr/>
                <p:nvPr/>
              </p:nvPicPr>
              <p:blipFill>
                <a:blip r:embed="rId400"/>
                <a:stretch>
                  <a:fillRect/>
                </a:stretch>
              </p:blipFill>
              <p:spPr>
                <a:xfrm>
                  <a:off x="7140225" y="6392172"/>
                  <a:ext cx="182121"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379" name="筆跡 378">
                  <a:extLst>
                    <a:ext uri="{FF2B5EF4-FFF2-40B4-BE49-F238E27FC236}">
                      <a16:creationId xmlns:a16="http://schemas.microsoft.com/office/drawing/2014/main" id="{E260835F-BB06-2883-6256-34F5DC3BFAD4}"/>
                    </a:ext>
                  </a:extLst>
                </p14:cNvPr>
                <p14:cNvContentPartPr/>
                <p14:nvPr/>
              </p14:nvContentPartPr>
              <p14:xfrm>
                <a:off x="7193125" y="6461652"/>
                <a:ext cx="56520" cy="43920"/>
              </p14:xfrm>
            </p:contentPart>
          </mc:Choice>
          <mc:Fallback xmlns="">
            <p:pic>
              <p:nvPicPr>
                <p:cNvPr id="379" name="筆跡 378">
                  <a:extLst>
                    <a:ext uri="{FF2B5EF4-FFF2-40B4-BE49-F238E27FC236}">
                      <a16:creationId xmlns:a16="http://schemas.microsoft.com/office/drawing/2014/main" id="{E260835F-BB06-2883-6256-34F5DC3BFAD4}"/>
                    </a:ext>
                  </a:extLst>
                </p:cNvPr>
                <p:cNvPicPr/>
                <p:nvPr/>
              </p:nvPicPr>
              <p:blipFill>
                <a:blip r:embed="rId402"/>
                <a:stretch>
                  <a:fillRect/>
                </a:stretch>
              </p:blipFill>
              <p:spPr>
                <a:xfrm>
                  <a:off x="7184067" y="6452652"/>
                  <a:ext cx="74273"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380" name="筆跡 379">
                  <a:extLst>
                    <a:ext uri="{FF2B5EF4-FFF2-40B4-BE49-F238E27FC236}">
                      <a16:creationId xmlns:a16="http://schemas.microsoft.com/office/drawing/2014/main" id="{20B1053E-5F87-E52F-6F4F-747238BF7E2E}"/>
                    </a:ext>
                  </a:extLst>
                </p14:cNvPr>
                <p14:cNvContentPartPr/>
                <p14:nvPr/>
              </p14:nvContentPartPr>
              <p14:xfrm>
                <a:off x="7205725" y="6530772"/>
                <a:ext cx="75600" cy="11160"/>
              </p14:xfrm>
            </p:contentPart>
          </mc:Choice>
          <mc:Fallback xmlns="">
            <p:pic>
              <p:nvPicPr>
                <p:cNvPr id="380" name="筆跡 379">
                  <a:extLst>
                    <a:ext uri="{FF2B5EF4-FFF2-40B4-BE49-F238E27FC236}">
                      <a16:creationId xmlns:a16="http://schemas.microsoft.com/office/drawing/2014/main" id="{20B1053E-5F87-E52F-6F4F-747238BF7E2E}"/>
                    </a:ext>
                  </a:extLst>
                </p:cNvPr>
                <p:cNvPicPr/>
                <p:nvPr/>
              </p:nvPicPr>
              <p:blipFill>
                <a:blip r:embed="rId404"/>
                <a:stretch>
                  <a:fillRect/>
                </a:stretch>
              </p:blipFill>
              <p:spPr>
                <a:xfrm>
                  <a:off x="7196725" y="6521772"/>
                  <a:ext cx="932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381" name="筆跡 380">
                  <a:extLst>
                    <a:ext uri="{FF2B5EF4-FFF2-40B4-BE49-F238E27FC236}">
                      <a16:creationId xmlns:a16="http://schemas.microsoft.com/office/drawing/2014/main" id="{7AFEE7F2-6E2B-04DD-6693-68BD5D87C1DA}"/>
                    </a:ext>
                  </a:extLst>
                </p14:cNvPr>
                <p14:cNvContentPartPr/>
                <p14:nvPr/>
              </p14:nvContentPartPr>
              <p14:xfrm>
                <a:off x="7142365" y="6566772"/>
                <a:ext cx="230040" cy="18720"/>
              </p14:xfrm>
            </p:contentPart>
          </mc:Choice>
          <mc:Fallback xmlns="">
            <p:pic>
              <p:nvPicPr>
                <p:cNvPr id="381" name="筆跡 380">
                  <a:extLst>
                    <a:ext uri="{FF2B5EF4-FFF2-40B4-BE49-F238E27FC236}">
                      <a16:creationId xmlns:a16="http://schemas.microsoft.com/office/drawing/2014/main" id="{7AFEE7F2-6E2B-04DD-6693-68BD5D87C1DA}"/>
                    </a:ext>
                  </a:extLst>
                </p:cNvPr>
                <p:cNvPicPr/>
                <p:nvPr/>
              </p:nvPicPr>
              <p:blipFill>
                <a:blip r:embed="rId406"/>
                <a:stretch>
                  <a:fillRect/>
                </a:stretch>
              </p:blipFill>
              <p:spPr>
                <a:xfrm>
                  <a:off x="7133365" y="6557772"/>
                  <a:ext cx="24768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382" name="筆跡 381">
                  <a:extLst>
                    <a:ext uri="{FF2B5EF4-FFF2-40B4-BE49-F238E27FC236}">
                      <a16:creationId xmlns:a16="http://schemas.microsoft.com/office/drawing/2014/main" id="{8DD9DCDE-5917-EDCE-7B54-4DE45E61557F}"/>
                    </a:ext>
                  </a:extLst>
                </p14:cNvPr>
                <p14:cNvContentPartPr/>
                <p14:nvPr/>
              </p14:nvContentPartPr>
              <p14:xfrm>
                <a:off x="7475365" y="6226932"/>
                <a:ext cx="128160" cy="367200"/>
              </p14:xfrm>
            </p:contentPart>
          </mc:Choice>
          <mc:Fallback xmlns="">
            <p:pic>
              <p:nvPicPr>
                <p:cNvPr id="382" name="筆跡 381">
                  <a:extLst>
                    <a:ext uri="{FF2B5EF4-FFF2-40B4-BE49-F238E27FC236}">
                      <a16:creationId xmlns:a16="http://schemas.microsoft.com/office/drawing/2014/main" id="{8DD9DCDE-5917-EDCE-7B54-4DE45E61557F}"/>
                    </a:ext>
                  </a:extLst>
                </p:cNvPr>
                <p:cNvPicPr/>
                <p:nvPr/>
              </p:nvPicPr>
              <p:blipFill>
                <a:blip r:embed="rId408"/>
                <a:stretch>
                  <a:fillRect/>
                </a:stretch>
              </p:blipFill>
              <p:spPr>
                <a:xfrm>
                  <a:off x="7466365" y="6217932"/>
                  <a:ext cx="145800" cy="384840"/>
                </a:xfrm>
                <a:prstGeom prst="rect">
                  <a:avLst/>
                </a:prstGeom>
              </p:spPr>
            </p:pic>
          </mc:Fallback>
        </mc:AlternateContent>
      </p:grpSp>
    </p:spTree>
    <p:extLst>
      <p:ext uri="{BB962C8B-B14F-4D97-AF65-F5344CB8AC3E}">
        <p14:creationId xmlns:p14="http://schemas.microsoft.com/office/powerpoint/2010/main" val="4247466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AA453-08E0-BCA9-B0C3-286DA42A0BF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57F9D1-00D1-D8F7-1657-5FC29C5E1FC2}"/>
              </a:ext>
            </a:extLst>
          </p:cNvPr>
          <p:cNvSpPr>
            <a:spLocks noGrp="1"/>
          </p:cNvSpPr>
          <p:nvPr>
            <p:ph type="title"/>
          </p:nvPr>
        </p:nvSpPr>
        <p:spPr/>
        <p:txBody>
          <a:bodyPr/>
          <a:lstStyle/>
          <a:p>
            <a:r>
              <a:rPr lang="zh-TW" altLang="en-US"/>
              <a:t>開傘過程</a:t>
            </a:r>
            <a:endParaRPr lang="en-US"/>
          </a:p>
        </p:txBody>
      </p:sp>
      <p:sp>
        <p:nvSpPr>
          <p:cNvPr id="4" name="Text Placeholder 3">
            <a:extLst>
              <a:ext uri="{FF2B5EF4-FFF2-40B4-BE49-F238E27FC236}">
                <a16:creationId xmlns:a16="http://schemas.microsoft.com/office/drawing/2014/main" id="{837EEEB4-7FAD-E686-B84F-1A6F0BFB30D5}"/>
              </a:ext>
            </a:extLst>
          </p:cNvPr>
          <p:cNvSpPr>
            <a:spLocks noGrp="1"/>
          </p:cNvSpPr>
          <p:nvPr>
            <p:ph type="body" sz="quarter" idx="10"/>
          </p:nvPr>
        </p:nvSpPr>
        <p:spPr/>
        <p:txBody>
          <a:bodyPr>
            <a:normAutofit fontScale="92500" lnSpcReduction="10000"/>
          </a:bodyPr>
          <a:lstStyle/>
          <a:p>
            <a:r>
              <a:rPr lang="zh-TW" altLang="en-US">
                <a:solidFill>
                  <a:srgbClr val="66FFCC"/>
                </a:solidFill>
              </a:rPr>
              <a:t>開傘系統</a:t>
            </a:r>
            <a:endParaRPr lang="en-US">
              <a:solidFill>
                <a:srgbClr val="66FFCC"/>
              </a:solidFill>
            </a:endParaRPr>
          </a:p>
        </p:txBody>
      </p:sp>
      <p:pic>
        <p:nvPicPr>
          <p:cNvPr id="6" name="圖片 5" descr="一張含有 設計 的圖片&#10;&#10;AI 產生的內容可能不正確。">
            <a:extLst>
              <a:ext uri="{FF2B5EF4-FFF2-40B4-BE49-F238E27FC236}">
                <a16:creationId xmlns:a16="http://schemas.microsoft.com/office/drawing/2014/main" id="{4EA99264-CE67-E70D-4697-CB5C905A785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879" b="97920" l="1224" r="99476">
                        <a14:foregroundMark x1="86364" y1="39861" x2="86364" y2="39861"/>
                        <a14:foregroundMark x1="84091" y1="34662" x2="91084" y2="68804"/>
                        <a14:foregroundMark x1="83741" y1="27036" x2="99476" y2="50260"/>
                        <a14:foregroundMark x1="99476" y1="50260" x2="85140" y2="33969"/>
                        <a14:foregroundMark x1="85140" y1="33969" x2="91259" y2="15078"/>
                        <a14:foregroundMark x1="98601" y1="16638" x2="96329" y2="84575"/>
                        <a14:foregroundMark x1="18357" y1="49393" x2="13287" y2="88735"/>
                        <a14:foregroundMark x1="13287" y1="88735" x2="44056" y2="93241"/>
                        <a14:foregroundMark x1="44056" y1="93241" x2="46853" y2="91854"/>
                        <a14:foregroundMark x1="89336" y1="64125" x2="79720" y2="31716"/>
                        <a14:foregroundMark x1="79720" y1="31716" x2="96503" y2="15771"/>
                        <a14:foregroundMark x1="96503" y1="15771" x2="97727" y2="15771"/>
                        <a14:foregroundMark x1="86189" y1="68458" x2="76923" y2="30676"/>
                        <a14:foregroundMark x1="76923" y1="30676" x2="98951" y2="10745"/>
                        <a14:foregroundMark x1="98951" y1="10745" x2="99476" y2="10745"/>
                        <a14:foregroundMark x1="4371" y1="38995" x2="13112" y2="88735"/>
                        <a14:foregroundMark x1="13112" y1="88735" x2="40909" y2="87868"/>
                        <a14:foregroundMark x1="40909" y1="87868" x2="45629" y2="57019"/>
                        <a14:foregroundMark x1="11713" y1="78856" x2="34266" y2="95841"/>
                        <a14:foregroundMark x1="4371" y1="34489" x2="15385" y2="28769"/>
                        <a14:foregroundMark x1="7867" y1="79376" x2="7867" y2="79376"/>
                        <a14:foregroundMark x1="4371" y1="80936" x2="4371" y2="80936"/>
                        <a14:foregroundMark x1="1748" y1="82669" x2="1224" y2="83709"/>
                        <a14:foregroundMark x1="26748" y1="97920" x2="2273" y2="97920"/>
                        <a14:foregroundMark x1="2273" y1="97920" x2="2273" y2="97920"/>
                        <a14:foregroundMark x1="50699" y1="90988" x2="50699" y2="65511"/>
                        <a14:foregroundMark x1="30594" y1="41941" x2="35490" y2="41941"/>
                        <a14:foregroundMark x1="27972" y1="36222" x2="22028" y2="32062"/>
                      </a14:backgroundRemoval>
                    </a14:imgEffect>
                  </a14:imgLayer>
                </a14:imgProps>
              </a:ext>
            </a:extLst>
          </a:blip>
          <a:stretch>
            <a:fillRect/>
          </a:stretch>
        </p:blipFill>
        <p:spPr>
          <a:xfrm>
            <a:off x="1010991" y="2206246"/>
            <a:ext cx="2213668" cy="2233018"/>
          </a:xfrm>
          <a:prstGeom prst="rect">
            <a:avLst/>
          </a:prstGeom>
        </p:spPr>
      </p:pic>
      <p:sp>
        <p:nvSpPr>
          <p:cNvPr id="7" name="文字方塊 6">
            <a:extLst>
              <a:ext uri="{FF2B5EF4-FFF2-40B4-BE49-F238E27FC236}">
                <a16:creationId xmlns:a16="http://schemas.microsoft.com/office/drawing/2014/main" id="{8AB535FF-99EF-7B94-90B8-942C8936000C}"/>
              </a:ext>
            </a:extLst>
          </p:cNvPr>
          <p:cNvSpPr txBox="1"/>
          <p:nvPr/>
        </p:nvSpPr>
        <p:spPr>
          <a:xfrm>
            <a:off x="373487" y="1545465"/>
            <a:ext cx="3902299" cy="646331"/>
          </a:xfrm>
          <a:prstGeom prst="rect">
            <a:avLst/>
          </a:prstGeom>
          <a:noFill/>
        </p:spPr>
        <p:txBody>
          <a:bodyPr wrap="square" rtlCol="0">
            <a:spAutoFit/>
          </a:bodyPr>
          <a:lstStyle/>
          <a:p>
            <a:r>
              <a:rPr lang="en-US" altLang="zh-TW">
                <a:solidFill>
                  <a:schemeClr val="bg1"/>
                </a:solidFill>
              </a:rPr>
              <a:t>1.</a:t>
            </a:r>
            <a:r>
              <a:rPr lang="zh-TW" altLang="en-US">
                <a:solidFill>
                  <a:schemeClr val="bg1"/>
                </a:solidFill>
              </a:rPr>
              <a:t>開傘裝置作動，產生壓力推動滑塊；</a:t>
            </a:r>
            <a:endParaRPr lang="en-US" altLang="zh-TW">
              <a:solidFill>
                <a:schemeClr val="bg1"/>
              </a:solidFill>
            </a:endParaRPr>
          </a:p>
          <a:p>
            <a:r>
              <a:rPr lang="zh-TW" altLang="en-US">
                <a:solidFill>
                  <a:schemeClr val="bg1"/>
                </a:solidFill>
              </a:rPr>
              <a:t>進而將鼻錐噴出</a:t>
            </a:r>
          </a:p>
        </p:txBody>
      </p:sp>
      <p:pic>
        <p:nvPicPr>
          <p:cNvPr id="9" name="圖片 8" descr="一張含有 光線, 設計 的圖片&#10;&#10;AI 產生的內容可能不正確。">
            <a:extLst>
              <a:ext uri="{FF2B5EF4-FFF2-40B4-BE49-F238E27FC236}">
                <a16:creationId xmlns:a16="http://schemas.microsoft.com/office/drawing/2014/main" id="{2BDF0402-D4CA-B202-37A7-7C81A5DF6ACD}"/>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443" b="89952" l="928" r="98145">
                        <a14:foregroundMark x1="6865" y1="78692" x2="23748" y2="59806"/>
                        <a14:foregroundMark x1="23748" y1="59806" x2="13265" y2="80751"/>
                        <a14:foregroundMark x1="13265" y1="80751" x2="16883" y2="48547"/>
                        <a14:foregroundMark x1="16883" y1="48547" x2="16048" y2="81235"/>
                        <a14:foregroundMark x1="16048" y1="81235" x2="14101" y2="86556"/>
                        <a14:foregroundMark x1="928" y1="46973" x2="928" y2="48184"/>
                        <a14:foregroundMark x1="3525" y1="86804" x2="9276" y2="80387"/>
                        <a14:foregroundMark x1="90816" y1="67797" x2="73655" y2="57264"/>
                        <a14:foregroundMark x1="73655" y1="57264" x2="90167" y2="55327"/>
                        <a14:foregroundMark x1="91558" y1="65496" x2="65028" y2="78087"/>
                        <a14:foregroundMark x1="65028" y1="78087" x2="60946" y2="48305"/>
                        <a14:foregroundMark x1="60946" y1="48305" x2="86456" y2="42252"/>
                        <a14:foregroundMark x1="86456" y1="42252" x2="90167" y2="48184"/>
                        <a14:foregroundMark x1="90816" y1="70944" x2="72263" y2="81598"/>
                        <a14:foregroundMark x1="72263" y1="81598" x2="59555" y2="66828"/>
                        <a14:foregroundMark x1="59555" y1="66828" x2="58627" y2="42615"/>
                        <a14:foregroundMark x1="60575" y1="40315" x2="87477" y2="41041"/>
                        <a14:foregroundMark x1="87477" y1="41041" x2="90631" y2="64165"/>
                        <a14:foregroundMark x1="90631" y1="64165" x2="88404" y2="42978"/>
                        <a14:foregroundMark x1="88404" y1="42978" x2="73377" y2="39467"/>
                        <a14:foregroundMark x1="86456" y1="70097" x2="98145" y2="73850"/>
                        <a14:foregroundMark x1="1577" y1="54479" x2="6865" y2="81719"/>
                        <a14:foregroundMark x1="6865" y1="81719" x2="30241" y2="70944"/>
                        <a14:foregroundMark x1="30241" y1="70944" x2="26345" y2="44552"/>
                        <a14:foregroundMark x1="26345" y1="44552" x2="4638" y2="38862"/>
                        <a14:foregroundMark x1="35622" y1="46368" x2="36827" y2="78450"/>
                        <a14:foregroundMark x1="36827" y1="78450" x2="26345" y2="76150"/>
                        <a14:foregroundMark x1="30241" y1="76392" x2="31633" y2="77845"/>
                        <a14:foregroundMark x1="28942" y1="82446" x2="15213" y2="86199"/>
                        <a14:foregroundMark x1="30705" y1="81356" x2="13729" y2="84140"/>
                        <a14:foregroundMark x1="26067" y1="61138" x2="40631" y2="64891"/>
                        <a14:foregroundMark x1="35622" y1="59685" x2="32282" y2="47579"/>
                        <a14:foregroundMark x1="32282" y1="46126" x2="1948" y2="48547"/>
                        <a14:foregroundMark x1="1948" y1="48547" x2="9091" y2="56538"/>
                        <a14:foregroundMark x1="11039" y1="70944" x2="11503" y2="58838"/>
                        <a14:foregroundMark x1="1948" y1="39709" x2="18089" y2="38862"/>
                        <a14:foregroundMark x1="5566" y1="36925" x2="24954" y2="33656"/>
                        <a14:backgroundMark x1="13173" y1="90073" x2="13173" y2="90073"/>
                        <a14:backgroundMark x1="9926" y1="90920" x2="13173" y2="89225"/>
                      </a14:backgroundRemoval>
                    </a14:imgEffect>
                  </a14:imgLayer>
                </a14:imgProps>
              </a:ext>
            </a:extLst>
          </a:blip>
          <a:stretch>
            <a:fillRect/>
          </a:stretch>
        </p:blipFill>
        <p:spPr>
          <a:xfrm>
            <a:off x="4520482" y="2191796"/>
            <a:ext cx="2981461" cy="2284496"/>
          </a:xfrm>
          <a:prstGeom prst="rect">
            <a:avLst/>
          </a:prstGeom>
        </p:spPr>
      </p:pic>
      <p:sp>
        <p:nvSpPr>
          <p:cNvPr id="10" name="文字方塊 9">
            <a:extLst>
              <a:ext uri="{FF2B5EF4-FFF2-40B4-BE49-F238E27FC236}">
                <a16:creationId xmlns:a16="http://schemas.microsoft.com/office/drawing/2014/main" id="{DB02511B-F806-CFEA-FEEB-978D857582BB}"/>
              </a:ext>
            </a:extLst>
          </p:cNvPr>
          <p:cNvSpPr txBox="1"/>
          <p:nvPr/>
        </p:nvSpPr>
        <p:spPr>
          <a:xfrm>
            <a:off x="4389549" y="1545464"/>
            <a:ext cx="3434365" cy="369332"/>
          </a:xfrm>
          <a:prstGeom prst="rect">
            <a:avLst/>
          </a:prstGeom>
          <a:noFill/>
        </p:spPr>
        <p:txBody>
          <a:bodyPr wrap="square" rtlCol="0">
            <a:spAutoFit/>
          </a:bodyPr>
          <a:lstStyle/>
          <a:p>
            <a:r>
              <a:rPr lang="en-US" altLang="zh-TW">
                <a:solidFill>
                  <a:schemeClr val="bg1"/>
                </a:solidFill>
              </a:rPr>
              <a:t>2. </a:t>
            </a:r>
            <a:r>
              <a:rPr lang="zh-TW" altLang="en-US">
                <a:solidFill>
                  <a:schemeClr val="bg1"/>
                </a:solidFill>
              </a:rPr>
              <a:t>引傘從鼻錐裡脫出，加速開傘</a:t>
            </a:r>
          </a:p>
        </p:txBody>
      </p:sp>
      <p:sp>
        <p:nvSpPr>
          <p:cNvPr id="11" name="橢圓 10">
            <a:extLst>
              <a:ext uri="{FF2B5EF4-FFF2-40B4-BE49-F238E27FC236}">
                <a16:creationId xmlns:a16="http://schemas.microsoft.com/office/drawing/2014/main" id="{517AD314-D16F-728E-33AD-A709B2934F82}"/>
              </a:ext>
            </a:extLst>
          </p:cNvPr>
          <p:cNvSpPr/>
          <p:nvPr/>
        </p:nvSpPr>
        <p:spPr>
          <a:xfrm>
            <a:off x="6497392" y="3367825"/>
            <a:ext cx="373487" cy="450761"/>
          </a:xfrm>
          <a:prstGeom prst="ellipse">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TW" altLang="en-US" sz="1100" b="1"/>
              <a:t>引傘</a:t>
            </a:r>
          </a:p>
        </p:txBody>
      </p:sp>
      <p:cxnSp>
        <p:nvCxnSpPr>
          <p:cNvPr id="13" name="直線單箭頭接點 12">
            <a:extLst>
              <a:ext uri="{FF2B5EF4-FFF2-40B4-BE49-F238E27FC236}">
                <a16:creationId xmlns:a16="http://schemas.microsoft.com/office/drawing/2014/main" id="{D4BF190C-BD85-5576-75F4-A46A652FD377}"/>
              </a:ext>
            </a:extLst>
          </p:cNvPr>
          <p:cNvCxnSpPr>
            <a:cxnSpLocks/>
            <a:stCxn id="11" idx="2"/>
          </p:cNvCxnSpPr>
          <p:nvPr/>
        </p:nvCxnSpPr>
        <p:spPr>
          <a:xfrm flipH="1">
            <a:off x="5950039" y="3593206"/>
            <a:ext cx="547353" cy="0"/>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pic>
        <p:nvPicPr>
          <p:cNvPr id="16" name="圖片 15" descr="一張含有 寫生, 藝術 的圖片&#10;&#10;AI 產生的內容可能不正確。">
            <a:extLst>
              <a:ext uri="{FF2B5EF4-FFF2-40B4-BE49-F238E27FC236}">
                <a16:creationId xmlns:a16="http://schemas.microsoft.com/office/drawing/2014/main" id="{0EF2A5A7-C791-7AED-182A-62F3535C565A}"/>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9976" b="89904" l="2786" r="89861">
                        <a14:foregroundMark x1="7447" y1="48208" x2="77" y2="52043"/>
                        <a14:foregroundMark x1="14396" y1="44591" x2="13153" y2="45238"/>
                        <a14:foregroundMark x1="77" y1="52043" x2="5650" y2="82572"/>
                        <a14:foregroundMark x1="5650" y1="82572" x2="17492" y2="84255"/>
                        <a14:foregroundMark x1="17492" y1="84255" x2="19969" y2="83413"/>
                        <a14:foregroundMark x1="5418" y1="59976" x2="3483" y2="78486"/>
                        <a14:foregroundMark x1="464" y1="63462" x2="2786" y2="84255"/>
                        <a14:foregroundMark x1="2786" y1="84255" x2="6811" y2="85697"/>
                        <a14:foregroundMark x1="2709" y1="56490" x2="9056" y2="69471"/>
                        <a14:foregroundMark x1="11775" y1="56337" x2="8127" y2="65264"/>
                        <a14:foregroundMark x1="50310" y1="46034" x2="53096" y2="75361"/>
                        <a14:foregroundMark x1="53096" y1="75361" x2="47446" y2="51803"/>
                        <a14:foregroundMark x1="47446" y1="51803" x2="50000" y2="29688"/>
                        <a14:foregroundMark x1="50000" y1="29688" x2="50000" y2="29688"/>
                        <a14:foregroundMark x1="47291" y1="79207" x2="46749" y2="53125"/>
                        <a14:foregroundMark x1="46749" y1="53125" x2="43266" y2="74880"/>
                        <a14:foregroundMark x1="43266" y1="74880" x2="48839" y2="86418"/>
                        <a14:foregroundMark x1="56269" y1="83413" x2="58551" y2="62981"/>
                        <a14:foregroundMark x1="56889" y1="56250" x2="56037" y2="37019"/>
                        <a14:foregroundMark x1="56037" y1="37019" x2="55418" y2="37139"/>
                        <a14:foregroundMark x1="53019" y1="39063" x2="42415" y2="47476"/>
                        <a14:foregroundMark x1="39330" y1="62257" x2="39265" y2="62569"/>
                        <a14:foregroundMark x1="41446" y1="52119" x2="41089" y2="53829"/>
                        <a14:foregroundMark x1="42415" y1="47476" x2="41547" y2="51636"/>
                        <a14:foregroundMark x1="41154" y1="58118" x2="43963" y2="39784"/>
                        <a14:foregroundMark x1="40244" y1="64063" x2="40527" y2="62213"/>
                        <a14:foregroundMark x1="40170" y1="64543" x2="40244" y2="64063"/>
                        <a14:foregroundMark x1="43963" y1="39784" x2="46285" y2="35817"/>
                        <a14:foregroundMark x1="45046" y1="35096" x2="42105" y2="40625"/>
                        <a14:foregroundMark x1="47291" y1="33894" x2="40965" y2="45625"/>
                        <a14:foregroundMark x1="49381" y1="31370" x2="40867" y2="36899"/>
                        <a14:foregroundMark x1="46440" y1="35096" x2="50000" y2="44111"/>
                        <a14:foregroundMark x1="75000" y1="42067" x2="77090" y2="69231"/>
                        <a14:foregroundMark x1="77090" y1="69231" x2="78483" y2="48317"/>
                        <a14:foregroundMark x1="78483" y1="48317" x2="77245" y2="49279"/>
                        <a14:foregroundMark x1="81424" y1="42308" x2="81579" y2="61538"/>
                        <a14:foregroundMark x1="81579" y1="61538" x2="81579" y2="61538"/>
                        <a14:foregroundMark x1="83669" y1="47356" x2="83669" y2="63221"/>
                        <a14:foregroundMark x1="82740" y1="53606" x2="82817" y2="73918"/>
                        <a14:foregroundMark x1="82817" y1="73918" x2="77864" y2="85457"/>
                        <a14:backgroundMark x1="3173" y1="55529" x2="3216" y2="55979"/>
                        <a14:backgroundMark x1="9907" y1="49760" x2="13080" y2="50841"/>
                        <a14:backgroundMark x1="36997" y1="54808" x2="37771" y2="75481"/>
                        <a14:backgroundMark x1="38932" y1="41827" x2="39241" y2="62260"/>
                        <a14:backgroundMark x1="35836" y1="56010" x2="35526" y2="54567"/>
                        <a14:backgroundMark x1="36997" y1="55769" x2="34752" y2="51563"/>
                        <a14:backgroundMark x1="36223" y1="51563" x2="40015" y2="54327"/>
                        <a14:backgroundMark x1="60217" y1="48558" x2="60217" y2="62981"/>
                        <a14:backgroundMark x1="39396" y1="64543" x2="39396" y2="64543"/>
                        <a14:backgroundMark x1="39396" y1="64063" x2="39396" y2="64063"/>
                        <a14:backgroundMark x1="38313" y1="64063" x2="38313" y2="64063"/>
                        <a14:backgroundMark x1="8437" y1="45793" x2="12926" y2="45793"/>
                        <a14:backgroundMark x1="9598" y1="55288" x2="12307" y2="55048"/>
                        <a14:backgroundMark x1="12307" y1="50841" x2="12926" y2="53005"/>
                        <a14:backgroundMark x1="13080" y1="52524" x2="13777" y2="56010"/>
                      </a14:backgroundRemoval>
                    </a14:imgEffect>
                  </a14:imgLayer>
                </a14:imgProps>
              </a:ext>
            </a:extLst>
          </a:blip>
          <a:stretch>
            <a:fillRect/>
          </a:stretch>
        </p:blipFill>
        <p:spPr>
          <a:xfrm>
            <a:off x="7916216" y="2041262"/>
            <a:ext cx="4015082" cy="2585563"/>
          </a:xfrm>
          <a:prstGeom prst="rect">
            <a:avLst/>
          </a:prstGeom>
        </p:spPr>
      </p:pic>
      <p:sp>
        <p:nvSpPr>
          <p:cNvPr id="17" name="文字方塊 16">
            <a:extLst>
              <a:ext uri="{FF2B5EF4-FFF2-40B4-BE49-F238E27FC236}">
                <a16:creationId xmlns:a16="http://schemas.microsoft.com/office/drawing/2014/main" id="{5259401A-2119-FB72-2EEA-371547EF5D2A}"/>
              </a:ext>
            </a:extLst>
          </p:cNvPr>
          <p:cNvSpPr txBox="1"/>
          <p:nvPr/>
        </p:nvSpPr>
        <p:spPr>
          <a:xfrm>
            <a:off x="7916216" y="1554622"/>
            <a:ext cx="3434365" cy="646331"/>
          </a:xfrm>
          <a:prstGeom prst="rect">
            <a:avLst/>
          </a:prstGeom>
          <a:noFill/>
        </p:spPr>
        <p:txBody>
          <a:bodyPr wrap="square" rtlCol="0">
            <a:spAutoFit/>
          </a:bodyPr>
          <a:lstStyle/>
          <a:p>
            <a:r>
              <a:rPr lang="en-US" altLang="zh-TW">
                <a:solidFill>
                  <a:schemeClr val="bg1"/>
                </a:solidFill>
              </a:rPr>
              <a:t>3. </a:t>
            </a:r>
            <a:r>
              <a:rPr lang="zh-TW" altLang="en-US">
                <a:solidFill>
                  <a:schemeClr val="bg1"/>
                </a:solidFill>
              </a:rPr>
              <a:t>引傘拉出主傘、開傘盤</a:t>
            </a:r>
            <a:endParaRPr lang="en-US" altLang="zh-TW">
              <a:solidFill>
                <a:schemeClr val="bg1"/>
              </a:solidFill>
            </a:endParaRPr>
          </a:p>
          <a:p>
            <a:r>
              <a:rPr lang="zh-TW" altLang="en-US">
                <a:solidFill>
                  <a:schemeClr val="bg1"/>
                </a:solidFill>
              </a:rPr>
              <a:t>主傘框架脫落</a:t>
            </a:r>
          </a:p>
        </p:txBody>
      </p:sp>
      <p:pic>
        <p:nvPicPr>
          <p:cNvPr id="18" name="圖片 17" descr="一張含有 寫生, 藝術 的圖片&#10;&#10;AI 產生的內容可能不正確。">
            <a:extLst>
              <a:ext uri="{FF2B5EF4-FFF2-40B4-BE49-F238E27FC236}">
                <a16:creationId xmlns:a16="http://schemas.microsoft.com/office/drawing/2014/main" id="{CB5BC553-6F92-B4EF-51FC-6C1DC8111E3B}"/>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9976" b="89904" l="2786" r="89861">
                        <a14:foregroundMark x1="7447" y1="48208" x2="77" y2="52043"/>
                        <a14:foregroundMark x1="14396" y1="44591" x2="13153" y2="45238"/>
                        <a14:foregroundMark x1="77" y1="52043" x2="5650" y2="82572"/>
                        <a14:foregroundMark x1="5650" y1="82572" x2="17492" y2="84255"/>
                        <a14:foregroundMark x1="17492" y1="84255" x2="19969" y2="83413"/>
                        <a14:foregroundMark x1="5418" y1="59976" x2="3483" y2="78486"/>
                        <a14:foregroundMark x1="464" y1="63462" x2="2786" y2="84255"/>
                        <a14:foregroundMark x1="2786" y1="84255" x2="6811" y2="85697"/>
                        <a14:foregroundMark x1="2709" y1="56490" x2="9056" y2="69471"/>
                        <a14:foregroundMark x1="11775" y1="56337" x2="8127" y2="65264"/>
                        <a14:foregroundMark x1="50310" y1="46034" x2="53096" y2="75361"/>
                        <a14:foregroundMark x1="53096" y1="75361" x2="47446" y2="51803"/>
                        <a14:foregroundMark x1="47446" y1="51803" x2="50000" y2="29688"/>
                        <a14:foregroundMark x1="50000" y1="29688" x2="50000" y2="29688"/>
                        <a14:foregroundMark x1="47291" y1="79207" x2="46749" y2="53125"/>
                        <a14:foregroundMark x1="46749" y1="53125" x2="43266" y2="74880"/>
                        <a14:foregroundMark x1="43266" y1="74880" x2="48839" y2="86418"/>
                        <a14:foregroundMark x1="56269" y1="83413" x2="58551" y2="62981"/>
                        <a14:foregroundMark x1="56889" y1="56250" x2="56037" y2="37019"/>
                        <a14:foregroundMark x1="56037" y1="37019" x2="55418" y2="37139"/>
                        <a14:foregroundMark x1="53019" y1="39063" x2="42415" y2="47476"/>
                        <a14:foregroundMark x1="39330" y1="62257" x2="39265" y2="62569"/>
                        <a14:foregroundMark x1="41446" y1="52119" x2="41089" y2="53829"/>
                        <a14:foregroundMark x1="42415" y1="47476" x2="41547" y2="51636"/>
                        <a14:foregroundMark x1="41154" y1="58118" x2="43963" y2="39784"/>
                        <a14:foregroundMark x1="40244" y1="64063" x2="40527" y2="62213"/>
                        <a14:foregroundMark x1="40170" y1="64543" x2="40244" y2="64063"/>
                        <a14:foregroundMark x1="43963" y1="39784" x2="46285" y2="35817"/>
                        <a14:foregroundMark x1="45046" y1="35096" x2="42105" y2="40625"/>
                        <a14:foregroundMark x1="47291" y1="33894" x2="40965" y2="45625"/>
                        <a14:foregroundMark x1="49381" y1="31370" x2="40867" y2="36899"/>
                        <a14:foregroundMark x1="46440" y1="35096" x2="50000" y2="44111"/>
                        <a14:foregroundMark x1="75000" y1="42067" x2="77090" y2="69231"/>
                        <a14:foregroundMark x1="77090" y1="69231" x2="78483" y2="48317"/>
                        <a14:foregroundMark x1="78483" y1="48317" x2="77245" y2="49279"/>
                        <a14:foregroundMark x1="81424" y1="42308" x2="81579" y2="61538"/>
                        <a14:foregroundMark x1="81579" y1="61538" x2="81579" y2="61538"/>
                        <a14:foregroundMark x1="83669" y1="47356" x2="83669" y2="63221"/>
                        <a14:foregroundMark x1="82740" y1="53606" x2="82817" y2="73918"/>
                        <a14:foregroundMark x1="82817" y1="73918" x2="77864" y2="85457"/>
                        <a14:backgroundMark x1="3173" y1="55529" x2="3216" y2="55979"/>
                        <a14:backgroundMark x1="9907" y1="49760" x2="13080" y2="50841"/>
                        <a14:backgroundMark x1="36997" y1="54808" x2="37771" y2="75481"/>
                        <a14:backgroundMark x1="38932" y1="41827" x2="39241" y2="62260"/>
                        <a14:backgroundMark x1="35836" y1="56010" x2="35526" y2="54567"/>
                        <a14:backgroundMark x1="36997" y1="55769" x2="34752" y2="51563"/>
                        <a14:backgroundMark x1="36223" y1="51563" x2="40015" y2="54327"/>
                        <a14:backgroundMark x1="60217" y1="48558" x2="60217" y2="62981"/>
                        <a14:backgroundMark x1="39396" y1="64543" x2="39396" y2="64543"/>
                        <a14:backgroundMark x1="39396" y1="64063" x2="39396" y2="64063"/>
                        <a14:backgroundMark x1="38313" y1="64063" x2="38313" y2="64063"/>
                        <a14:backgroundMark x1="8437" y1="45793" x2="12926" y2="45793"/>
                        <a14:backgroundMark x1="9598" y1="55288" x2="12307" y2="55048"/>
                        <a14:backgroundMark x1="12307" y1="50841" x2="12926" y2="53005"/>
                        <a14:backgroundMark x1="13080" y1="52524" x2="13777" y2="56010"/>
                      </a14:backgroundRemoval>
                    </a14:imgEffect>
                  </a14:imgLayer>
                </a14:imgProps>
              </a:ext>
            </a:extLst>
          </a:blip>
          <a:stretch>
            <a:fillRect/>
          </a:stretch>
        </p:blipFill>
        <p:spPr>
          <a:xfrm>
            <a:off x="7921677" y="2015523"/>
            <a:ext cx="4015082" cy="2585563"/>
          </a:xfrm>
          <a:prstGeom prst="rect">
            <a:avLst/>
          </a:prstGeom>
        </p:spPr>
      </p:pic>
      <p:sp>
        <p:nvSpPr>
          <p:cNvPr id="19" name="橢圓 18">
            <a:extLst>
              <a:ext uri="{FF2B5EF4-FFF2-40B4-BE49-F238E27FC236}">
                <a16:creationId xmlns:a16="http://schemas.microsoft.com/office/drawing/2014/main" id="{7EF72DAB-25AA-334C-72FE-C3DBF8490073}"/>
              </a:ext>
            </a:extLst>
          </p:cNvPr>
          <p:cNvSpPr/>
          <p:nvPr/>
        </p:nvSpPr>
        <p:spPr>
          <a:xfrm>
            <a:off x="11453612" y="3203619"/>
            <a:ext cx="373487" cy="450761"/>
          </a:xfrm>
          <a:prstGeom prst="ellipse">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TW" altLang="en-US" sz="1100" b="1"/>
              <a:t>引傘</a:t>
            </a:r>
          </a:p>
        </p:txBody>
      </p:sp>
      <p:cxnSp>
        <p:nvCxnSpPr>
          <p:cNvPr id="22" name="直線單箭頭接點 21">
            <a:extLst>
              <a:ext uri="{FF2B5EF4-FFF2-40B4-BE49-F238E27FC236}">
                <a16:creationId xmlns:a16="http://schemas.microsoft.com/office/drawing/2014/main" id="{7BF04A3F-0119-A3B0-3B45-D39E836645CA}"/>
              </a:ext>
            </a:extLst>
          </p:cNvPr>
          <p:cNvCxnSpPr>
            <a:cxnSpLocks/>
          </p:cNvCxnSpPr>
          <p:nvPr/>
        </p:nvCxnSpPr>
        <p:spPr>
          <a:xfrm>
            <a:off x="11269014" y="3429000"/>
            <a:ext cx="236113" cy="0"/>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cxnSp>
        <p:nvCxnSpPr>
          <p:cNvPr id="24" name="直線單箭頭接點 23">
            <a:extLst>
              <a:ext uri="{FF2B5EF4-FFF2-40B4-BE49-F238E27FC236}">
                <a16:creationId xmlns:a16="http://schemas.microsoft.com/office/drawing/2014/main" id="{6F785358-679B-381F-A5D9-5DB8B6811B38}"/>
              </a:ext>
            </a:extLst>
          </p:cNvPr>
          <p:cNvCxnSpPr>
            <a:cxnSpLocks/>
          </p:cNvCxnSpPr>
          <p:nvPr/>
        </p:nvCxnSpPr>
        <p:spPr>
          <a:xfrm>
            <a:off x="10290220" y="3429000"/>
            <a:ext cx="738388" cy="0"/>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cxnSp>
        <p:nvCxnSpPr>
          <p:cNvPr id="26" name="直線單箭頭接點 25">
            <a:extLst>
              <a:ext uri="{FF2B5EF4-FFF2-40B4-BE49-F238E27FC236}">
                <a16:creationId xmlns:a16="http://schemas.microsoft.com/office/drawing/2014/main" id="{87B6371A-4CF6-4073-6F0E-714A008F0F10}"/>
              </a:ext>
            </a:extLst>
          </p:cNvPr>
          <p:cNvCxnSpPr>
            <a:cxnSpLocks/>
          </p:cNvCxnSpPr>
          <p:nvPr/>
        </p:nvCxnSpPr>
        <p:spPr>
          <a:xfrm>
            <a:off x="9002332" y="3429000"/>
            <a:ext cx="755561" cy="46149"/>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cxnSp>
        <p:nvCxnSpPr>
          <p:cNvPr id="28" name="直線單箭頭接點 27">
            <a:extLst>
              <a:ext uri="{FF2B5EF4-FFF2-40B4-BE49-F238E27FC236}">
                <a16:creationId xmlns:a16="http://schemas.microsoft.com/office/drawing/2014/main" id="{4131ACF9-4C3F-A53D-9E95-A68DB8F242C9}"/>
              </a:ext>
            </a:extLst>
          </p:cNvPr>
          <p:cNvCxnSpPr>
            <a:cxnSpLocks/>
          </p:cNvCxnSpPr>
          <p:nvPr/>
        </p:nvCxnSpPr>
        <p:spPr>
          <a:xfrm flipV="1">
            <a:off x="8622406" y="3498223"/>
            <a:ext cx="287627" cy="94982"/>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sp>
        <p:nvSpPr>
          <p:cNvPr id="31" name="橢圓 30">
            <a:extLst>
              <a:ext uri="{FF2B5EF4-FFF2-40B4-BE49-F238E27FC236}">
                <a16:creationId xmlns:a16="http://schemas.microsoft.com/office/drawing/2014/main" id="{FDFCF692-F78E-B3C2-E8F1-302793684A59}"/>
              </a:ext>
            </a:extLst>
          </p:cNvPr>
          <p:cNvSpPr/>
          <p:nvPr/>
        </p:nvSpPr>
        <p:spPr>
          <a:xfrm>
            <a:off x="8343364" y="3419339"/>
            <a:ext cx="373487" cy="450761"/>
          </a:xfrm>
          <a:prstGeom prst="ellipse">
            <a:avLst/>
          </a:prstGeom>
          <a:solidFill>
            <a:srgbClr val="FF0000"/>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zh-TW" altLang="en-US" sz="1100" b="1"/>
              <a:t>主傘</a:t>
            </a:r>
          </a:p>
        </p:txBody>
      </p:sp>
      <p:cxnSp>
        <p:nvCxnSpPr>
          <p:cNvPr id="33" name="直線單箭頭接點 32">
            <a:extLst>
              <a:ext uri="{FF2B5EF4-FFF2-40B4-BE49-F238E27FC236}">
                <a16:creationId xmlns:a16="http://schemas.microsoft.com/office/drawing/2014/main" id="{5F5D6FE9-F6F1-8CBF-37D0-31AEFCF3D5B1}"/>
              </a:ext>
            </a:extLst>
          </p:cNvPr>
          <p:cNvCxnSpPr/>
          <p:nvPr/>
        </p:nvCxnSpPr>
        <p:spPr>
          <a:xfrm flipV="1">
            <a:off x="8828468" y="2640169"/>
            <a:ext cx="405684" cy="34129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250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B3C06-9F6D-6873-54DA-50F1F6709EAC}"/>
            </a:ext>
          </a:extLst>
        </p:cNvPr>
        <p:cNvGrpSpPr/>
        <p:nvPr/>
      </p:nvGrpSpPr>
      <p:grpSpPr>
        <a:xfrm>
          <a:off x="0" y="0"/>
          <a:ext cx="0" cy="0"/>
          <a:chOff x="0" y="0"/>
          <a:chExt cx="0" cy="0"/>
        </a:xfrm>
      </p:grpSpPr>
      <p:pic>
        <p:nvPicPr>
          <p:cNvPr id="7" name="圖片 6">
            <a:extLst>
              <a:ext uri="{FF2B5EF4-FFF2-40B4-BE49-F238E27FC236}">
                <a16:creationId xmlns:a16="http://schemas.microsoft.com/office/drawing/2014/main" id="{84E015AB-D99A-BD2B-60C3-997D179EF5A6}"/>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34571" b="77884" l="32394" r="65965"/>
                    </a14:imgEffect>
                  </a14:imgLayer>
                </a14:imgProps>
              </a:ext>
              <a:ext uri="{28A0092B-C50C-407E-A947-70E740481C1C}">
                <a14:useLocalDpi xmlns:a14="http://schemas.microsoft.com/office/drawing/2010/main" val="0"/>
              </a:ext>
            </a:extLst>
          </a:blip>
          <a:srcRect l="28197" t="29157" r="29839" b="16702"/>
          <a:stretch/>
        </p:blipFill>
        <p:spPr>
          <a:xfrm>
            <a:off x="360738" y="2156295"/>
            <a:ext cx="5116241" cy="3712917"/>
          </a:xfrm>
          <a:prstGeom prst="rect">
            <a:avLst/>
          </a:prstGeom>
        </p:spPr>
      </p:pic>
      <p:sp>
        <p:nvSpPr>
          <p:cNvPr id="3" name="Title 2">
            <a:extLst>
              <a:ext uri="{FF2B5EF4-FFF2-40B4-BE49-F238E27FC236}">
                <a16:creationId xmlns:a16="http://schemas.microsoft.com/office/drawing/2014/main" id="{41E10A44-D9F6-9B8F-0B7A-DB983FF144F3}"/>
              </a:ext>
            </a:extLst>
          </p:cNvPr>
          <p:cNvSpPr>
            <a:spLocks noGrp="1"/>
          </p:cNvSpPr>
          <p:nvPr>
            <p:ph type="title"/>
          </p:nvPr>
        </p:nvSpPr>
        <p:spPr/>
        <p:txBody>
          <a:bodyPr/>
          <a:lstStyle/>
          <a:p>
            <a:r>
              <a:rPr lang="zh-TW" altLang="en-US">
                <a:latin typeface="Microsoft JhengHei"/>
                <a:ea typeface="Microsoft JhengHei"/>
                <a:cs typeface="Arial"/>
              </a:rPr>
              <a:t>底座</a:t>
            </a:r>
            <a:endParaRPr lang="zh-CN" altLang="en-US">
              <a:latin typeface="Microsoft JhengHei"/>
              <a:ea typeface="Microsoft JhengHei"/>
            </a:endParaRPr>
          </a:p>
        </p:txBody>
      </p:sp>
      <p:sp>
        <p:nvSpPr>
          <p:cNvPr id="4" name="Text Placeholder 3">
            <a:extLst>
              <a:ext uri="{FF2B5EF4-FFF2-40B4-BE49-F238E27FC236}">
                <a16:creationId xmlns:a16="http://schemas.microsoft.com/office/drawing/2014/main" id="{D1A159AF-E32E-6DE2-3F12-7BC4D26A8F73}"/>
              </a:ext>
            </a:extLst>
          </p:cNvPr>
          <p:cNvSpPr>
            <a:spLocks noGrp="1"/>
          </p:cNvSpPr>
          <p:nvPr>
            <p:ph type="body" sz="quarter" idx="10"/>
          </p:nvPr>
        </p:nvSpPr>
        <p:spPr/>
        <p:txBody>
          <a:bodyPr>
            <a:normAutofit fontScale="70000" lnSpcReduction="20000"/>
          </a:bodyPr>
          <a:lstStyle/>
          <a:p>
            <a:r>
              <a:rPr lang="zh-TW" altLang="en-US" sz="4300">
                <a:solidFill>
                  <a:srgbClr val="66FFCC"/>
                </a:solidFill>
                <a:latin typeface="Microsoft JhengHei"/>
                <a:ea typeface="Microsoft JhengHei"/>
                <a:cs typeface="Arial"/>
              </a:rPr>
              <a:t>設計與巡光相同</a:t>
            </a:r>
          </a:p>
        </p:txBody>
      </p:sp>
      <p:cxnSp>
        <p:nvCxnSpPr>
          <p:cNvPr id="21" name="直線接點 20">
            <a:extLst>
              <a:ext uri="{FF2B5EF4-FFF2-40B4-BE49-F238E27FC236}">
                <a16:creationId xmlns:a16="http://schemas.microsoft.com/office/drawing/2014/main" id="{D66BCEA4-BAAF-68C1-7E87-42B1E8D2B50C}"/>
              </a:ext>
            </a:extLst>
          </p:cNvPr>
          <p:cNvCxnSpPr/>
          <p:nvPr/>
        </p:nvCxnSpPr>
        <p:spPr>
          <a:xfrm>
            <a:off x="5022100" y="1251575"/>
            <a:ext cx="58993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 name="直線接點 1">
            <a:extLst>
              <a:ext uri="{FF2B5EF4-FFF2-40B4-BE49-F238E27FC236}">
                <a16:creationId xmlns:a16="http://schemas.microsoft.com/office/drawing/2014/main" id="{7D062162-A3FF-4726-C32E-98F6285574B2}"/>
              </a:ext>
            </a:extLst>
          </p:cNvPr>
          <p:cNvCxnSpPr>
            <a:cxnSpLocks/>
          </p:cNvCxnSpPr>
          <p:nvPr/>
        </p:nvCxnSpPr>
        <p:spPr>
          <a:xfrm>
            <a:off x="5735719" y="1222673"/>
            <a:ext cx="58993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E9251FDF-DCD3-0D42-6E03-5F9E4A799052}"/>
              </a:ext>
            </a:extLst>
          </p:cNvPr>
          <p:cNvSpPr txBox="1"/>
          <p:nvPr/>
        </p:nvSpPr>
        <p:spPr>
          <a:xfrm>
            <a:off x="1515390" y="6113978"/>
            <a:ext cx="3595856" cy="461665"/>
          </a:xfrm>
          <a:prstGeom prst="rect">
            <a:avLst/>
          </a:prstGeom>
          <a:noFill/>
        </p:spPr>
        <p:txBody>
          <a:bodyPr wrap="none" rtlCol="0">
            <a:spAutoFit/>
          </a:bodyPr>
          <a:lstStyle/>
          <a:p>
            <a:r>
              <a:rPr lang="zh-TW" altLang="en-US" sz="2400">
                <a:solidFill>
                  <a:schemeClr val="bg1"/>
                </a:solidFill>
                <a:latin typeface="微軟正黑體" panose="020B0604030504040204" pitchFamily="34" charset="-120"/>
                <a:ea typeface="微軟正黑體" panose="020B0604030504040204" pitchFamily="34" charset="-120"/>
              </a:rPr>
              <a:t>以</a:t>
            </a:r>
            <a:r>
              <a:rPr lang="en-US" altLang="zh-TW" sz="2400">
                <a:solidFill>
                  <a:schemeClr val="bg1"/>
                </a:solidFill>
                <a:latin typeface="微軟正黑體" panose="020B0604030504040204" pitchFamily="34" charset="-120"/>
                <a:ea typeface="微軟正黑體" panose="020B0604030504040204" pitchFamily="34" charset="-120"/>
              </a:rPr>
              <a:t>8</a:t>
            </a:r>
            <a:r>
              <a:rPr lang="zh-TW" altLang="en-US" sz="2400">
                <a:solidFill>
                  <a:schemeClr val="bg1"/>
                </a:solidFill>
                <a:latin typeface="微軟正黑體" panose="020B0604030504040204" pitchFamily="34" charset="-120"/>
                <a:ea typeface="微軟正黑體" panose="020B0604030504040204" pitchFamily="34" charset="-120"/>
              </a:rPr>
              <a:t>個</a:t>
            </a:r>
            <a:r>
              <a:rPr lang="en-US" altLang="zh-TW" sz="2400">
                <a:solidFill>
                  <a:schemeClr val="bg1"/>
                </a:solidFill>
                <a:latin typeface="微軟正黑體" panose="020B0604030504040204" pitchFamily="34" charset="-120"/>
                <a:ea typeface="微軟正黑體" panose="020B0604030504040204" pitchFamily="34" charset="-120"/>
              </a:rPr>
              <a:t>m8</a:t>
            </a:r>
            <a:r>
              <a:rPr lang="zh-TW" altLang="en-US" sz="2400">
                <a:solidFill>
                  <a:schemeClr val="bg1"/>
                </a:solidFill>
                <a:latin typeface="微軟正黑體" panose="020B0604030504040204" pitchFamily="34" charset="-120"/>
                <a:ea typeface="微軟正黑體" panose="020B0604030504040204" pitchFamily="34" charset="-120"/>
              </a:rPr>
              <a:t>螺絲固定於箭身</a:t>
            </a:r>
          </a:p>
        </p:txBody>
      </p:sp>
      <p:cxnSp>
        <p:nvCxnSpPr>
          <p:cNvPr id="11" name="直線單箭頭接點 10">
            <a:extLst>
              <a:ext uri="{FF2B5EF4-FFF2-40B4-BE49-F238E27FC236}">
                <a16:creationId xmlns:a16="http://schemas.microsoft.com/office/drawing/2014/main" id="{92242822-3CAF-0191-643F-945000C78B7E}"/>
              </a:ext>
            </a:extLst>
          </p:cNvPr>
          <p:cNvCxnSpPr>
            <a:cxnSpLocks/>
            <a:stCxn id="9" idx="0"/>
          </p:cNvCxnSpPr>
          <p:nvPr/>
        </p:nvCxnSpPr>
        <p:spPr>
          <a:xfrm flipH="1" flipV="1">
            <a:off x="2654710" y="5230761"/>
            <a:ext cx="658608" cy="88321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54CEB4BB-041B-0687-90D1-311545A6E5F8}"/>
              </a:ext>
            </a:extLst>
          </p:cNvPr>
          <p:cNvCxnSpPr>
            <a:cxnSpLocks/>
          </p:cNvCxnSpPr>
          <p:nvPr/>
        </p:nvCxnSpPr>
        <p:spPr>
          <a:xfrm>
            <a:off x="1390937" y="1999617"/>
            <a:ext cx="646357" cy="22085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3F355B21-C1C4-9394-CB9C-7342D54F6945}"/>
              </a:ext>
            </a:extLst>
          </p:cNvPr>
          <p:cNvSpPr txBox="1"/>
          <p:nvPr/>
        </p:nvSpPr>
        <p:spPr>
          <a:xfrm>
            <a:off x="559967" y="1537952"/>
            <a:ext cx="5416868" cy="461665"/>
          </a:xfrm>
          <a:prstGeom prst="rect">
            <a:avLst/>
          </a:prstGeom>
          <a:noFill/>
        </p:spPr>
        <p:txBody>
          <a:bodyPr wrap="none" rtlCol="0">
            <a:spAutoFit/>
          </a:bodyPr>
          <a:lstStyle/>
          <a:p>
            <a:r>
              <a:rPr lang="zh-TW" altLang="en-US" sz="2400">
                <a:solidFill>
                  <a:schemeClr val="bg1"/>
                </a:solidFill>
                <a:latin typeface="微軟正黑體" panose="020B0604030504040204" pitchFamily="34" charset="-120"/>
                <a:ea typeface="微軟正黑體" panose="020B0604030504040204" pitchFamily="34" charset="-120"/>
              </a:rPr>
              <a:t>電線連接產氣燃料、伺服馬達和航電倉</a:t>
            </a:r>
          </a:p>
        </p:txBody>
      </p:sp>
      <p:pic>
        <p:nvPicPr>
          <p:cNvPr id="18" name="圖片 17">
            <a:extLst>
              <a:ext uri="{FF2B5EF4-FFF2-40B4-BE49-F238E27FC236}">
                <a16:creationId xmlns:a16="http://schemas.microsoft.com/office/drawing/2014/main" id="{6C5B9F25-AC23-306F-1FF8-A79501A13D41}"/>
              </a:ext>
            </a:extLst>
          </p:cNvPr>
          <p:cNvPicPr>
            <a:picLocks noChangeAspect="1"/>
          </p:cNvPicPr>
          <p:nvPr/>
        </p:nvPicPr>
        <p:blipFill rotWithShape="1">
          <a:blip r:embed="rId4">
            <a:extLst>
              <a:ext uri="{28A0092B-C50C-407E-A947-70E740481C1C}">
                <a14:useLocalDpi xmlns:a14="http://schemas.microsoft.com/office/drawing/2010/main" val="0"/>
              </a:ext>
            </a:extLst>
          </a:blip>
          <a:srcRect l="8282" t="69867" r="39217" b="20311"/>
          <a:stretch/>
        </p:blipFill>
        <p:spPr>
          <a:xfrm>
            <a:off x="5612035" y="3607861"/>
            <a:ext cx="6400800" cy="673650"/>
          </a:xfrm>
          <a:prstGeom prst="rect">
            <a:avLst/>
          </a:prstGeom>
        </p:spPr>
      </p:pic>
      <p:pic>
        <p:nvPicPr>
          <p:cNvPr id="20" name="圖片 19">
            <a:extLst>
              <a:ext uri="{FF2B5EF4-FFF2-40B4-BE49-F238E27FC236}">
                <a16:creationId xmlns:a16="http://schemas.microsoft.com/office/drawing/2014/main" id="{6ED2C368-7DDF-D01B-7527-5F2D24103B74}"/>
              </a:ext>
            </a:extLst>
          </p:cNvPr>
          <p:cNvPicPr>
            <a:picLocks noChangeAspect="1"/>
          </p:cNvPicPr>
          <p:nvPr/>
        </p:nvPicPr>
        <p:blipFill rotWithShape="1">
          <a:blip r:embed="rId4">
            <a:extLst>
              <a:ext uri="{28A0092B-C50C-407E-A947-70E740481C1C}">
                <a14:useLocalDpi xmlns:a14="http://schemas.microsoft.com/office/drawing/2010/main" val="0"/>
              </a:ext>
            </a:extLst>
          </a:blip>
          <a:srcRect l="22425" t="28949" r="48192" b="43982"/>
          <a:stretch/>
        </p:blipFill>
        <p:spPr>
          <a:xfrm>
            <a:off x="6846382" y="1376049"/>
            <a:ext cx="3954681" cy="2049167"/>
          </a:xfrm>
          <a:prstGeom prst="rect">
            <a:avLst/>
          </a:prstGeom>
        </p:spPr>
      </p:pic>
      <p:cxnSp>
        <p:nvCxnSpPr>
          <p:cNvPr id="27" name="直線單箭頭接點 26">
            <a:extLst>
              <a:ext uri="{FF2B5EF4-FFF2-40B4-BE49-F238E27FC236}">
                <a16:creationId xmlns:a16="http://schemas.microsoft.com/office/drawing/2014/main" id="{37873E1A-F9D3-F462-B32A-62E494333A5A}"/>
              </a:ext>
            </a:extLst>
          </p:cNvPr>
          <p:cNvCxnSpPr>
            <a:cxnSpLocks/>
          </p:cNvCxnSpPr>
          <p:nvPr/>
        </p:nvCxnSpPr>
        <p:spPr>
          <a:xfrm flipH="1">
            <a:off x="3260354" y="2745833"/>
            <a:ext cx="3386721" cy="65591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字方塊 4">
            <a:extLst>
              <a:ext uri="{FF2B5EF4-FFF2-40B4-BE49-F238E27FC236}">
                <a16:creationId xmlns:a16="http://schemas.microsoft.com/office/drawing/2014/main" id="{258E6846-5E8E-DA9A-2CB2-892F6E464E3C}"/>
              </a:ext>
            </a:extLst>
          </p:cNvPr>
          <p:cNvSpPr txBox="1"/>
          <p:nvPr/>
        </p:nvSpPr>
        <p:spPr>
          <a:xfrm>
            <a:off x="6217685" y="4549336"/>
            <a:ext cx="3262432" cy="461665"/>
          </a:xfrm>
          <a:prstGeom prst="rect">
            <a:avLst/>
          </a:prstGeom>
          <a:noFill/>
        </p:spPr>
        <p:txBody>
          <a:bodyPr wrap="none" rtlCol="0">
            <a:spAutoFit/>
          </a:bodyPr>
          <a:lstStyle/>
          <a:p>
            <a:r>
              <a:rPr lang="zh-TW" altLang="en-US" sz="2400">
                <a:solidFill>
                  <a:schemeClr val="bg1"/>
                </a:solidFill>
                <a:latin typeface="微軟正黑體" panose="020B0604030504040204" pitchFamily="34" charset="-120"/>
                <a:ea typeface="微軟正黑體" panose="020B0604030504040204" pitchFamily="34" charset="-120"/>
              </a:rPr>
              <a:t>接環連接主傘與救生衣</a:t>
            </a:r>
          </a:p>
        </p:txBody>
      </p:sp>
    </p:spTree>
    <p:extLst>
      <p:ext uri="{BB962C8B-B14F-4D97-AF65-F5344CB8AC3E}">
        <p14:creationId xmlns:p14="http://schemas.microsoft.com/office/powerpoint/2010/main" val="3362076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83048-6841-B8CA-FF3E-72E2AF52F02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DC18B2-616C-5F1B-4EE8-C0FDFFCF2F94}"/>
              </a:ext>
            </a:extLst>
          </p:cNvPr>
          <p:cNvSpPr>
            <a:spLocks noGrp="1"/>
          </p:cNvSpPr>
          <p:nvPr>
            <p:ph type="title"/>
          </p:nvPr>
        </p:nvSpPr>
        <p:spPr/>
        <p:txBody>
          <a:bodyPr/>
          <a:lstStyle/>
          <a:p>
            <a:r>
              <a:rPr lang="zh-TW" altLang="en-US">
                <a:latin typeface="Microsoft JhengHei"/>
                <a:ea typeface="Microsoft JhengHei"/>
                <a:cs typeface="Arial"/>
              </a:rPr>
              <a:t>框架與隔板</a:t>
            </a:r>
            <a:endParaRPr lang="zh-CN" altLang="en-US">
              <a:latin typeface="Microsoft JhengHei"/>
              <a:ea typeface="Microsoft JhengHei"/>
            </a:endParaRPr>
          </a:p>
        </p:txBody>
      </p:sp>
      <p:sp>
        <p:nvSpPr>
          <p:cNvPr id="4" name="Text Placeholder 3">
            <a:extLst>
              <a:ext uri="{FF2B5EF4-FFF2-40B4-BE49-F238E27FC236}">
                <a16:creationId xmlns:a16="http://schemas.microsoft.com/office/drawing/2014/main" id="{4BB9DF48-6D09-C0A2-6ADA-64EA8293ECF7}"/>
              </a:ext>
            </a:extLst>
          </p:cNvPr>
          <p:cNvSpPr>
            <a:spLocks noGrp="1"/>
          </p:cNvSpPr>
          <p:nvPr>
            <p:ph type="body" sz="quarter" idx="10"/>
          </p:nvPr>
        </p:nvSpPr>
        <p:spPr/>
        <p:txBody>
          <a:bodyPr>
            <a:normAutofit fontScale="70000" lnSpcReduction="20000"/>
          </a:bodyPr>
          <a:lstStyle/>
          <a:p>
            <a:r>
              <a:rPr lang="zh-TW" altLang="en-US" sz="4300">
                <a:solidFill>
                  <a:srgbClr val="66FFCC"/>
                </a:solidFill>
                <a:latin typeface="Microsoft JhengHei"/>
                <a:ea typeface="Microsoft JhengHei"/>
                <a:cs typeface="Arial"/>
              </a:rPr>
              <a:t>用以區分艙段</a:t>
            </a:r>
          </a:p>
        </p:txBody>
      </p:sp>
      <p:pic>
        <p:nvPicPr>
          <p:cNvPr id="6" name="圖片 5" descr="一張含有 Rectangle, 螢幕擷取畫面, 鏡子, 正方形 的圖片&#10;&#10;AI 產生的內容可能不正確。">
            <a:extLst>
              <a:ext uri="{FF2B5EF4-FFF2-40B4-BE49-F238E27FC236}">
                <a16:creationId xmlns:a16="http://schemas.microsoft.com/office/drawing/2014/main" id="{3EDF5154-31A6-9BA2-B0F3-230303FA5C8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45" b="89917" l="7939" r="89972">
                        <a14:foregroundMark x1="7939" y1="18370" x2="12535" y2="35221"/>
                        <a14:foregroundMark x1="12535" y1="35221" x2="12535" y2="48481"/>
                      </a14:backgroundRemoval>
                    </a14:imgEffect>
                  </a14:imgLayer>
                </a14:imgProps>
              </a:ext>
            </a:extLst>
          </a:blip>
          <a:stretch>
            <a:fillRect/>
          </a:stretch>
        </p:blipFill>
        <p:spPr>
          <a:xfrm>
            <a:off x="1144810" y="1224222"/>
            <a:ext cx="2062030" cy="2079261"/>
          </a:xfrm>
          <a:prstGeom prst="rect">
            <a:avLst/>
          </a:prstGeom>
        </p:spPr>
      </p:pic>
      <p:pic>
        <p:nvPicPr>
          <p:cNvPr id="10" name="圖片 9" descr="一張含有 Rectangle, 設計, 鏡子, 室內 的圖片&#10;&#10;AI 產生的內容可能不正確。">
            <a:extLst>
              <a:ext uri="{FF2B5EF4-FFF2-40B4-BE49-F238E27FC236}">
                <a16:creationId xmlns:a16="http://schemas.microsoft.com/office/drawing/2014/main" id="{E0575EE2-5197-C9E1-94C3-6A63FE2D593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937" b="93619" l="10000" r="94565">
                        <a14:foregroundMark x1="33152" y1="13389" x2="27717" y2="14958"/>
                        <a14:foregroundMark x1="31848" y1="14958" x2="68261" y2="12762"/>
                        <a14:foregroundMark x1="68261" y1="12762" x2="88043" y2="15690"/>
                        <a14:foregroundMark x1="93148" y1="83656" x2="93253" y2="92937"/>
                        <a14:foregroundMark x1="93020" y1="72507" x2="93052" y2="75305"/>
                        <a14:foregroundMark x1="92391" y1="17259" x2="92987" y2="69546"/>
                        <a14:foregroundMark x1="94320" y1="75440" x2="94432" y2="73510"/>
                        <a14:foregroundMark x1="93303" y1="92907" x2="93832" y2="83820"/>
                        <a14:backgroundMark x1="93696" y1="75523" x2="95326" y2="70502"/>
                        <a14:backgroundMark x1="95652" y1="70502" x2="93913" y2="73013"/>
                        <a14:backgroundMark x1="95109" y1="75523" x2="94565" y2="80230"/>
                        <a14:backgroundMark x1="96087" y1="76464" x2="94130" y2="83891"/>
                        <a14:backgroundMark x1="91848" y1="95502" x2="97391" y2="92050"/>
                        <a14:backgroundMark x1="95000" y1="79393" x2="94565" y2="74791"/>
                      </a14:backgroundRemoval>
                    </a14:imgEffect>
                  </a14:imgLayer>
                </a14:imgProps>
              </a:ext>
            </a:extLst>
          </a:blip>
          <a:stretch>
            <a:fillRect/>
          </a:stretch>
        </p:blipFill>
        <p:spPr>
          <a:xfrm>
            <a:off x="786686" y="3688738"/>
            <a:ext cx="2275350" cy="2364385"/>
          </a:xfrm>
          <a:prstGeom prst="rect">
            <a:avLst/>
          </a:prstGeom>
        </p:spPr>
      </p:pic>
      <p:sp>
        <p:nvSpPr>
          <p:cNvPr id="13" name="文字方塊 12">
            <a:extLst>
              <a:ext uri="{FF2B5EF4-FFF2-40B4-BE49-F238E27FC236}">
                <a16:creationId xmlns:a16="http://schemas.microsoft.com/office/drawing/2014/main" id="{9C2404CF-92EF-DAB9-9F8B-8EF9557BF9F5}"/>
              </a:ext>
            </a:extLst>
          </p:cNvPr>
          <p:cNvSpPr txBox="1"/>
          <p:nvPr/>
        </p:nvSpPr>
        <p:spPr>
          <a:xfrm>
            <a:off x="3374264" y="1468192"/>
            <a:ext cx="2569336" cy="1477328"/>
          </a:xfrm>
          <a:prstGeom prst="rect">
            <a:avLst/>
          </a:prstGeom>
          <a:noFill/>
        </p:spPr>
        <p:txBody>
          <a:bodyPr wrap="square" rtlCol="0">
            <a:spAutoFit/>
          </a:bodyPr>
          <a:lstStyle/>
          <a:p>
            <a:r>
              <a:rPr lang="zh-TW" altLang="en-US">
                <a:solidFill>
                  <a:schemeClr val="bg1"/>
                </a:solidFill>
              </a:rPr>
              <a:t>主傘艙框架</a:t>
            </a:r>
            <a:endParaRPr lang="en-US" altLang="zh-TW">
              <a:solidFill>
                <a:schemeClr val="bg1"/>
              </a:solidFill>
            </a:endParaRPr>
          </a:p>
          <a:p>
            <a:pPr marL="285750" indent="-285750">
              <a:buFont typeface="Arial" panose="020B0604020202020204" pitchFamily="34" charset="0"/>
              <a:buChar char="•"/>
            </a:pPr>
            <a:r>
              <a:rPr lang="zh-TW" altLang="en-US">
                <a:solidFill>
                  <a:schemeClr val="bg1"/>
                </a:solidFill>
              </a:rPr>
              <a:t>長</a:t>
            </a:r>
            <a:r>
              <a:rPr lang="en-US" altLang="zh-TW">
                <a:solidFill>
                  <a:schemeClr val="bg1"/>
                </a:solidFill>
              </a:rPr>
              <a:t>150mm</a:t>
            </a:r>
          </a:p>
          <a:p>
            <a:pPr marL="285750" indent="-285750">
              <a:buFont typeface="Arial" panose="020B0604020202020204" pitchFamily="34" charset="0"/>
              <a:buChar char="•"/>
            </a:pPr>
            <a:r>
              <a:rPr lang="zh-TW" altLang="en-US">
                <a:solidFill>
                  <a:schemeClr val="bg1"/>
                </a:solidFill>
              </a:rPr>
              <a:t>採三個柱子簡化結構增加空間並輕量化</a:t>
            </a:r>
            <a:endParaRPr lang="en-US" altLang="zh-TW">
              <a:solidFill>
                <a:schemeClr val="bg1"/>
              </a:solidFill>
            </a:endParaRPr>
          </a:p>
          <a:p>
            <a:pPr marL="285750" indent="-285750">
              <a:buFont typeface="Arial" panose="020B0604020202020204" pitchFamily="34" charset="0"/>
              <a:buChar char="•"/>
            </a:pPr>
            <a:r>
              <a:rPr lang="zh-TW" altLang="en-US">
                <a:solidFill>
                  <a:schemeClr val="bg1"/>
                </a:solidFill>
              </a:rPr>
              <a:t>內置主傘</a:t>
            </a:r>
          </a:p>
        </p:txBody>
      </p:sp>
      <p:sp>
        <p:nvSpPr>
          <p:cNvPr id="14" name="文字方塊 13">
            <a:extLst>
              <a:ext uri="{FF2B5EF4-FFF2-40B4-BE49-F238E27FC236}">
                <a16:creationId xmlns:a16="http://schemas.microsoft.com/office/drawing/2014/main" id="{80661C91-AB44-E22B-991B-4A7EAC407ECE}"/>
              </a:ext>
            </a:extLst>
          </p:cNvPr>
          <p:cNvSpPr txBox="1"/>
          <p:nvPr/>
        </p:nvSpPr>
        <p:spPr>
          <a:xfrm>
            <a:off x="3374263" y="3947600"/>
            <a:ext cx="2721737" cy="1477328"/>
          </a:xfrm>
          <a:prstGeom prst="rect">
            <a:avLst/>
          </a:prstGeom>
          <a:noFill/>
        </p:spPr>
        <p:txBody>
          <a:bodyPr wrap="square" rtlCol="0">
            <a:spAutoFit/>
          </a:bodyPr>
          <a:lstStyle/>
          <a:p>
            <a:r>
              <a:rPr lang="zh-TW" altLang="en-US">
                <a:solidFill>
                  <a:schemeClr val="bg1"/>
                </a:solidFill>
              </a:rPr>
              <a:t>浮力艙框架</a:t>
            </a:r>
            <a:endParaRPr lang="en-US" altLang="zh-TW">
              <a:solidFill>
                <a:schemeClr val="bg1"/>
              </a:solidFill>
            </a:endParaRPr>
          </a:p>
          <a:p>
            <a:pPr marL="285750" indent="-285750">
              <a:buFont typeface="Arial" panose="020B0604020202020204" pitchFamily="34" charset="0"/>
              <a:buChar char="•"/>
            </a:pPr>
            <a:r>
              <a:rPr lang="zh-TW" altLang="en-US">
                <a:solidFill>
                  <a:schemeClr val="bg1"/>
                </a:solidFill>
              </a:rPr>
              <a:t>長</a:t>
            </a:r>
            <a:r>
              <a:rPr lang="en-US" altLang="zh-TW">
                <a:solidFill>
                  <a:schemeClr val="bg1"/>
                </a:solidFill>
              </a:rPr>
              <a:t>170mm</a:t>
            </a:r>
          </a:p>
          <a:p>
            <a:pPr marL="285750" indent="-285750">
              <a:buFont typeface="Arial" panose="020B0604020202020204" pitchFamily="34" charset="0"/>
              <a:buChar char="•"/>
            </a:pPr>
            <a:r>
              <a:rPr lang="zh-TW" altLang="en-US">
                <a:solidFill>
                  <a:schemeClr val="bg1"/>
                </a:solidFill>
              </a:rPr>
              <a:t>採三個柱子簡化結構增加空間並輕量化</a:t>
            </a:r>
            <a:endParaRPr lang="en-US" altLang="zh-TW">
              <a:solidFill>
                <a:schemeClr val="bg1"/>
              </a:solidFill>
            </a:endParaRPr>
          </a:p>
          <a:p>
            <a:pPr marL="285750" indent="-285750">
              <a:buFont typeface="Arial" panose="020B0604020202020204" pitchFamily="34" charset="0"/>
              <a:buChar char="•"/>
            </a:pPr>
            <a:r>
              <a:rPr lang="zh-TW" altLang="en-US">
                <a:solidFill>
                  <a:schemeClr val="bg1"/>
                </a:solidFill>
              </a:rPr>
              <a:t>內置救生衣</a:t>
            </a:r>
          </a:p>
        </p:txBody>
      </p:sp>
      <p:pic>
        <p:nvPicPr>
          <p:cNvPr id="17" name="圖片 16" descr="一張含有 圓形, 光碟, 資料儲存裝置, CD 的圖片&#10;&#10;AI 產生的內容可能不正確。">
            <a:extLst>
              <a:ext uri="{FF2B5EF4-FFF2-40B4-BE49-F238E27FC236}">
                <a16:creationId xmlns:a16="http://schemas.microsoft.com/office/drawing/2014/main" id="{B3A2465C-50FC-28CB-0E24-633A1D899029}"/>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184" b="91466" l="9941" r="89975">
                        <a14:foregroundMark x1="47324" y1="9184" x2="50297" y2="10946"/>
                        <a14:foregroundMark x1="44860" y1="91002" x2="51317" y2="91466"/>
                      </a14:backgroundRemoval>
                    </a14:imgEffect>
                  </a14:imgLayer>
                </a14:imgProps>
              </a:ext>
            </a:extLst>
          </a:blip>
          <a:stretch>
            <a:fillRect/>
          </a:stretch>
        </p:blipFill>
        <p:spPr>
          <a:xfrm>
            <a:off x="6252967" y="3795009"/>
            <a:ext cx="2569337" cy="2353224"/>
          </a:xfrm>
          <a:prstGeom prst="rect">
            <a:avLst/>
          </a:prstGeom>
        </p:spPr>
      </p:pic>
      <p:pic>
        <p:nvPicPr>
          <p:cNvPr id="22" name="圖片 21" descr="一張含有 圓形, 光碟 的圖片&#10;&#10;AI 產生的內容可能不正確。">
            <a:extLst>
              <a:ext uri="{FF2B5EF4-FFF2-40B4-BE49-F238E27FC236}">
                <a16:creationId xmlns:a16="http://schemas.microsoft.com/office/drawing/2014/main" id="{009E0192-DA87-E554-F6AC-8BA8A9EA8462}"/>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7315" b="95439" l="6441" r="93220">
                        <a14:foregroundMark x1="6441" y1="41308" x2="12203" y2="59466"/>
                        <a14:foregroundMark x1="44237" y1="11188" x2="55254" y2="7487"/>
                        <a14:foregroundMark x1="84153" y1="37608" x2="93305" y2="43976"/>
                        <a14:foregroundMark x1="28220" y1="85026" x2="51864" y2="95439"/>
                      </a14:backgroundRemoval>
                    </a14:imgEffect>
                  </a14:imgLayer>
                </a14:imgProps>
              </a:ext>
            </a:extLst>
          </a:blip>
          <a:stretch>
            <a:fillRect/>
          </a:stretch>
        </p:blipFill>
        <p:spPr>
          <a:xfrm>
            <a:off x="6370109" y="1273949"/>
            <a:ext cx="2452195" cy="2414789"/>
          </a:xfrm>
          <a:prstGeom prst="rect">
            <a:avLst/>
          </a:prstGeom>
        </p:spPr>
      </p:pic>
      <p:sp>
        <p:nvSpPr>
          <p:cNvPr id="23" name="文字方塊 22">
            <a:extLst>
              <a:ext uri="{FF2B5EF4-FFF2-40B4-BE49-F238E27FC236}">
                <a16:creationId xmlns:a16="http://schemas.microsoft.com/office/drawing/2014/main" id="{291FBA5C-0870-C781-D88D-42EE87B2C7F6}"/>
              </a:ext>
            </a:extLst>
          </p:cNvPr>
          <p:cNvSpPr txBox="1"/>
          <p:nvPr/>
        </p:nvSpPr>
        <p:spPr>
          <a:xfrm>
            <a:off x="8749048" y="1678547"/>
            <a:ext cx="2569336" cy="1754326"/>
          </a:xfrm>
          <a:prstGeom prst="rect">
            <a:avLst/>
          </a:prstGeom>
          <a:noFill/>
        </p:spPr>
        <p:txBody>
          <a:bodyPr wrap="square" rtlCol="0">
            <a:spAutoFit/>
          </a:bodyPr>
          <a:lstStyle/>
          <a:p>
            <a:r>
              <a:rPr lang="zh-TW" altLang="en-US">
                <a:solidFill>
                  <a:schemeClr val="bg1"/>
                </a:solidFill>
              </a:rPr>
              <a:t>隔板</a:t>
            </a:r>
            <a:endParaRPr lang="en-US" altLang="zh-TW">
              <a:solidFill>
                <a:schemeClr val="bg1"/>
              </a:solidFill>
            </a:endParaRPr>
          </a:p>
          <a:p>
            <a:pPr marL="285750" indent="-285750">
              <a:buFont typeface="Arial" panose="020B0604020202020204" pitchFamily="34" charset="0"/>
              <a:buChar char="•"/>
            </a:pPr>
            <a:r>
              <a:rPr lang="zh-TW" altLang="en-US">
                <a:solidFill>
                  <a:schemeClr val="bg1"/>
                </a:solidFill>
              </a:rPr>
              <a:t>中孔</a:t>
            </a:r>
            <a:r>
              <a:rPr lang="en-US" altLang="zh-TW">
                <a:solidFill>
                  <a:schemeClr val="bg1"/>
                </a:solidFill>
              </a:rPr>
              <a:t>10mm</a:t>
            </a:r>
          </a:p>
          <a:p>
            <a:pPr marL="285750" indent="-285750">
              <a:buFont typeface="Arial" panose="020B0604020202020204" pitchFamily="34" charset="0"/>
              <a:buChar char="•"/>
            </a:pPr>
            <a:r>
              <a:rPr lang="zh-TW" altLang="en-US">
                <a:solidFill>
                  <a:schemeClr val="bg1"/>
                </a:solidFill>
              </a:rPr>
              <a:t>可容減震繩穿過</a:t>
            </a:r>
            <a:endParaRPr lang="en-US" altLang="zh-TW">
              <a:solidFill>
                <a:schemeClr val="bg1"/>
              </a:solidFill>
            </a:endParaRPr>
          </a:p>
          <a:p>
            <a:pPr marL="285750" indent="-285750">
              <a:buFont typeface="Arial" panose="020B0604020202020204" pitchFamily="34" charset="0"/>
              <a:buChar char="•"/>
            </a:pPr>
            <a:r>
              <a:rPr lang="zh-TW" altLang="en-US">
                <a:solidFill>
                  <a:schemeClr val="bg1"/>
                </a:solidFill>
              </a:rPr>
              <a:t>將開傘盤壓力傳導至鼻錐上</a:t>
            </a:r>
            <a:endParaRPr lang="en-US" altLang="zh-TW">
              <a:solidFill>
                <a:schemeClr val="bg1"/>
              </a:solidFill>
            </a:endParaRPr>
          </a:p>
          <a:p>
            <a:pPr marL="285750" indent="-285750">
              <a:buFont typeface="Arial" panose="020B0604020202020204" pitchFamily="34" charset="0"/>
              <a:buChar char="•"/>
            </a:pPr>
            <a:endParaRPr lang="zh-TW" altLang="en-US">
              <a:solidFill>
                <a:schemeClr val="bg1"/>
              </a:solidFill>
            </a:endParaRPr>
          </a:p>
        </p:txBody>
      </p:sp>
      <p:sp>
        <p:nvSpPr>
          <p:cNvPr id="24" name="文字方塊 23">
            <a:extLst>
              <a:ext uri="{FF2B5EF4-FFF2-40B4-BE49-F238E27FC236}">
                <a16:creationId xmlns:a16="http://schemas.microsoft.com/office/drawing/2014/main" id="{172946E9-926A-2841-615A-08815A179AE8}"/>
              </a:ext>
            </a:extLst>
          </p:cNvPr>
          <p:cNvSpPr txBox="1"/>
          <p:nvPr/>
        </p:nvSpPr>
        <p:spPr>
          <a:xfrm>
            <a:off x="8749047" y="4157955"/>
            <a:ext cx="2721737" cy="1754326"/>
          </a:xfrm>
          <a:prstGeom prst="rect">
            <a:avLst/>
          </a:prstGeom>
          <a:noFill/>
        </p:spPr>
        <p:txBody>
          <a:bodyPr wrap="square" rtlCol="0">
            <a:spAutoFit/>
          </a:bodyPr>
          <a:lstStyle/>
          <a:p>
            <a:r>
              <a:rPr lang="zh-TW" altLang="en-US">
                <a:solidFill>
                  <a:schemeClr val="bg1"/>
                </a:solidFill>
              </a:rPr>
              <a:t>浮力艙框架</a:t>
            </a:r>
            <a:endParaRPr lang="en-US" altLang="zh-TW">
              <a:solidFill>
                <a:schemeClr val="bg1"/>
              </a:solidFill>
            </a:endParaRPr>
          </a:p>
          <a:p>
            <a:pPr marL="285750" indent="-285750">
              <a:buFont typeface="Arial" panose="020B0604020202020204" pitchFamily="34" charset="0"/>
              <a:buChar char="•"/>
            </a:pPr>
            <a:r>
              <a:rPr lang="zh-TW" altLang="en-US">
                <a:solidFill>
                  <a:schemeClr val="bg1"/>
                </a:solidFill>
              </a:rPr>
              <a:t>中孔</a:t>
            </a:r>
            <a:r>
              <a:rPr lang="en-US" altLang="zh-TW">
                <a:solidFill>
                  <a:schemeClr val="bg1"/>
                </a:solidFill>
              </a:rPr>
              <a:t>50mm</a:t>
            </a:r>
          </a:p>
          <a:p>
            <a:pPr marL="285750" indent="-285750">
              <a:buFont typeface="Arial" panose="020B0604020202020204" pitchFamily="34" charset="0"/>
              <a:buChar char="•"/>
            </a:pPr>
            <a:r>
              <a:rPr lang="zh-TW" altLang="en-US">
                <a:solidFill>
                  <a:schemeClr val="bg1"/>
                </a:solidFill>
              </a:rPr>
              <a:t>可容救生衣氣閥穿過</a:t>
            </a:r>
            <a:endParaRPr lang="en-US" altLang="zh-TW">
              <a:solidFill>
                <a:schemeClr val="bg1"/>
              </a:solidFill>
            </a:endParaRPr>
          </a:p>
          <a:p>
            <a:pPr marL="285750" indent="-285750">
              <a:buFont typeface="Arial" panose="020B0604020202020204" pitchFamily="34" charset="0"/>
              <a:buChar char="•"/>
            </a:pPr>
            <a:r>
              <a:rPr lang="zh-TW" altLang="en-US">
                <a:solidFill>
                  <a:schemeClr val="bg1"/>
                </a:solidFill>
              </a:rPr>
              <a:t>非堅固的固定在框加上使救生衣充氣時能將其頂出</a:t>
            </a:r>
          </a:p>
        </p:txBody>
      </p:sp>
    </p:spTree>
    <p:extLst>
      <p:ext uri="{BB962C8B-B14F-4D97-AF65-F5344CB8AC3E}">
        <p14:creationId xmlns:p14="http://schemas.microsoft.com/office/powerpoint/2010/main" val="35893739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43349-CECF-E1C3-301D-A084C055B44D}"/>
            </a:ext>
          </a:extLst>
        </p:cNvPr>
        <p:cNvGrpSpPr/>
        <p:nvPr/>
      </p:nvGrpSpPr>
      <p:grpSpPr>
        <a:xfrm>
          <a:off x="0" y="0"/>
          <a:ext cx="0" cy="0"/>
          <a:chOff x="0" y="0"/>
          <a:chExt cx="0" cy="0"/>
        </a:xfrm>
      </p:grpSpPr>
      <p:pic>
        <p:nvPicPr>
          <p:cNvPr id="2050" name="Picture 2" descr="在海上漂浮的未使用的色救生衣对于紧急救援至关重要概念紧急救援设备救生衣安全海上安全装备橙色救生背心水上生存装备| Premium AI">
            <a:extLst>
              <a:ext uri="{FF2B5EF4-FFF2-40B4-BE49-F238E27FC236}">
                <a16:creationId xmlns:a16="http://schemas.microsoft.com/office/drawing/2014/main" id="{2C249B6C-3A65-AF6D-6B42-D2B35433600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216"/>
          <a:stretch>
            <a:fillRect/>
          </a:stretch>
        </p:blipFill>
        <p:spPr bwMode="auto">
          <a:xfrm>
            <a:off x="4775199" y="-804410"/>
            <a:ext cx="9816057" cy="7943858"/>
          </a:xfrm>
          <a:prstGeom prst="rect">
            <a:avLst/>
          </a:prstGeom>
          <a:noFill/>
          <a:extLst>
            <a:ext uri="{909E8E84-426E-40DD-AFC4-6F175D3DCCD1}">
              <a14:hiddenFill xmlns:a14="http://schemas.microsoft.com/office/drawing/2010/main">
                <a:solidFill>
                  <a:srgbClr val="FFFFFF"/>
                </a:solidFill>
              </a14:hiddenFill>
            </a:ext>
          </a:extLst>
        </p:spPr>
      </p:pic>
      <p:sp>
        <p:nvSpPr>
          <p:cNvPr id="4" name="橢圓 3">
            <a:extLst>
              <a:ext uri="{FF2B5EF4-FFF2-40B4-BE49-F238E27FC236}">
                <a16:creationId xmlns:a16="http://schemas.microsoft.com/office/drawing/2014/main" id="{A7A68C3C-DD0E-462B-EBD6-1FCCA8F014BA}"/>
              </a:ext>
            </a:extLst>
          </p:cNvPr>
          <p:cNvSpPr/>
          <p:nvPr/>
        </p:nvSpPr>
        <p:spPr>
          <a:xfrm>
            <a:off x="-106432" y="-804410"/>
            <a:ext cx="7401997" cy="8308003"/>
          </a:xfrm>
          <a:prstGeom prst="ellipse">
            <a:avLst/>
          </a:prstGeom>
          <a:solidFill>
            <a:srgbClr val="33333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047E8A28-A6A1-326E-BC30-1B4280EF49E8}"/>
              </a:ext>
            </a:extLst>
          </p:cNvPr>
          <p:cNvSpPr>
            <a:spLocks noGrp="1"/>
          </p:cNvSpPr>
          <p:nvPr>
            <p:ph type="title"/>
          </p:nvPr>
        </p:nvSpPr>
        <p:spPr>
          <a:xfrm>
            <a:off x="-2050338" y="1387869"/>
            <a:ext cx="10515600" cy="2852737"/>
          </a:xfrm>
        </p:spPr>
        <p:txBody>
          <a:bodyPr/>
          <a:lstStyle/>
          <a:p>
            <a:r>
              <a:rPr lang="zh-TW" altLang="en-US"/>
              <a:t>浮力裝置</a:t>
            </a:r>
          </a:p>
        </p:txBody>
      </p:sp>
      <p:sp>
        <p:nvSpPr>
          <p:cNvPr id="3" name="文字版面配置區 2">
            <a:extLst>
              <a:ext uri="{FF2B5EF4-FFF2-40B4-BE49-F238E27FC236}">
                <a16:creationId xmlns:a16="http://schemas.microsoft.com/office/drawing/2014/main" id="{A9F0A187-374D-B636-6EE5-73C590B9DDED}"/>
              </a:ext>
            </a:extLst>
          </p:cNvPr>
          <p:cNvSpPr>
            <a:spLocks noGrp="1"/>
          </p:cNvSpPr>
          <p:nvPr>
            <p:ph type="body" idx="1"/>
          </p:nvPr>
        </p:nvSpPr>
        <p:spPr>
          <a:xfrm>
            <a:off x="-2350262" y="3819158"/>
            <a:ext cx="10515600" cy="1500187"/>
          </a:xfrm>
        </p:spPr>
        <p:txBody>
          <a:bodyPr/>
          <a:lstStyle/>
          <a:p>
            <a:pPr algn="ctr"/>
            <a:r>
              <a:rPr lang="zh-TW" altLang="en-US"/>
              <a:t>使用市售救生衣，穩定可靠</a:t>
            </a:r>
          </a:p>
        </p:txBody>
      </p:sp>
    </p:spTree>
    <p:extLst>
      <p:ext uri="{BB962C8B-B14F-4D97-AF65-F5344CB8AC3E}">
        <p14:creationId xmlns:p14="http://schemas.microsoft.com/office/powerpoint/2010/main" val="291798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5517F-F816-2BA8-94AE-CD12FAA30F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4BA46EF-B32E-F83D-06B5-5CF0B473228D}"/>
              </a:ext>
            </a:extLst>
          </p:cNvPr>
          <p:cNvSpPr>
            <a:spLocks noGrp="1"/>
          </p:cNvSpPr>
          <p:nvPr>
            <p:ph type="title"/>
          </p:nvPr>
        </p:nvSpPr>
        <p:spPr/>
        <p:txBody>
          <a:bodyPr/>
          <a:lstStyle/>
          <a:p>
            <a:r>
              <a:rPr lang="zh-TW" altLang="en-US"/>
              <a:t>浮力裝置</a:t>
            </a:r>
            <a:r>
              <a:rPr lang="en-US" altLang="zh-TW">
                <a:solidFill>
                  <a:srgbClr val="FF0000"/>
                </a:solidFill>
              </a:rPr>
              <a:t>(</a:t>
            </a:r>
            <a:r>
              <a:rPr lang="zh-TW" altLang="en-US">
                <a:solidFill>
                  <a:srgbClr val="FF0000"/>
                </a:solidFill>
              </a:rPr>
              <a:t>浮力計算未完成</a:t>
            </a:r>
            <a:r>
              <a:rPr lang="en-US" altLang="zh-TW">
                <a:solidFill>
                  <a:srgbClr val="FF0000"/>
                </a:solidFill>
              </a:rPr>
              <a:t>)</a:t>
            </a:r>
            <a:endParaRPr lang="en-US">
              <a:solidFill>
                <a:srgbClr val="FF0000"/>
              </a:solidFill>
            </a:endParaRPr>
          </a:p>
        </p:txBody>
      </p:sp>
      <p:sp>
        <p:nvSpPr>
          <p:cNvPr id="4" name="Text Placeholder 3">
            <a:extLst>
              <a:ext uri="{FF2B5EF4-FFF2-40B4-BE49-F238E27FC236}">
                <a16:creationId xmlns:a16="http://schemas.microsoft.com/office/drawing/2014/main" id="{778C982B-4FBF-6CAC-D7D8-465E6F2F81C8}"/>
              </a:ext>
            </a:extLst>
          </p:cNvPr>
          <p:cNvSpPr>
            <a:spLocks noGrp="1"/>
          </p:cNvSpPr>
          <p:nvPr>
            <p:ph type="body" sz="quarter" idx="10"/>
          </p:nvPr>
        </p:nvSpPr>
        <p:spPr/>
        <p:txBody>
          <a:bodyPr>
            <a:normAutofit fontScale="92500" lnSpcReduction="10000"/>
          </a:bodyPr>
          <a:lstStyle/>
          <a:p>
            <a:r>
              <a:rPr lang="zh-TW" altLang="en-US">
                <a:solidFill>
                  <a:srgbClr val="66FFCC"/>
                </a:solidFill>
              </a:rPr>
              <a:t>浮力子系統</a:t>
            </a:r>
            <a:endParaRPr lang="en-US">
              <a:solidFill>
                <a:srgbClr val="66FFCC"/>
              </a:solidFill>
            </a:endParaRPr>
          </a:p>
        </p:txBody>
      </p:sp>
      <p:pic>
        <p:nvPicPr>
          <p:cNvPr id="6" name="圖片 5" descr="一張含有 個人防護裝備, 救生衣 的圖片&#10;&#10;AI 產生的內容可能不正確。">
            <a:extLst>
              <a:ext uri="{FF2B5EF4-FFF2-40B4-BE49-F238E27FC236}">
                <a16:creationId xmlns:a16="http://schemas.microsoft.com/office/drawing/2014/main" id="{9D30EBB8-A139-5596-92D9-95A0CF749B3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268" b="93875" l="9986" r="89872">
                        <a14:foregroundMark x1="38088" y1="10399" x2="41797" y2="9829"/>
                        <a14:foregroundMark x1="60342" y1="7692" x2="56205" y2="9117"/>
                        <a14:foregroundMark x1="42225" y1="7265" x2="39230" y2="7692"/>
                        <a14:foregroundMark x1="60628" y1="6410" x2="61484" y2="7265"/>
                        <a14:foregroundMark x1="70899" y1="66524" x2="74750" y2="78063"/>
                        <a14:foregroundMark x1="78887" y1="84758" x2="83738" y2="93447"/>
                        <a14:foregroundMark x1="83738" y1="93447" x2="84736" y2="93875"/>
                      </a14:backgroundRemoval>
                    </a14:imgEffect>
                  </a14:imgLayer>
                </a14:imgProps>
              </a:ext>
            </a:extLst>
          </a:blip>
          <a:stretch>
            <a:fillRect/>
          </a:stretch>
        </p:blipFill>
        <p:spPr>
          <a:xfrm>
            <a:off x="788276" y="2104365"/>
            <a:ext cx="3768125" cy="3773500"/>
          </a:xfrm>
          <a:prstGeom prst="rect">
            <a:avLst/>
          </a:prstGeom>
        </p:spPr>
      </p:pic>
      <p:sp>
        <p:nvSpPr>
          <p:cNvPr id="7" name="文字方塊 6">
            <a:extLst>
              <a:ext uri="{FF2B5EF4-FFF2-40B4-BE49-F238E27FC236}">
                <a16:creationId xmlns:a16="http://schemas.microsoft.com/office/drawing/2014/main" id="{551059BE-444F-1A84-24BB-387422549C67}"/>
              </a:ext>
            </a:extLst>
          </p:cNvPr>
          <p:cNvSpPr txBox="1"/>
          <p:nvPr/>
        </p:nvSpPr>
        <p:spPr>
          <a:xfrm>
            <a:off x="1154036" y="1405189"/>
            <a:ext cx="4988210" cy="738664"/>
          </a:xfrm>
          <a:prstGeom prst="rect">
            <a:avLst/>
          </a:prstGeom>
          <a:noFill/>
        </p:spPr>
        <p:txBody>
          <a:bodyPr wrap="square" rtlCol="0">
            <a:spAutoFit/>
          </a:bodyPr>
          <a:lstStyle/>
          <a:p>
            <a:r>
              <a:rPr lang="zh-TW" altLang="en-US" sz="2400">
                <a:solidFill>
                  <a:schemeClr val="bg1"/>
                </a:solidFill>
              </a:rPr>
              <a:t>自動充氣救生衣</a:t>
            </a:r>
            <a:endParaRPr lang="en-US" altLang="zh-TW" sz="2400">
              <a:solidFill>
                <a:schemeClr val="bg1"/>
              </a:solidFill>
            </a:endParaRPr>
          </a:p>
          <a:p>
            <a:r>
              <a:rPr lang="zh-TW" altLang="en-US">
                <a:solidFill>
                  <a:srgbClr val="FFC000"/>
                </a:solidFill>
              </a:rPr>
              <a:t>可提供</a:t>
            </a:r>
            <a:r>
              <a:rPr lang="en-US" altLang="zh-TW">
                <a:solidFill>
                  <a:srgbClr val="FFC000"/>
                </a:solidFill>
              </a:rPr>
              <a:t>150N</a:t>
            </a:r>
            <a:r>
              <a:rPr lang="zh-TW" altLang="en-US">
                <a:solidFill>
                  <a:srgbClr val="FFC000"/>
                </a:solidFill>
              </a:rPr>
              <a:t>浮力，由水敏藥片觸發</a:t>
            </a:r>
            <a:endParaRPr lang="zh-TW" altLang="en-US" sz="2400">
              <a:solidFill>
                <a:srgbClr val="FFC000"/>
              </a:solidFill>
            </a:endParaRPr>
          </a:p>
        </p:txBody>
      </p:sp>
      <p:graphicFrame>
        <p:nvGraphicFramePr>
          <p:cNvPr id="8" name="表格 7">
            <a:extLst>
              <a:ext uri="{FF2B5EF4-FFF2-40B4-BE49-F238E27FC236}">
                <a16:creationId xmlns:a16="http://schemas.microsoft.com/office/drawing/2014/main" id="{D290CCE3-041D-037A-0642-6C4E24F3EFEF}"/>
              </a:ext>
            </a:extLst>
          </p:cNvPr>
          <p:cNvGraphicFramePr>
            <a:graphicFrameLocks noGrp="1"/>
          </p:cNvGraphicFramePr>
          <p:nvPr>
            <p:extLst>
              <p:ext uri="{D42A27DB-BD31-4B8C-83A1-F6EECF244321}">
                <p14:modId xmlns:p14="http://schemas.microsoft.com/office/powerpoint/2010/main" val="4021828513"/>
              </p:ext>
            </p:extLst>
          </p:nvPr>
        </p:nvGraphicFramePr>
        <p:xfrm>
          <a:off x="5091212" y="1545512"/>
          <a:ext cx="5946752" cy="4930695"/>
        </p:xfrm>
        <a:graphic>
          <a:graphicData uri="http://schemas.openxmlformats.org/drawingml/2006/table">
            <a:tbl>
              <a:tblPr firstRow="1" bandRow="1">
                <a:tableStyleId>{5C22544A-7EE6-4342-B048-85BDC9FD1C3A}</a:tableStyleId>
              </a:tblPr>
              <a:tblGrid>
                <a:gridCol w="1486688">
                  <a:extLst>
                    <a:ext uri="{9D8B030D-6E8A-4147-A177-3AD203B41FA5}">
                      <a16:colId xmlns:a16="http://schemas.microsoft.com/office/drawing/2014/main" val="2112666173"/>
                    </a:ext>
                  </a:extLst>
                </a:gridCol>
                <a:gridCol w="1486688">
                  <a:extLst>
                    <a:ext uri="{9D8B030D-6E8A-4147-A177-3AD203B41FA5}">
                      <a16:colId xmlns:a16="http://schemas.microsoft.com/office/drawing/2014/main" val="1841284389"/>
                    </a:ext>
                  </a:extLst>
                </a:gridCol>
                <a:gridCol w="1486688">
                  <a:extLst>
                    <a:ext uri="{9D8B030D-6E8A-4147-A177-3AD203B41FA5}">
                      <a16:colId xmlns:a16="http://schemas.microsoft.com/office/drawing/2014/main" val="2110584671"/>
                    </a:ext>
                  </a:extLst>
                </a:gridCol>
                <a:gridCol w="1486688">
                  <a:extLst>
                    <a:ext uri="{9D8B030D-6E8A-4147-A177-3AD203B41FA5}">
                      <a16:colId xmlns:a16="http://schemas.microsoft.com/office/drawing/2014/main" val="909998504"/>
                    </a:ext>
                  </a:extLst>
                </a:gridCol>
              </a:tblGrid>
              <a:tr h="986139">
                <a:tc>
                  <a:txBody>
                    <a:bodyPr/>
                    <a:lstStyle/>
                    <a:p>
                      <a:r>
                        <a:rPr lang="zh-TW" altLang="en-US"/>
                        <a:t>部件</a:t>
                      </a:r>
                    </a:p>
                  </a:txBody>
                  <a:tcPr/>
                </a:tc>
                <a:tc>
                  <a:txBody>
                    <a:bodyPr/>
                    <a:lstStyle/>
                    <a:p>
                      <a:r>
                        <a:rPr lang="zh-TW" altLang="en-US"/>
                        <a:t>體積</a:t>
                      </a:r>
                      <a:r>
                        <a:rPr lang="en-US" altLang="zh-TW"/>
                        <a:t>/</a:t>
                      </a:r>
                      <a:r>
                        <a:rPr lang="zh-TW" altLang="en-US"/>
                        <a:t>浮力</a:t>
                      </a:r>
                    </a:p>
                  </a:txBody>
                  <a:tcPr/>
                </a:tc>
                <a:tc>
                  <a:txBody>
                    <a:bodyPr/>
                    <a:lstStyle/>
                    <a:p>
                      <a:r>
                        <a:rPr lang="zh-TW" altLang="en-US"/>
                        <a:t>重量</a:t>
                      </a:r>
                    </a:p>
                  </a:txBody>
                  <a:tcPr/>
                </a:tc>
                <a:tc>
                  <a:txBody>
                    <a:bodyPr/>
                    <a:lstStyle/>
                    <a:p>
                      <a:r>
                        <a:rPr lang="zh-TW" altLang="en-US"/>
                        <a:t>結餘</a:t>
                      </a:r>
                    </a:p>
                  </a:txBody>
                  <a:tcPr/>
                </a:tc>
                <a:extLst>
                  <a:ext uri="{0D108BD9-81ED-4DB2-BD59-A6C34878D82A}">
                    <a16:rowId xmlns:a16="http://schemas.microsoft.com/office/drawing/2014/main" val="2567456816"/>
                  </a:ext>
                </a:extLst>
              </a:tr>
              <a:tr h="986139">
                <a:tc>
                  <a:txBody>
                    <a:bodyPr/>
                    <a:lstStyle/>
                    <a:p>
                      <a:r>
                        <a:rPr lang="zh-TW" altLang="en-US"/>
                        <a:t>水密艙室</a:t>
                      </a:r>
                    </a:p>
                  </a:txBody>
                  <a:tcPr/>
                </a:tc>
                <a:tc>
                  <a:txBody>
                    <a:bodyPr/>
                    <a:lstStyle/>
                    <a:p>
                      <a:r>
                        <a:rPr lang="en-US" altLang="zh-TW"/>
                        <a:t>30N</a:t>
                      </a:r>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2507993411"/>
                  </a:ext>
                </a:extLst>
              </a:tr>
              <a:tr h="986139">
                <a:tc>
                  <a:txBody>
                    <a:bodyPr/>
                    <a:lstStyle/>
                    <a:p>
                      <a:r>
                        <a:rPr lang="zh-TW" altLang="en-US"/>
                        <a:t>非水密部件</a:t>
                      </a:r>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3487086173"/>
                  </a:ext>
                </a:extLst>
              </a:tr>
              <a:tr h="986139">
                <a:tc>
                  <a:txBody>
                    <a:bodyPr/>
                    <a:lstStyle/>
                    <a:p>
                      <a:r>
                        <a:rPr lang="zh-TW" altLang="en-US"/>
                        <a:t>救生衣</a:t>
                      </a:r>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967968294"/>
                  </a:ext>
                </a:extLst>
              </a:tr>
              <a:tr h="986139">
                <a:tc>
                  <a:txBody>
                    <a:bodyPr/>
                    <a:lstStyle/>
                    <a:p>
                      <a:r>
                        <a:rPr lang="zh-TW" altLang="en-US"/>
                        <a:t>總和</a:t>
                      </a:r>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3490017982"/>
                  </a:ext>
                </a:extLst>
              </a:tr>
            </a:tbl>
          </a:graphicData>
        </a:graphic>
      </p:graphicFrame>
    </p:spTree>
    <p:extLst>
      <p:ext uri="{BB962C8B-B14F-4D97-AF65-F5344CB8AC3E}">
        <p14:creationId xmlns:p14="http://schemas.microsoft.com/office/powerpoint/2010/main" val="2272746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4BB5F-E330-8569-1B1D-DC8CBB813C9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5F21D4-5492-4309-44CF-D5E6B87CEA31}"/>
              </a:ext>
            </a:extLst>
          </p:cNvPr>
          <p:cNvSpPr>
            <a:spLocks noGrp="1"/>
          </p:cNvSpPr>
          <p:nvPr>
            <p:ph type="title"/>
          </p:nvPr>
        </p:nvSpPr>
        <p:spPr/>
        <p:txBody>
          <a:bodyPr/>
          <a:lstStyle/>
          <a:p>
            <a:r>
              <a:rPr lang="zh-TW" altLang="en-US"/>
              <a:t>浮力裝置艙</a:t>
            </a:r>
            <a:r>
              <a:rPr lang="en-US" altLang="zh-TW"/>
              <a:t>/</a:t>
            </a:r>
            <a:r>
              <a:rPr lang="zh-TW" altLang="en-US"/>
              <a:t>釋放</a:t>
            </a:r>
            <a:endParaRPr lang="en-US"/>
          </a:p>
        </p:txBody>
      </p:sp>
      <p:sp>
        <p:nvSpPr>
          <p:cNvPr id="4" name="Text Placeholder 3">
            <a:extLst>
              <a:ext uri="{FF2B5EF4-FFF2-40B4-BE49-F238E27FC236}">
                <a16:creationId xmlns:a16="http://schemas.microsoft.com/office/drawing/2014/main" id="{2AFFD132-F71B-BE8B-3A74-B49C61BF80E7}"/>
              </a:ext>
            </a:extLst>
          </p:cNvPr>
          <p:cNvSpPr>
            <a:spLocks noGrp="1"/>
          </p:cNvSpPr>
          <p:nvPr>
            <p:ph type="body" sz="quarter" idx="10"/>
          </p:nvPr>
        </p:nvSpPr>
        <p:spPr/>
        <p:txBody>
          <a:bodyPr>
            <a:normAutofit fontScale="92500" lnSpcReduction="10000"/>
          </a:bodyPr>
          <a:lstStyle/>
          <a:p>
            <a:r>
              <a:rPr lang="zh-TW" altLang="en-US">
                <a:solidFill>
                  <a:schemeClr val="accent6"/>
                </a:solidFill>
              </a:rPr>
              <a:t>浮力子系統</a:t>
            </a:r>
            <a:endParaRPr lang="en-US">
              <a:solidFill>
                <a:schemeClr val="accent6"/>
              </a:solidFill>
            </a:endParaRPr>
          </a:p>
        </p:txBody>
      </p:sp>
      <p:pic>
        <p:nvPicPr>
          <p:cNvPr id="6" name="圖片 5" descr="一張含有 圓形, 設計, 駕駛 的圖片&#10;&#10;AI 產生的內容可能不正確。">
            <a:extLst>
              <a:ext uri="{FF2B5EF4-FFF2-40B4-BE49-F238E27FC236}">
                <a16:creationId xmlns:a16="http://schemas.microsoft.com/office/drawing/2014/main" id="{8390A6AD-A0E1-9AFC-8BD7-44600594A24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847" b="91685" l="9828" r="94428">
                        <a14:foregroundMark x1="10233" y1="68818" x2="23607" y2="91357"/>
                        <a14:foregroundMark x1="23607" y1="91357" x2="26342" y2="91685"/>
                        <a14:foregroundMark x1="79635" y1="23085" x2="89564" y2="37746"/>
                        <a14:foregroundMark x1="90780" y1="35777" x2="94428" y2="36761"/>
                      </a14:backgroundRemoval>
                    </a14:imgEffect>
                  </a14:imgLayer>
                </a14:imgProps>
              </a:ext>
            </a:extLst>
          </a:blip>
          <a:stretch>
            <a:fillRect/>
          </a:stretch>
        </p:blipFill>
        <p:spPr>
          <a:xfrm>
            <a:off x="628712" y="2396631"/>
            <a:ext cx="3532722" cy="3271437"/>
          </a:xfrm>
          <a:prstGeom prst="rect">
            <a:avLst/>
          </a:prstGeom>
        </p:spPr>
      </p:pic>
      <p:pic>
        <p:nvPicPr>
          <p:cNvPr id="8" name="圖片 7" descr="一張含有 設計, 駕駛 的圖片&#10;&#10;AI 產生的內容可能不正確。">
            <a:extLst>
              <a:ext uri="{FF2B5EF4-FFF2-40B4-BE49-F238E27FC236}">
                <a16:creationId xmlns:a16="http://schemas.microsoft.com/office/drawing/2014/main" id="{EAD62B25-3FC9-41E7-DA98-A69206505B8F}"/>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544" b="92407" l="9819" r="97330">
                        <a14:foregroundMark x1="23514" y1="92149" x2="27476" y2="92535"/>
                        <a14:foregroundMark x1="75314" y1="17058" x2="76400" y2="22523"/>
                        <a14:foregroundMark x1="73127" y1="6049" x2="74041" y2="10649"/>
                        <a14:foregroundMark x1="81467" y1="26275" x2="85870" y2="29535"/>
                        <a14:foregroundMark x1="76400" y1="22523" x2="78092" y2="23776"/>
                        <a14:foregroundMark x1="93397" y1="20533" x2="97416" y2="15444"/>
                        <a14:foregroundMark x1="86133" y1="29730" x2="86656" y2="29067"/>
                        <a14:foregroundMark x1="73557" y1="7207" x2="80017" y2="1544"/>
                        <a14:backgroundMark x1="74419" y1="14543" x2="77003" y2="14157"/>
                        <a14:backgroundMark x1="74332" y1="12741" x2="76227" y2="12999"/>
                        <a14:backgroundMark x1="74160" y1="12741" x2="75624" y2="12613"/>
                        <a14:backgroundMark x1="73643" y1="11583" x2="74849" y2="11583"/>
                        <a14:backgroundMark x1="79759" y1="20463" x2="80879" y2="26512"/>
                        <a14:backgroundMark x1="85185" y1="31660" x2="87511" y2="29730"/>
                        <a14:backgroundMark x1="86047" y1="31145" x2="92851" y2="22394"/>
                      </a14:backgroundRemoval>
                    </a14:imgEffect>
                  </a14:imgLayer>
                </a14:imgProps>
              </a:ext>
            </a:extLst>
          </a:blip>
          <a:stretch>
            <a:fillRect/>
          </a:stretch>
        </p:blipFill>
        <p:spPr>
          <a:xfrm>
            <a:off x="3697502" y="2396631"/>
            <a:ext cx="4888208" cy="3271437"/>
          </a:xfrm>
          <a:prstGeom prst="rect">
            <a:avLst/>
          </a:prstGeom>
        </p:spPr>
      </p:pic>
      <p:sp>
        <p:nvSpPr>
          <p:cNvPr id="9" name="文字方塊 8">
            <a:extLst>
              <a:ext uri="{FF2B5EF4-FFF2-40B4-BE49-F238E27FC236}">
                <a16:creationId xmlns:a16="http://schemas.microsoft.com/office/drawing/2014/main" id="{AED761FE-1C6B-E443-9B65-921BC4DE7DB9}"/>
              </a:ext>
            </a:extLst>
          </p:cNvPr>
          <p:cNvSpPr txBox="1"/>
          <p:nvPr/>
        </p:nvSpPr>
        <p:spPr>
          <a:xfrm>
            <a:off x="628712" y="1649401"/>
            <a:ext cx="3902299" cy="369332"/>
          </a:xfrm>
          <a:prstGeom prst="rect">
            <a:avLst/>
          </a:prstGeom>
          <a:noFill/>
        </p:spPr>
        <p:txBody>
          <a:bodyPr wrap="square" rtlCol="0">
            <a:spAutoFit/>
          </a:bodyPr>
          <a:lstStyle/>
          <a:p>
            <a:r>
              <a:rPr lang="en-US" altLang="zh-TW">
                <a:solidFill>
                  <a:schemeClr val="bg1"/>
                </a:solidFill>
              </a:rPr>
              <a:t>1.</a:t>
            </a:r>
            <a:r>
              <a:rPr lang="zh-TW" altLang="en-US">
                <a:solidFill>
                  <a:schemeClr val="bg1"/>
                </a:solidFill>
              </a:rPr>
              <a:t>主傘開傘後，主傘艙框架脫出</a:t>
            </a:r>
            <a:endParaRPr lang="en-US" altLang="zh-TW">
              <a:solidFill>
                <a:schemeClr val="bg1"/>
              </a:solidFill>
            </a:endParaRPr>
          </a:p>
        </p:txBody>
      </p:sp>
      <p:sp>
        <p:nvSpPr>
          <p:cNvPr id="10" name="文字方塊 9">
            <a:extLst>
              <a:ext uri="{FF2B5EF4-FFF2-40B4-BE49-F238E27FC236}">
                <a16:creationId xmlns:a16="http://schemas.microsoft.com/office/drawing/2014/main" id="{5987A612-C161-D159-9969-FE672F9897FA}"/>
              </a:ext>
            </a:extLst>
          </p:cNvPr>
          <p:cNvSpPr txBox="1"/>
          <p:nvPr/>
        </p:nvSpPr>
        <p:spPr>
          <a:xfrm>
            <a:off x="4531011" y="1533289"/>
            <a:ext cx="3902299" cy="646331"/>
          </a:xfrm>
          <a:prstGeom prst="rect">
            <a:avLst/>
          </a:prstGeom>
          <a:noFill/>
        </p:spPr>
        <p:txBody>
          <a:bodyPr wrap="square" rtlCol="0">
            <a:spAutoFit/>
          </a:bodyPr>
          <a:lstStyle/>
          <a:p>
            <a:r>
              <a:rPr lang="en-US" altLang="zh-TW">
                <a:solidFill>
                  <a:schemeClr val="bg1"/>
                </a:solidFill>
              </a:rPr>
              <a:t>2.</a:t>
            </a:r>
            <a:r>
              <a:rPr lang="zh-TW" altLang="en-US">
                <a:solidFill>
                  <a:schemeClr val="bg1"/>
                </a:solidFill>
              </a:rPr>
              <a:t>浮力倉隔板框架下墜時自動脫落或由救生衣充氣頂出</a:t>
            </a:r>
            <a:endParaRPr lang="en-US" altLang="zh-TW">
              <a:solidFill>
                <a:schemeClr val="bg1"/>
              </a:solidFill>
            </a:endParaRPr>
          </a:p>
        </p:txBody>
      </p:sp>
      <p:sp>
        <p:nvSpPr>
          <p:cNvPr id="11" name="文字方塊 10">
            <a:extLst>
              <a:ext uri="{FF2B5EF4-FFF2-40B4-BE49-F238E27FC236}">
                <a16:creationId xmlns:a16="http://schemas.microsoft.com/office/drawing/2014/main" id="{0823175E-5F44-BF9C-B509-EF477C0E58C4}"/>
              </a:ext>
            </a:extLst>
          </p:cNvPr>
          <p:cNvSpPr txBox="1"/>
          <p:nvPr/>
        </p:nvSpPr>
        <p:spPr>
          <a:xfrm>
            <a:off x="8804802" y="1475533"/>
            <a:ext cx="3330058" cy="646331"/>
          </a:xfrm>
          <a:prstGeom prst="rect">
            <a:avLst/>
          </a:prstGeom>
          <a:noFill/>
        </p:spPr>
        <p:txBody>
          <a:bodyPr wrap="square" rtlCol="0">
            <a:spAutoFit/>
          </a:bodyPr>
          <a:lstStyle/>
          <a:p>
            <a:r>
              <a:rPr lang="en-US" altLang="zh-TW">
                <a:solidFill>
                  <a:schemeClr val="bg1"/>
                </a:solidFill>
              </a:rPr>
              <a:t>3.</a:t>
            </a:r>
            <a:r>
              <a:rPr lang="zh-TW" altLang="en-US">
                <a:solidFill>
                  <a:schemeClr val="bg1"/>
                </a:solidFill>
              </a:rPr>
              <a:t>救生衣連接著底座於箭體外提供浮力</a:t>
            </a:r>
            <a:endParaRPr lang="en-US" altLang="zh-TW">
              <a:solidFill>
                <a:schemeClr val="bg1"/>
              </a:solidFill>
            </a:endParaRPr>
          </a:p>
        </p:txBody>
      </p:sp>
      <mc:AlternateContent xmlns:mc="http://schemas.openxmlformats.org/markup-compatibility/2006" xmlns:p14="http://schemas.microsoft.com/office/powerpoint/2010/main">
        <mc:Choice Requires="p14">
          <p:contentPart p14:bwMode="auto" r:id="rId6">
            <p14:nvContentPartPr>
              <p14:cNvPr id="13" name="筆跡 12">
                <a:extLst>
                  <a:ext uri="{FF2B5EF4-FFF2-40B4-BE49-F238E27FC236}">
                    <a16:creationId xmlns:a16="http://schemas.microsoft.com/office/drawing/2014/main" id="{9F481ECB-4BF9-48A8-7FFF-A844B6967A95}"/>
                  </a:ext>
                </a:extLst>
              </p14:cNvPr>
              <p14:cNvContentPartPr/>
              <p14:nvPr/>
            </p14:nvContentPartPr>
            <p14:xfrm>
              <a:off x="1621060" y="2952307"/>
              <a:ext cx="2511720" cy="1763280"/>
            </p14:xfrm>
          </p:contentPart>
        </mc:Choice>
        <mc:Fallback xmlns="">
          <p:pic>
            <p:nvPicPr>
              <p:cNvPr id="13" name="筆跡 12">
                <a:extLst>
                  <a:ext uri="{FF2B5EF4-FFF2-40B4-BE49-F238E27FC236}">
                    <a16:creationId xmlns:a16="http://schemas.microsoft.com/office/drawing/2014/main" id="{9F481ECB-4BF9-48A8-7FFF-A844B6967A95}"/>
                  </a:ext>
                </a:extLst>
              </p:cNvPr>
              <p:cNvPicPr/>
              <p:nvPr/>
            </p:nvPicPr>
            <p:blipFill>
              <a:blip r:embed="rId7"/>
              <a:stretch>
                <a:fillRect/>
              </a:stretch>
            </p:blipFill>
            <p:spPr>
              <a:xfrm>
                <a:off x="1603060" y="2934307"/>
                <a:ext cx="2547360" cy="1798920"/>
              </a:xfrm>
              <a:prstGeom prst="rect">
                <a:avLst/>
              </a:prstGeom>
            </p:spPr>
          </p:pic>
        </mc:Fallback>
      </mc:AlternateContent>
      <p:grpSp>
        <p:nvGrpSpPr>
          <p:cNvPr id="37" name="群組 36">
            <a:extLst>
              <a:ext uri="{FF2B5EF4-FFF2-40B4-BE49-F238E27FC236}">
                <a16:creationId xmlns:a16="http://schemas.microsoft.com/office/drawing/2014/main" id="{85D8D3F8-6B9F-3E80-03F2-E47B4F54B6E4}"/>
              </a:ext>
            </a:extLst>
          </p:cNvPr>
          <p:cNvGrpSpPr/>
          <p:nvPr/>
        </p:nvGrpSpPr>
        <p:grpSpPr>
          <a:xfrm>
            <a:off x="3854140" y="2213587"/>
            <a:ext cx="793800" cy="863280"/>
            <a:chOff x="3854140" y="2213587"/>
            <a:chExt cx="793800" cy="863280"/>
          </a:xfrm>
        </p:grpSpPr>
        <mc:AlternateContent xmlns:mc="http://schemas.openxmlformats.org/markup-compatibility/2006" xmlns:p14="http://schemas.microsoft.com/office/powerpoint/2010/main">
          <mc:Choice Requires="p14">
            <p:contentPart p14:bwMode="auto" r:id="rId8">
              <p14:nvContentPartPr>
                <p14:cNvPr id="14" name="筆跡 13">
                  <a:extLst>
                    <a:ext uri="{FF2B5EF4-FFF2-40B4-BE49-F238E27FC236}">
                      <a16:creationId xmlns:a16="http://schemas.microsoft.com/office/drawing/2014/main" id="{02CF61D0-3FB0-5786-C9B5-DF23997BC278}"/>
                    </a:ext>
                  </a:extLst>
                </p14:cNvPr>
                <p14:cNvContentPartPr/>
                <p14:nvPr/>
              </p14:nvContentPartPr>
              <p14:xfrm>
                <a:off x="3932980" y="2579707"/>
                <a:ext cx="167760" cy="407520"/>
              </p14:xfrm>
            </p:contentPart>
          </mc:Choice>
          <mc:Fallback xmlns="">
            <p:pic>
              <p:nvPicPr>
                <p:cNvPr id="14" name="筆跡 13">
                  <a:extLst>
                    <a:ext uri="{FF2B5EF4-FFF2-40B4-BE49-F238E27FC236}">
                      <a16:creationId xmlns:a16="http://schemas.microsoft.com/office/drawing/2014/main" id="{02CF61D0-3FB0-5786-C9B5-DF23997BC278}"/>
                    </a:ext>
                  </a:extLst>
                </p:cNvPr>
                <p:cNvPicPr/>
                <p:nvPr/>
              </p:nvPicPr>
              <p:blipFill>
                <a:blip r:embed="rId9"/>
                <a:stretch>
                  <a:fillRect/>
                </a:stretch>
              </p:blipFill>
              <p:spPr>
                <a:xfrm>
                  <a:off x="3914980" y="2561707"/>
                  <a:ext cx="20340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筆跡 14">
                  <a:extLst>
                    <a:ext uri="{FF2B5EF4-FFF2-40B4-BE49-F238E27FC236}">
                      <a16:creationId xmlns:a16="http://schemas.microsoft.com/office/drawing/2014/main" id="{F14668D5-2321-311F-C49B-F202AFCEC27E}"/>
                    </a:ext>
                  </a:extLst>
                </p14:cNvPr>
                <p14:cNvContentPartPr/>
                <p14:nvPr/>
              </p14:nvContentPartPr>
              <p14:xfrm>
                <a:off x="4118020" y="2478547"/>
                <a:ext cx="181440" cy="424440"/>
              </p14:xfrm>
            </p:contentPart>
          </mc:Choice>
          <mc:Fallback xmlns="">
            <p:pic>
              <p:nvPicPr>
                <p:cNvPr id="15" name="筆跡 14">
                  <a:extLst>
                    <a:ext uri="{FF2B5EF4-FFF2-40B4-BE49-F238E27FC236}">
                      <a16:creationId xmlns:a16="http://schemas.microsoft.com/office/drawing/2014/main" id="{F14668D5-2321-311F-C49B-F202AFCEC27E}"/>
                    </a:ext>
                  </a:extLst>
                </p:cNvPr>
                <p:cNvPicPr/>
                <p:nvPr/>
              </p:nvPicPr>
              <p:blipFill>
                <a:blip r:embed="rId11"/>
                <a:stretch>
                  <a:fillRect/>
                </a:stretch>
              </p:blipFill>
              <p:spPr>
                <a:xfrm>
                  <a:off x="4100020" y="2460547"/>
                  <a:ext cx="217080" cy="460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筆跡 16">
                  <a:extLst>
                    <a:ext uri="{FF2B5EF4-FFF2-40B4-BE49-F238E27FC236}">
                      <a16:creationId xmlns:a16="http://schemas.microsoft.com/office/drawing/2014/main" id="{D071DE80-5038-AD09-E19E-399EEFD0ADF6}"/>
                    </a:ext>
                  </a:extLst>
                </p14:cNvPr>
                <p14:cNvContentPartPr/>
                <p14:nvPr/>
              </p14:nvContentPartPr>
              <p14:xfrm>
                <a:off x="3854140" y="2213587"/>
                <a:ext cx="498960" cy="360360"/>
              </p14:xfrm>
            </p:contentPart>
          </mc:Choice>
          <mc:Fallback xmlns="">
            <p:pic>
              <p:nvPicPr>
                <p:cNvPr id="17" name="筆跡 16">
                  <a:extLst>
                    <a:ext uri="{FF2B5EF4-FFF2-40B4-BE49-F238E27FC236}">
                      <a16:creationId xmlns:a16="http://schemas.microsoft.com/office/drawing/2014/main" id="{D071DE80-5038-AD09-E19E-399EEFD0ADF6}"/>
                    </a:ext>
                  </a:extLst>
                </p:cNvPr>
                <p:cNvPicPr/>
                <p:nvPr/>
              </p:nvPicPr>
              <p:blipFill>
                <a:blip r:embed="rId13"/>
                <a:stretch>
                  <a:fillRect/>
                </a:stretch>
              </p:blipFill>
              <p:spPr>
                <a:xfrm>
                  <a:off x="3836140" y="2195605"/>
                  <a:ext cx="534600" cy="395964"/>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筆跡 17">
                  <a:extLst>
                    <a:ext uri="{FF2B5EF4-FFF2-40B4-BE49-F238E27FC236}">
                      <a16:creationId xmlns:a16="http://schemas.microsoft.com/office/drawing/2014/main" id="{41982DEB-CAD5-A462-9F99-DF5149486D32}"/>
                    </a:ext>
                  </a:extLst>
                </p14:cNvPr>
                <p14:cNvContentPartPr/>
                <p14:nvPr/>
              </p14:nvContentPartPr>
              <p14:xfrm>
                <a:off x="3869980" y="2428507"/>
                <a:ext cx="523440" cy="167760"/>
              </p14:xfrm>
            </p:contentPart>
          </mc:Choice>
          <mc:Fallback xmlns="">
            <p:pic>
              <p:nvPicPr>
                <p:cNvPr id="18" name="筆跡 17">
                  <a:extLst>
                    <a:ext uri="{FF2B5EF4-FFF2-40B4-BE49-F238E27FC236}">
                      <a16:creationId xmlns:a16="http://schemas.microsoft.com/office/drawing/2014/main" id="{41982DEB-CAD5-A462-9F99-DF5149486D32}"/>
                    </a:ext>
                  </a:extLst>
                </p:cNvPr>
                <p:cNvPicPr/>
                <p:nvPr/>
              </p:nvPicPr>
              <p:blipFill>
                <a:blip r:embed="rId15"/>
                <a:stretch>
                  <a:fillRect/>
                </a:stretch>
              </p:blipFill>
              <p:spPr>
                <a:xfrm>
                  <a:off x="3851968" y="2410507"/>
                  <a:ext cx="559105"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筆跡 18">
                  <a:extLst>
                    <a:ext uri="{FF2B5EF4-FFF2-40B4-BE49-F238E27FC236}">
                      <a16:creationId xmlns:a16="http://schemas.microsoft.com/office/drawing/2014/main" id="{9C53BE26-CF97-8D44-E970-67A9DA0D10C3}"/>
                    </a:ext>
                  </a:extLst>
                </p14:cNvPr>
                <p14:cNvContentPartPr/>
                <p14:nvPr/>
              </p14:nvContentPartPr>
              <p14:xfrm>
                <a:off x="4083820" y="2242027"/>
                <a:ext cx="24480" cy="220680"/>
              </p14:xfrm>
            </p:contentPart>
          </mc:Choice>
          <mc:Fallback xmlns="">
            <p:pic>
              <p:nvPicPr>
                <p:cNvPr id="19" name="筆跡 18">
                  <a:extLst>
                    <a:ext uri="{FF2B5EF4-FFF2-40B4-BE49-F238E27FC236}">
                      <a16:creationId xmlns:a16="http://schemas.microsoft.com/office/drawing/2014/main" id="{9C53BE26-CF97-8D44-E970-67A9DA0D10C3}"/>
                    </a:ext>
                  </a:extLst>
                </p:cNvPr>
                <p:cNvPicPr/>
                <p:nvPr/>
              </p:nvPicPr>
              <p:blipFill>
                <a:blip r:embed="rId17"/>
                <a:stretch>
                  <a:fillRect/>
                </a:stretch>
              </p:blipFill>
              <p:spPr>
                <a:xfrm>
                  <a:off x="4065820" y="2224027"/>
                  <a:ext cx="601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筆跡 19">
                  <a:extLst>
                    <a:ext uri="{FF2B5EF4-FFF2-40B4-BE49-F238E27FC236}">
                      <a16:creationId xmlns:a16="http://schemas.microsoft.com/office/drawing/2014/main" id="{E90E2A80-18B9-8DE4-E824-B30A1364ABDD}"/>
                    </a:ext>
                  </a:extLst>
                </p14:cNvPr>
                <p14:cNvContentPartPr/>
                <p14:nvPr/>
              </p14:nvContentPartPr>
              <p14:xfrm>
                <a:off x="3982660" y="2271547"/>
                <a:ext cx="29520" cy="234000"/>
              </p14:xfrm>
            </p:contentPart>
          </mc:Choice>
          <mc:Fallback xmlns="">
            <p:pic>
              <p:nvPicPr>
                <p:cNvPr id="20" name="筆跡 19">
                  <a:extLst>
                    <a:ext uri="{FF2B5EF4-FFF2-40B4-BE49-F238E27FC236}">
                      <a16:creationId xmlns:a16="http://schemas.microsoft.com/office/drawing/2014/main" id="{E90E2A80-18B9-8DE4-E824-B30A1364ABDD}"/>
                    </a:ext>
                  </a:extLst>
                </p:cNvPr>
                <p:cNvPicPr/>
                <p:nvPr/>
              </p:nvPicPr>
              <p:blipFill>
                <a:blip r:embed="rId19"/>
                <a:stretch>
                  <a:fillRect/>
                </a:stretch>
              </p:blipFill>
              <p:spPr>
                <a:xfrm>
                  <a:off x="3964660" y="2253575"/>
                  <a:ext cx="65160" cy="269585"/>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筆跡 20">
                  <a:extLst>
                    <a:ext uri="{FF2B5EF4-FFF2-40B4-BE49-F238E27FC236}">
                      <a16:creationId xmlns:a16="http://schemas.microsoft.com/office/drawing/2014/main" id="{EC9683C9-7423-2F24-F104-741FBFBCECE9}"/>
                    </a:ext>
                  </a:extLst>
                </p14:cNvPr>
                <p14:cNvContentPartPr/>
                <p14:nvPr/>
              </p14:nvContentPartPr>
              <p14:xfrm>
                <a:off x="4231420" y="2224387"/>
                <a:ext cx="32400" cy="214920"/>
              </p14:xfrm>
            </p:contentPart>
          </mc:Choice>
          <mc:Fallback xmlns="">
            <p:pic>
              <p:nvPicPr>
                <p:cNvPr id="21" name="筆跡 20">
                  <a:extLst>
                    <a:ext uri="{FF2B5EF4-FFF2-40B4-BE49-F238E27FC236}">
                      <a16:creationId xmlns:a16="http://schemas.microsoft.com/office/drawing/2014/main" id="{EC9683C9-7423-2F24-F104-741FBFBCECE9}"/>
                    </a:ext>
                  </a:extLst>
                </p:cNvPr>
                <p:cNvPicPr/>
                <p:nvPr/>
              </p:nvPicPr>
              <p:blipFill>
                <a:blip r:embed="rId21"/>
                <a:stretch>
                  <a:fillRect/>
                </a:stretch>
              </p:blipFill>
              <p:spPr>
                <a:xfrm>
                  <a:off x="4213420" y="2206387"/>
                  <a:ext cx="6804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筆跡 21">
                  <a:extLst>
                    <a:ext uri="{FF2B5EF4-FFF2-40B4-BE49-F238E27FC236}">
                      <a16:creationId xmlns:a16="http://schemas.microsoft.com/office/drawing/2014/main" id="{6D2D96AD-6EA8-2B36-87AF-40883A9EF53A}"/>
                    </a:ext>
                  </a:extLst>
                </p14:cNvPr>
                <p14:cNvContentPartPr/>
                <p14:nvPr/>
              </p14:nvContentPartPr>
              <p14:xfrm>
                <a:off x="3905260" y="2334547"/>
                <a:ext cx="375480" cy="87480"/>
              </p14:xfrm>
            </p:contentPart>
          </mc:Choice>
          <mc:Fallback xmlns="">
            <p:pic>
              <p:nvPicPr>
                <p:cNvPr id="22" name="筆跡 21">
                  <a:extLst>
                    <a:ext uri="{FF2B5EF4-FFF2-40B4-BE49-F238E27FC236}">
                      <a16:creationId xmlns:a16="http://schemas.microsoft.com/office/drawing/2014/main" id="{6D2D96AD-6EA8-2B36-87AF-40883A9EF53A}"/>
                    </a:ext>
                  </a:extLst>
                </p:cNvPr>
                <p:cNvPicPr/>
                <p:nvPr/>
              </p:nvPicPr>
              <p:blipFill>
                <a:blip r:embed="rId23"/>
                <a:stretch>
                  <a:fillRect/>
                </a:stretch>
              </p:blipFill>
              <p:spPr>
                <a:xfrm>
                  <a:off x="3887260" y="2316547"/>
                  <a:ext cx="4111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4" name="筆跡 23">
                  <a:extLst>
                    <a:ext uri="{FF2B5EF4-FFF2-40B4-BE49-F238E27FC236}">
                      <a16:creationId xmlns:a16="http://schemas.microsoft.com/office/drawing/2014/main" id="{E4D5AA11-906F-0DC3-DDE8-027E599CF653}"/>
                    </a:ext>
                  </a:extLst>
                </p14:cNvPr>
                <p14:cNvContentPartPr/>
                <p14:nvPr/>
              </p14:nvContentPartPr>
              <p14:xfrm>
                <a:off x="4484500" y="2333467"/>
                <a:ext cx="108360" cy="8280"/>
              </p14:xfrm>
            </p:contentPart>
          </mc:Choice>
          <mc:Fallback xmlns="">
            <p:pic>
              <p:nvPicPr>
                <p:cNvPr id="24" name="筆跡 23">
                  <a:extLst>
                    <a:ext uri="{FF2B5EF4-FFF2-40B4-BE49-F238E27FC236}">
                      <a16:creationId xmlns:a16="http://schemas.microsoft.com/office/drawing/2014/main" id="{E4D5AA11-906F-0DC3-DDE8-027E599CF653}"/>
                    </a:ext>
                  </a:extLst>
                </p:cNvPr>
                <p:cNvPicPr/>
                <p:nvPr/>
              </p:nvPicPr>
              <p:blipFill>
                <a:blip r:embed="rId25"/>
                <a:stretch>
                  <a:fillRect/>
                </a:stretch>
              </p:blipFill>
              <p:spPr>
                <a:xfrm>
                  <a:off x="4466500" y="2315467"/>
                  <a:ext cx="1440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筆跡 24">
                  <a:extLst>
                    <a:ext uri="{FF2B5EF4-FFF2-40B4-BE49-F238E27FC236}">
                      <a16:creationId xmlns:a16="http://schemas.microsoft.com/office/drawing/2014/main" id="{1CE424EA-83B7-F8FF-D612-A23850AA67CB}"/>
                    </a:ext>
                  </a:extLst>
                </p14:cNvPr>
                <p14:cNvContentPartPr/>
                <p14:nvPr/>
              </p14:nvContentPartPr>
              <p14:xfrm>
                <a:off x="4474060" y="2381707"/>
                <a:ext cx="173880" cy="15840"/>
              </p14:xfrm>
            </p:contentPart>
          </mc:Choice>
          <mc:Fallback xmlns="">
            <p:pic>
              <p:nvPicPr>
                <p:cNvPr id="25" name="筆跡 24">
                  <a:extLst>
                    <a:ext uri="{FF2B5EF4-FFF2-40B4-BE49-F238E27FC236}">
                      <a16:creationId xmlns:a16="http://schemas.microsoft.com/office/drawing/2014/main" id="{1CE424EA-83B7-F8FF-D612-A23850AA67CB}"/>
                    </a:ext>
                  </a:extLst>
                </p:cNvPr>
                <p:cNvPicPr/>
                <p:nvPr/>
              </p:nvPicPr>
              <p:blipFill>
                <a:blip r:embed="rId27"/>
                <a:stretch>
                  <a:fillRect/>
                </a:stretch>
              </p:blipFill>
              <p:spPr>
                <a:xfrm>
                  <a:off x="4456060" y="2363707"/>
                  <a:ext cx="20952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6" name="筆跡 25">
                  <a:extLst>
                    <a:ext uri="{FF2B5EF4-FFF2-40B4-BE49-F238E27FC236}">
                      <a16:creationId xmlns:a16="http://schemas.microsoft.com/office/drawing/2014/main" id="{6FDE4ED6-7086-DE72-9A36-7A45D45F60B1}"/>
                    </a:ext>
                  </a:extLst>
                </p14:cNvPr>
                <p14:cNvContentPartPr/>
                <p14:nvPr/>
              </p14:nvContentPartPr>
              <p14:xfrm>
                <a:off x="4476940" y="2442907"/>
                <a:ext cx="146160" cy="38160"/>
              </p14:xfrm>
            </p:contentPart>
          </mc:Choice>
          <mc:Fallback xmlns="">
            <p:pic>
              <p:nvPicPr>
                <p:cNvPr id="26" name="筆跡 25">
                  <a:extLst>
                    <a:ext uri="{FF2B5EF4-FFF2-40B4-BE49-F238E27FC236}">
                      <a16:creationId xmlns:a16="http://schemas.microsoft.com/office/drawing/2014/main" id="{6FDE4ED6-7086-DE72-9A36-7A45D45F60B1}"/>
                    </a:ext>
                  </a:extLst>
                </p:cNvPr>
                <p:cNvPicPr/>
                <p:nvPr/>
              </p:nvPicPr>
              <p:blipFill>
                <a:blip r:embed="rId29"/>
                <a:stretch>
                  <a:fillRect/>
                </a:stretch>
              </p:blipFill>
              <p:spPr>
                <a:xfrm>
                  <a:off x="4458940" y="2424907"/>
                  <a:ext cx="1818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7" name="筆跡 26">
                  <a:extLst>
                    <a:ext uri="{FF2B5EF4-FFF2-40B4-BE49-F238E27FC236}">
                      <a16:creationId xmlns:a16="http://schemas.microsoft.com/office/drawing/2014/main" id="{CFF790E8-0E31-17BD-29ED-2DD2E46A6807}"/>
                    </a:ext>
                  </a:extLst>
                </p14:cNvPr>
                <p14:cNvContentPartPr/>
                <p14:nvPr/>
              </p14:nvContentPartPr>
              <p14:xfrm>
                <a:off x="4533460" y="2417347"/>
                <a:ext cx="49320" cy="135000"/>
              </p14:xfrm>
            </p:contentPart>
          </mc:Choice>
          <mc:Fallback xmlns="">
            <p:pic>
              <p:nvPicPr>
                <p:cNvPr id="27" name="筆跡 26">
                  <a:extLst>
                    <a:ext uri="{FF2B5EF4-FFF2-40B4-BE49-F238E27FC236}">
                      <a16:creationId xmlns:a16="http://schemas.microsoft.com/office/drawing/2014/main" id="{CFF790E8-0E31-17BD-29ED-2DD2E46A6807}"/>
                    </a:ext>
                  </a:extLst>
                </p:cNvPr>
                <p:cNvPicPr/>
                <p:nvPr/>
              </p:nvPicPr>
              <p:blipFill>
                <a:blip r:embed="rId31"/>
                <a:stretch>
                  <a:fillRect/>
                </a:stretch>
              </p:blipFill>
              <p:spPr>
                <a:xfrm>
                  <a:off x="4515328" y="2399347"/>
                  <a:ext cx="85222"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筆跡 27">
                  <a:extLst>
                    <a:ext uri="{FF2B5EF4-FFF2-40B4-BE49-F238E27FC236}">
                      <a16:creationId xmlns:a16="http://schemas.microsoft.com/office/drawing/2014/main" id="{F50FFF5F-3297-373D-9068-0E843E4A8C3B}"/>
                    </a:ext>
                  </a:extLst>
                </p14:cNvPr>
                <p14:cNvContentPartPr/>
                <p14:nvPr/>
              </p14:nvContentPartPr>
              <p14:xfrm>
                <a:off x="4480540" y="2530747"/>
                <a:ext cx="161280" cy="27000"/>
              </p14:xfrm>
            </p:contentPart>
          </mc:Choice>
          <mc:Fallback xmlns="">
            <p:pic>
              <p:nvPicPr>
                <p:cNvPr id="28" name="筆跡 27">
                  <a:extLst>
                    <a:ext uri="{FF2B5EF4-FFF2-40B4-BE49-F238E27FC236}">
                      <a16:creationId xmlns:a16="http://schemas.microsoft.com/office/drawing/2014/main" id="{F50FFF5F-3297-373D-9068-0E843E4A8C3B}"/>
                    </a:ext>
                  </a:extLst>
                </p:cNvPr>
                <p:cNvPicPr/>
                <p:nvPr/>
              </p:nvPicPr>
              <p:blipFill>
                <a:blip r:embed="rId33"/>
                <a:stretch>
                  <a:fillRect/>
                </a:stretch>
              </p:blipFill>
              <p:spPr>
                <a:xfrm>
                  <a:off x="4462580" y="2512747"/>
                  <a:ext cx="196841"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筆跡 28">
                  <a:extLst>
                    <a:ext uri="{FF2B5EF4-FFF2-40B4-BE49-F238E27FC236}">
                      <a16:creationId xmlns:a16="http://schemas.microsoft.com/office/drawing/2014/main" id="{734921CE-BA40-4630-A906-38101E381AE0}"/>
                    </a:ext>
                  </a:extLst>
                </p14:cNvPr>
                <p14:cNvContentPartPr/>
                <p14:nvPr/>
              </p14:nvContentPartPr>
              <p14:xfrm>
                <a:off x="4329340" y="2689867"/>
                <a:ext cx="201240" cy="196920"/>
              </p14:xfrm>
            </p:contentPart>
          </mc:Choice>
          <mc:Fallback xmlns="">
            <p:pic>
              <p:nvPicPr>
                <p:cNvPr id="29" name="筆跡 28">
                  <a:extLst>
                    <a:ext uri="{FF2B5EF4-FFF2-40B4-BE49-F238E27FC236}">
                      <a16:creationId xmlns:a16="http://schemas.microsoft.com/office/drawing/2014/main" id="{734921CE-BA40-4630-A906-38101E381AE0}"/>
                    </a:ext>
                  </a:extLst>
                </p:cNvPr>
                <p:cNvPicPr/>
                <p:nvPr/>
              </p:nvPicPr>
              <p:blipFill>
                <a:blip r:embed="rId35"/>
                <a:stretch>
                  <a:fillRect/>
                </a:stretch>
              </p:blipFill>
              <p:spPr>
                <a:xfrm>
                  <a:off x="4311340" y="2671867"/>
                  <a:ext cx="23688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筆跡 29">
                  <a:extLst>
                    <a:ext uri="{FF2B5EF4-FFF2-40B4-BE49-F238E27FC236}">
                      <a16:creationId xmlns:a16="http://schemas.microsoft.com/office/drawing/2014/main" id="{D524F9BC-8127-EC68-D86C-A8893A751646}"/>
                    </a:ext>
                  </a:extLst>
                </p14:cNvPr>
                <p14:cNvContentPartPr/>
                <p14:nvPr/>
              </p14:nvContentPartPr>
              <p14:xfrm>
                <a:off x="4447780" y="2758267"/>
                <a:ext cx="198360" cy="15840"/>
              </p14:xfrm>
            </p:contentPart>
          </mc:Choice>
          <mc:Fallback xmlns="">
            <p:pic>
              <p:nvPicPr>
                <p:cNvPr id="30" name="筆跡 29">
                  <a:extLst>
                    <a:ext uri="{FF2B5EF4-FFF2-40B4-BE49-F238E27FC236}">
                      <a16:creationId xmlns:a16="http://schemas.microsoft.com/office/drawing/2014/main" id="{D524F9BC-8127-EC68-D86C-A8893A751646}"/>
                    </a:ext>
                  </a:extLst>
                </p:cNvPr>
                <p:cNvPicPr/>
                <p:nvPr/>
              </p:nvPicPr>
              <p:blipFill>
                <a:blip r:embed="rId37"/>
                <a:stretch>
                  <a:fillRect/>
                </a:stretch>
              </p:blipFill>
              <p:spPr>
                <a:xfrm>
                  <a:off x="4429780" y="2739848"/>
                  <a:ext cx="234000" cy="52309"/>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筆跡 30">
                  <a:extLst>
                    <a:ext uri="{FF2B5EF4-FFF2-40B4-BE49-F238E27FC236}">
                      <a16:creationId xmlns:a16="http://schemas.microsoft.com/office/drawing/2014/main" id="{75705CF5-804F-1B35-DB53-CF1B2BA4C8B7}"/>
                    </a:ext>
                  </a:extLst>
                </p14:cNvPr>
                <p14:cNvContentPartPr/>
                <p14:nvPr/>
              </p14:nvContentPartPr>
              <p14:xfrm>
                <a:off x="4453900" y="2795347"/>
                <a:ext cx="62280" cy="78480"/>
              </p14:xfrm>
            </p:contentPart>
          </mc:Choice>
          <mc:Fallback xmlns="">
            <p:pic>
              <p:nvPicPr>
                <p:cNvPr id="31" name="筆跡 30">
                  <a:extLst>
                    <a:ext uri="{FF2B5EF4-FFF2-40B4-BE49-F238E27FC236}">
                      <a16:creationId xmlns:a16="http://schemas.microsoft.com/office/drawing/2014/main" id="{75705CF5-804F-1B35-DB53-CF1B2BA4C8B7}"/>
                    </a:ext>
                  </a:extLst>
                </p:cNvPr>
                <p:cNvPicPr/>
                <p:nvPr/>
              </p:nvPicPr>
              <p:blipFill>
                <a:blip r:embed="rId39"/>
                <a:stretch>
                  <a:fillRect/>
                </a:stretch>
              </p:blipFill>
              <p:spPr>
                <a:xfrm>
                  <a:off x="4435900" y="2777347"/>
                  <a:ext cx="979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2" name="筆跡 31">
                  <a:extLst>
                    <a:ext uri="{FF2B5EF4-FFF2-40B4-BE49-F238E27FC236}">
                      <a16:creationId xmlns:a16="http://schemas.microsoft.com/office/drawing/2014/main" id="{9D4FE324-1D73-30EB-B5CD-B3E9ED372D1B}"/>
                    </a:ext>
                  </a:extLst>
                </p14:cNvPr>
                <p14:cNvContentPartPr/>
                <p14:nvPr/>
              </p14:nvContentPartPr>
              <p14:xfrm>
                <a:off x="4461820" y="2805067"/>
                <a:ext cx="126000" cy="69480"/>
              </p14:xfrm>
            </p:contentPart>
          </mc:Choice>
          <mc:Fallback xmlns="">
            <p:pic>
              <p:nvPicPr>
                <p:cNvPr id="32" name="筆跡 31">
                  <a:extLst>
                    <a:ext uri="{FF2B5EF4-FFF2-40B4-BE49-F238E27FC236}">
                      <a16:creationId xmlns:a16="http://schemas.microsoft.com/office/drawing/2014/main" id="{9D4FE324-1D73-30EB-B5CD-B3E9ED372D1B}"/>
                    </a:ext>
                  </a:extLst>
                </p:cNvPr>
                <p:cNvPicPr/>
                <p:nvPr/>
              </p:nvPicPr>
              <p:blipFill>
                <a:blip r:embed="rId41"/>
                <a:stretch>
                  <a:fillRect/>
                </a:stretch>
              </p:blipFill>
              <p:spPr>
                <a:xfrm>
                  <a:off x="4443820" y="2787067"/>
                  <a:ext cx="16164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3" name="筆跡 32">
                  <a:extLst>
                    <a:ext uri="{FF2B5EF4-FFF2-40B4-BE49-F238E27FC236}">
                      <a16:creationId xmlns:a16="http://schemas.microsoft.com/office/drawing/2014/main" id="{025E0CA0-128F-199B-C315-BBBD065FB5F2}"/>
                    </a:ext>
                  </a:extLst>
                </p14:cNvPr>
                <p14:cNvContentPartPr/>
                <p14:nvPr/>
              </p14:nvContentPartPr>
              <p14:xfrm>
                <a:off x="4443460" y="2879587"/>
                <a:ext cx="148320" cy="48600"/>
              </p14:xfrm>
            </p:contentPart>
          </mc:Choice>
          <mc:Fallback xmlns="">
            <p:pic>
              <p:nvPicPr>
                <p:cNvPr id="33" name="筆跡 32">
                  <a:extLst>
                    <a:ext uri="{FF2B5EF4-FFF2-40B4-BE49-F238E27FC236}">
                      <a16:creationId xmlns:a16="http://schemas.microsoft.com/office/drawing/2014/main" id="{025E0CA0-128F-199B-C315-BBBD065FB5F2}"/>
                    </a:ext>
                  </a:extLst>
                </p:cNvPr>
                <p:cNvPicPr/>
                <p:nvPr/>
              </p:nvPicPr>
              <p:blipFill>
                <a:blip r:embed="rId43"/>
                <a:stretch>
                  <a:fillRect/>
                </a:stretch>
              </p:blipFill>
              <p:spPr>
                <a:xfrm>
                  <a:off x="4425416" y="2861453"/>
                  <a:ext cx="184047" cy="84506"/>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4" name="筆跡 33">
                  <a:extLst>
                    <a:ext uri="{FF2B5EF4-FFF2-40B4-BE49-F238E27FC236}">
                      <a16:creationId xmlns:a16="http://schemas.microsoft.com/office/drawing/2014/main" id="{9D572E62-3F56-B040-89A9-40A70A47D7A2}"/>
                    </a:ext>
                  </a:extLst>
                </p14:cNvPr>
                <p14:cNvContentPartPr/>
                <p14:nvPr/>
              </p14:nvContentPartPr>
              <p14:xfrm>
                <a:off x="4555060" y="2814067"/>
                <a:ext cx="6480" cy="5400"/>
              </p14:xfrm>
            </p:contentPart>
          </mc:Choice>
          <mc:Fallback xmlns="">
            <p:pic>
              <p:nvPicPr>
                <p:cNvPr id="34" name="筆跡 33">
                  <a:extLst>
                    <a:ext uri="{FF2B5EF4-FFF2-40B4-BE49-F238E27FC236}">
                      <a16:creationId xmlns:a16="http://schemas.microsoft.com/office/drawing/2014/main" id="{9D572E62-3F56-B040-89A9-40A70A47D7A2}"/>
                    </a:ext>
                  </a:extLst>
                </p:cNvPr>
                <p:cNvPicPr/>
                <p:nvPr/>
              </p:nvPicPr>
              <p:blipFill>
                <a:blip r:embed="rId45"/>
                <a:stretch>
                  <a:fillRect/>
                </a:stretch>
              </p:blipFill>
              <p:spPr>
                <a:xfrm>
                  <a:off x="4537060" y="2794781"/>
                  <a:ext cx="42120" cy="43586"/>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5" name="筆跡 34">
                  <a:extLst>
                    <a:ext uri="{FF2B5EF4-FFF2-40B4-BE49-F238E27FC236}">
                      <a16:creationId xmlns:a16="http://schemas.microsoft.com/office/drawing/2014/main" id="{C1962D90-E0C9-3E96-A657-562D78155C14}"/>
                    </a:ext>
                  </a:extLst>
                </p14:cNvPr>
                <p14:cNvContentPartPr/>
                <p14:nvPr/>
              </p14:nvContentPartPr>
              <p14:xfrm>
                <a:off x="4525180" y="2788147"/>
                <a:ext cx="10800" cy="288720"/>
              </p14:xfrm>
            </p:contentPart>
          </mc:Choice>
          <mc:Fallback xmlns="">
            <p:pic>
              <p:nvPicPr>
                <p:cNvPr id="35" name="筆跡 34">
                  <a:extLst>
                    <a:ext uri="{FF2B5EF4-FFF2-40B4-BE49-F238E27FC236}">
                      <a16:creationId xmlns:a16="http://schemas.microsoft.com/office/drawing/2014/main" id="{C1962D90-E0C9-3E96-A657-562D78155C14}"/>
                    </a:ext>
                  </a:extLst>
                </p:cNvPr>
                <p:cNvPicPr/>
                <p:nvPr/>
              </p:nvPicPr>
              <p:blipFill>
                <a:blip r:embed="rId47"/>
                <a:stretch>
                  <a:fillRect/>
                </a:stretch>
              </p:blipFill>
              <p:spPr>
                <a:xfrm>
                  <a:off x="4506559" y="2770147"/>
                  <a:ext cx="47669" cy="32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
            <p14:nvContentPartPr>
              <p14:cNvPr id="39" name="筆跡 38">
                <a:extLst>
                  <a:ext uri="{FF2B5EF4-FFF2-40B4-BE49-F238E27FC236}">
                    <a16:creationId xmlns:a16="http://schemas.microsoft.com/office/drawing/2014/main" id="{667E07C0-683E-3A06-2717-219E77ADEFF2}"/>
                  </a:ext>
                </a:extLst>
              </p14:cNvPr>
              <p14:cNvContentPartPr/>
              <p14:nvPr/>
            </p14:nvContentPartPr>
            <p14:xfrm>
              <a:off x="4884820" y="2419507"/>
              <a:ext cx="3562200" cy="2557080"/>
            </p14:xfrm>
          </p:contentPart>
        </mc:Choice>
        <mc:Fallback xmlns="">
          <p:pic>
            <p:nvPicPr>
              <p:cNvPr id="39" name="筆跡 38">
                <a:extLst>
                  <a:ext uri="{FF2B5EF4-FFF2-40B4-BE49-F238E27FC236}">
                    <a16:creationId xmlns:a16="http://schemas.microsoft.com/office/drawing/2014/main" id="{667E07C0-683E-3A06-2717-219E77ADEFF2}"/>
                  </a:ext>
                </a:extLst>
              </p:cNvPr>
              <p:cNvPicPr/>
              <p:nvPr/>
            </p:nvPicPr>
            <p:blipFill>
              <a:blip r:embed="rId49"/>
              <a:stretch>
                <a:fillRect/>
              </a:stretch>
            </p:blipFill>
            <p:spPr>
              <a:xfrm>
                <a:off x="4866820" y="2401507"/>
                <a:ext cx="3597840" cy="2592720"/>
              </a:xfrm>
              <a:prstGeom prst="rect">
                <a:avLst/>
              </a:prstGeom>
            </p:spPr>
          </p:pic>
        </mc:Fallback>
      </mc:AlternateContent>
      <p:pic>
        <p:nvPicPr>
          <p:cNvPr id="41" name="圖片 40" descr="一張含有 圓柱, 設計 的圖片&#10;&#10;AI 產生的內容可能不正確。">
            <a:extLst>
              <a:ext uri="{FF2B5EF4-FFF2-40B4-BE49-F238E27FC236}">
                <a16:creationId xmlns:a16="http://schemas.microsoft.com/office/drawing/2014/main" id="{33D03D02-68D9-348F-44BD-1B2A1C3C79F6}"/>
              </a:ext>
            </a:extLst>
          </p:cNvPr>
          <p:cNvPicPr>
            <a:picLocks noChangeAspect="1"/>
          </p:cNvPicPr>
          <p:nvPr/>
        </p:nvPicPr>
        <p:blipFill>
          <a:blip r:embed="rId50">
            <a:extLst>
              <a:ext uri="{BEBA8EAE-BF5A-486C-A8C5-ECC9F3942E4B}">
                <a14:imgProps xmlns:a14="http://schemas.microsoft.com/office/drawing/2010/main">
                  <a14:imgLayer r:embed="rId51">
                    <a14:imgEffect>
                      <a14:backgroundRemoval t="10000" b="91846" l="9903" r="89976">
                        <a14:foregroundMark x1="29106" y1="91846" x2="35507" y2="90154"/>
                      </a14:backgroundRemoval>
                    </a14:imgEffect>
                  </a14:imgLayer>
                </a14:imgProps>
              </a:ext>
            </a:extLst>
          </a:blip>
          <a:stretch>
            <a:fillRect/>
          </a:stretch>
        </p:blipFill>
        <p:spPr>
          <a:xfrm>
            <a:off x="7830206" y="2758267"/>
            <a:ext cx="3943901" cy="3103977"/>
          </a:xfrm>
          <a:prstGeom prst="rect">
            <a:avLst/>
          </a:prstGeom>
        </p:spPr>
      </p:pic>
      <mc:AlternateContent xmlns:mc="http://schemas.openxmlformats.org/markup-compatibility/2006" xmlns:p14="http://schemas.microsoft.com/office/powerpoint/2010/main">
        <mc:Choice Requires="p14">
          <p:contentPart p14:bwMode="auto" r:id="rId52">
            <p14:nvContentPartPr>
              <p14:cNvPr id="5" name="筆跡 4">
                <a:extLst>
                  <a:ext uri="{FF2B5EF4-FFF2-40B4-BE49-F238E27FC236}">
                    <a16:creationId xmlns:a16="http://schemas.microsoft.com/office/drawing/2014/main" id="{4C185CEB-D5B3-5182-6106-C5CA853C552D}"/>
                  </a:ext>
                </a:extLst>
              </p14:cNvPr>
              <p14:cNvContentPartPr/>
              <p14:nvPr/>
            </p14:nvContentPartPr>
            <p14:xfrm>
              <a:off x="9037420" y="2773027"/>
              <a:ext cx="3097440" cy="2279520"/>
            </p14:xfrm>
          </p:contentPart>
        </mc:Choice>
        <mc:Fallback xmlns="">
          <p:pic>
            <p:nvPicPr>
              <p:cNvPr id="5" name="筆跡 4">
                <a:extLst>
                  <a:ext uri="{FF2B5EF4-FFF2-40B4-BE49-F238E27FC236}">
                    <a16:creationId xmlns:a16="http://schemas.microsoft.com/office/drawing/2014/main" id="{4C185CEB-D5B3-5182-6106-C5CA853C552D}"/>
                  </a:ext>
                </a:extLst>
              </p:cNvPr>
              <p:cNvPicPr/>
              <p:nvPr/>
            </p:nvPicPr>
            <p:blipFill>
              <a:blip r:embed="rId53"/>
              <a:stretch>
                <a:fillRect/>
              </a:stretch>
            </p:blipFill>
            <p:spPr>
              <a:xfrm>
                <a:off x="9019422" y="2755027"/>
                <a:ext cx="3133076" cy="2315160"/>
              </a:xfrm>
              <a:prstGeom prst="rect">
                <a:avLst/>
              </a:prstGeom>
            </p:spPr>
          </p:pic>
        </mc:Fallback>
      </mc:AlternateContent>
      <p:grpSp>
        <p:nvGrpSpPr>
          <p:cNvPr id="64" name="群組 63">
            <a:extLst>
              <a:ext uri="{FF2B5EF4-FFF2-40B4-BE49-F238E27FC236}">
                <a16:creationId xmlns:a16="http://schemas.microsoft.com/office/drawing/2014/main" id="{AF8F90A3-6EC5-47F9-07E6-A4A02882C09E}"/>
              </a:ext>
            </a:extLst>
          </p:cNvPr>
          <p:cNvGrpSpPr/>
          <p:nvPr/>
        </p:nvGrpSpPr>
        <p:grpSpPr>
          <a:xfrm>
            <a:off x="1250260" y="4308787"/>
            <a:ext cx="916920" cy="615960"/>
            <a:chOff x="1250260" y="4308787"/>
            <a:chExt cx="916920" cy="615960"/>
          </a:xfrm>
        </p:grpSpPr>
        <mc:AlternateContent xmlns:mc="http://schemas.openxmlformats.org/markup-compatibility/2006" xmlns:p14="http://schemas.microsoft.com/office/powerpoint/2010/main">
          <mc:Choice Requires="p14">
            <p:contentPart p14:bwMode="auto" r:id="rId54">
              <p14:nvContentPartPr>
                <p14:cNvPr id="44" name="筆跡 43">
                  <a:extLst>
                    <a:ext uri="{FF2B5EF4-FFF2-40B4-BE49-F238E27FC236}">
                      <a16:creationId xmlns:a16="http://schemas.microsoft.com/office/drawing/2014/main" id="{D22BE3A1-7706-2680-368E-95BD8EE70119}"/>
                    </a:ext>
                  </a:extLst>
                </p14:cNvPr>
                <p14:cNvContentPartPr/>
                <p14:nvPr/>
              </p14:nvContentPartPr>
              <p14:xfrm>
                <a:off x="1294900" y="4533427"/>
                <a:ext cx="177480" cy="30240"/>
              </p14:xfrm>
            </p:contentPart>
          </mc:Choice>
          <mc:Fallback xmlns="">
            <p:pic>
              <p:nvPicPr>
                <p:cNvPr id="44" name="筆跡 43">
                  <a:extLst>
                    <a:ext uri="{FF2B5EF4-FFF2-40B4-BE49-F238E27FC236}">
                      <a16:creationId xmlns:a16="http://schemas.microsoft.com/office/drawing/2014/main" id="{D22BE3A1-7706-2680-368E-95BD8EE70119}"/>
                    </a:ext>
                  </a:extLst>
                </p:cNvPr>
                <p:cNvPicPr/>
                <p:nvPr/>
              </p:nvPicPr>
              <p:blipFill>
                <a:blip r:embed="rId55"/>
                <a:stretch>
                  <a:fillRect/>
                </a:stretch>
              </p:blipFill>
              <p:spPr>
                <a:xfrm>
                  <a:off x="1276900" y="4515639"/>
                  <a:ext cx="213120" cy="65461"/>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5" name="筆跡 44">
                  <a:extLst>
                    <a:ext uri="{FF2B5EF4-FFF2-40B4-BE49-F238E27FC236}">
                      <a16:creationId xmlns:a16="http://schemas.microsoft.com/office/drawing/2014/main" id="{DD8A7004-7690-0CCC-5932-DC4605EBD0E1}"/>
                    </a:ext>
                  </a:extLst>
                </p14:cNvPr>
                <p14:cNvContentPartPr/>
                <p14:nvPr/>
              </p14:nvContentPartPr>
              <p14:xfrm>
                <a:off x="1388860" y="4438387"/>
                <a:ext cx="16560" cy="353880"/>
              </p14:xfrm>
            </p:contentPart>
          </mc:Choice>
          <mc:Fallback xmlns="">
            <p:pic>
              <p:nvPicPr>
                <p:cNvPr id="45" name="筆跡 44">
                  <a:extLst>
                    <a:ext uri="{FF2B5EF4-FFF2-40B4-BE49-F238E27FC236}">
                      <a16:creationId xmlns:a16="http://schemas.microsoft.com/office/drawing/2014/main" id="{DD8A7004-7690-0CCC-5932-DC4605EBD0E1}"/>
                    </a:ext>
                  </a:extLst>
                </p:cNvPr>
                <p:cNvPicPr/>
                <p:nvPr/>
              </p:nvPicPr>
              <p:blipFill>
                <a:blip r:embed="rId57"/>
                <a:stretch>
                  <a:fillRect/>
                </a:stretch>
              </p:blipFill>
              <p:spPr>
                <a:xfrm>
                  <a:off x="1370460" y="4420387"/>
                  <a:ext cx="52992" cy="3895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筆跡 45">
                  <a:extLst>
                    <a:ext uri="{FF2B5EF4-FFF2-40B4-BE49-F238E27FC236}">
                      <a16:creationId xmlns:a16="http://schemas.microsoft.com/office/drawing/2014/main" id="{223EA3CA-F6F4-851B-FEF2-D564209422F8}"/>
                    </a:ext>
                  </a:extLst>
                </p14:cNvPr>
                <p14:cNvContentPartPr/>
                <p14:nvPr/>
              </p14:nvContentPartPr>
              <p14:xfrm>
                <a:off x="1317940" y="4616227"/>
                <a:ext cx="35280" cy="15120"/>
              </p14:xfrm>
            </p:contentPart>
          </mc:Choice>
          <mc:Fallback xmlns="">
            <p:pic>
              <p:nvPicPr>
                <p:cNvPr id="46" name="筆跡 45">
                  <a:extLst>
                    <a:ext uri="{FF2B5EF4-FFF2-40B4-BE49-F238E27FC236}">
                      <a16:creationId xmlns:a16="http://schemas.microsoft.com/office/drawing/2014/main" id="{223EA3CA-F6F4-851B-FEF2-D564209422F8}"/>
                    </a:ext>
                  </a:extLst>
                </p:cNvPr>
                <p:cNvPicPr/>
                <p:nvPr/>
              </p:nvPicPr>
              <p:blipFill>
                <a:blip r:embed="rId59"/>
                <a:stretch>
                  <a:fillRect/>
                </a:stretch>
              </p:blipFill>
              <p:spPr>
                <a:xfrm>
                  <a:off x="1299940" y="4597788"/>
                  <a:ext cx="70920" cy="51629"/>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筆跡 46">
                  <a:extLst>
                    <a:ext uri="{FF2B5EF4-FFF2-40B4-BE49-F238E27FC236}">
                      <a16:creationId xmlns:a16="http://schemas.microsoft.com/office/drawing/2014/main" id="{55CA1DCC-6EBA-CC54-0C9F-66A033A89D24}"/>
                    </a:ext>
                  </a:extLst>
                </p14:cNvPr>
                <p14:cNvContentPartPr/>
                <p14:nvPr/>
              </p14:nvContentPartPr>
              <p14:xfrm>
                <a:off x="1321900" y="4677067"/>
                <a:ext cx="42120" cy="30240"/>
              </p14:xfrm>
            </p:contentPart>
          </mc:Choice>
          <mc:Fallback xmlns="">
            <p:pic>
              <p:nvPicPr>
                <p:cNvPr id="47" name="筆跡 46">
                  <a:extLst>
                    <a:ext uri="{FF2B5EF4-FFF2-40B4-BE49-F238E27FC236}">
                      <a16:creationId xmlns:a16="http://schemas.microsoft.com/office/drawing/2014/main" id="{55CA1DCC-6EBA-CC54-0C9F-66A033A89D24}"/>
                    </a:ext>
                  </a:extLst>
                </p:cNvPr>
                <p:cNvPicPr/>
                <p:nvPr/>
              </p:nvPicPr>
              <p:blipFill>
                <a:blip r:embed="rId61"/>
                <a:stretch>
                  <a:fillRect/>
                </a:stretch>
              </p:blipFill>
              <p:spPr>
                <a:xfrm>
                  <a:off x="1303900" y="4659279"/>
                  <a:ext cx="77760" cy="65461"/>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8" name="筆跡 47">
                  <a:extLst>
                    <a:ext uri="{FF2B5EF4-FFF2-40B4-BE49-F238E27FC236}">
                      <a16:creationId xmlns:a16="http://schemas.microsoft.com/office/drawing/2014/main" id="{5674D840-516D-36FE-93A8-342588FF423D}"/>
                    </a:ext>
                  </a:extLst>
                </p14:cNvPr>
                <p14:cNvContentPartPr/>
                <p14:nvPr/>
              </p14:nvContentPartPr>
              <p14:xfrm>
                <a:off x="1462300" y="4526227"/>
                <a:ext cx="19800" cy="50400"/>
              </p14:xfrm>
            </p:contentPart>
          </mc:Choice>
          <mc:Fallback xmlns="">
            <p:pic>
              <p:nvPicPr>
                <p:cNvPr id="48" name="筆跡 47">
                  <a:extLst>
                    <a:ext uri="{FF2B5EF4-FFF2-40B4-BE49-F238E27FC236}">
                      <a16:creationId xmlns:a16="http://schemas.microsoft.com/office/drawing/2014/main" id="{5674D840-516D-36FE-93A8-342588FF423D}"/>
                    </a:ext>
                  </a:extLst>
                </p:cNvPr>
                <p:cNvPicPr/>
                <p:nvPr/>
              </p:nvPicPr>
              <p:blipFill>
                <a:blip r:embed="rId63"/>
                <a:stretch>
                  <a:fillRect/>
                </a:stretch>
              </p:blipFill>
              <p:spPr>
                <a:xfrm>
                  <a:off x="1444300" y="4508227"/>
                  <a:ext cx="5544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筆跡 48">
                  <a:extLst>
                    <a:ext uri="{FF2B5EF4-FFF2-40B4-BE49-F238E27FC236}">
                      <a16:creationId xmlns:a16="http://schemas.microsoft.com/office/drawing/2014/main" id="{586891D7-FD60-C846-85D1-2DD39E7A8BF7}"/>
                    </a:ext>
                  </a:extLst>
                </p14:cNvPr>
                <p14:cNvContentPartPr/>
                <p14:nvPr/>
              </p14:nvContentPartPr>
              <p14:xfrm>
                <a:off x="1395700" y="4657627"/>
                <a:ext cx="109080" cy="64440"/>
              </p14:xfrm>
            </p:contentPart>
          </mc:Choice>
          <mc:Fallback xmlns="">
            <p:pic>
              <p:nvPicPr>
                <p:cNvPr id="49" name="筆跡 48">
                  <a:extLst>
                    <a:ext uri="{FF2B5EF4-FFF2-40B4-BE49-F238E27FC236}">
                      <a16:creationId xmlns:a16="http://schemas.microsoft.com/office/drawing/2014/main" id="{586891D7-FD60-C846-85D1-2DD39E7A8BF7}"/>
                    </a:ext>
                  </a:extLst>
                </p:cNvPr>
                <p:cNvPicPr/>
                <p:nvPr/>
              </p:nvPicPr>
              <p:blipFill>
                <a:blip r:embed="rId65"/>
                <a:stretch>
                  <a:fillRect/>
                </a:stretch>
              </p:blipFill>
              <p:spPr>
                <a:xfrm>
                  <a:off x="1377700" y="4639627"/>
                  <a:ext cx="1447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0" name="筆跡 49">
                  <a:extLst>
                    <a:ext uri="{FF2B5EF4-FFF2-40B4-BE49-F238E27FC236}">
                      <a16:creationId xmlns:a16="http://schemas.microsoft.com/office/drawing/2014/main" id="{97B966E3-1006-A1A3-AC5D-C1B92CBB2BF1}"/>
                    </a:ext>
                  </a:extLst>
                </p14:cNvPr>
                <p14:cNvContentPartPr/>
                <p14:nvPr/>
              </p14:nvContentPartPr>
              <p14:xfrm>
                <a:off x="1491460" y="4501387"/>
                <a:ext cx="47160" cy="207360"/>
              </p14:xfrm>
            </p:contentPart>
          </mc:Choice>
          <mc:Fallback xmlns="">
            <p:pic>
              <p:nvPicPr>
                <p:cNvPr id="50" name="筆跡 49">
                  <a:extLst>
                    <a:ext uri="{FF2B5EF4-FFF2-40B4-BE49-F238E27FC236}">
                      <a16:creationId xmlns:a16="http://schemas.microsoft.com/office/drawing/2014/main" id="{97B966E3-1006-A1A3-AC5D-C1B92CBB2BF1}"/>
                    </a:ext>
                  </a:extLst>
                </p:cNvPr>
                <p:cNvPicPr/>
                <p:nvPr/>
              </p:nvPicPr>
              <p:blipFill>
                <a:blip r:embed="rId67"/>
                <a:stretch>
                  <a:fillRect/>
                </a:stretch>
              </p:blipFill>
              <p:spPr>
                <a:xfrm>
                  <a:off x="1473460" y="4483387"/>
                  <a:ext cx="8280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 name="筆跡 50">
                  <a:extLst>
                    <a:ext uri="{FF2B5EF4-FFF2-40B4-BE49-F238E27FC236}">
                      <a16:creationId xmlns:a16="http://schemas.microsoft.com/office/drawing/2014/main" id="{938D4DDA-CC6F-82BD-0D76-5BC9E8C19D12}"/>
                    </a:ext>
                  </a:extLst>
                </p14:cNvPr>
                <p14:cNvContentPartPr/>
                <p14:nvPr/>
              </p14:nvContentPartPr>
              <p14:xfrm>
                <a:off x="1512340" y="4578427"/>
                <a:ext cx="101880" cy="57600"/>
              </p14:xfrm>
            </p:contentPart>
          </mc:Choice>
          <mc:Fallback xmlns="">
            <p:pic>
              <p:nvPicPr>
                <p:cNvPr id="51" name="筆跡 50">
                  <a:extLst>
                    <a:ext uri="{FF2B5EF4-FFF2-40B4-BE49-F238E27FC236}">
                      <a16:creationId xmlns:a16="http://schemas.microsoft.com/office/drawing/2014/main" id="{938D4DDA-CC6F-82BD-0D76-5BC9E8C19D12}"/>
                    </a:ext>
                  </a:extLst>
                </p:cNvPr>
                <p:cNvPicPr/>
                <p:nvPr/>
              </p:nvPicPr>
              <p:blipFill>
                <a:blip r:embed="rId69"/>
                <a:stretch>
                  <a:fillRect/>
                </a:stretch>
              </p:blipFill>
              <p:spPr>
                <a:xfrm>
                  <a:off x="1494340" y="4560427"/>
                  <a:ext cx="13752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2" name="筆跡 51">
                  <a:extLst>
                    <a:ext uri="{FF2B5EF4-FFF2-40B4-BE49-F238E27FC236}">
                      <a16:creationId xmlns:a16="http://schemas.microsoft.com/office/drawing/2014/main" id="{5F1D396F-8256-8EBE-2A09-1886139E82D7}"/>
                    </a:ext>
                  </a:extLst>
                </p14:cNvPr>
                <p14:cNvContentPartPr/>
                <p14:nvPr/>
              </p14:nvContentPartPr>
              <p14:xfrm>
                <a:off x="1516660" y="4643587"/>
                <a:ext cx="105840" cy="140400"/>
              </p14:xfrm>
            </p:contentPart>
          </mc:Choice>
          <mc:Fallback xmlns="">
            <p:pic>
              <p:nvPicPr>
                <p:cNvPr id="52" name="筆跡 51">
                  <a:extLst>
                    <a:ext uri="{FF2B5EF4-FFF2-40B4-BE49-F238E27FC236}">
                      <a16:creationId xmlns:a16="http://schemas.microsoft.com/office/drawing/2014/main" id="{5F1D396F-8256-8EBE-2A09-1886139E82D7}"/>
                    </a:ext>
                  </a:extLst>
                </p:cNvPr>
                <p:cNvPicPr/>
                <p:nvPr/>
              </p:nvPicPr>
              <p:blipFill>
                <a:blip r:embed="rId71"/>
                <a:stretch>
                  <a:fillRect/>
                </a:stretch>
              </p:blipFill>
              <p:spPr>
                <a:xfrm>
                  <a:off x="1498660" y="4625587"/>
                  <a:ext cx="1414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3" name="筆跡 52">
                  <a:extLst>
                    <a:ext uri="{FF2B5EF4-FFF2-40B4-BE49-F238E27FC236}">
                      <a16:creationId xmlns:a16="http://schemas.microsoft.com/office/drawing/2014/main" id="{3DB33414-62A4-FBE0-D5FB-786C98022C3B}"/>
                    </a:ext>
                  </a:extLst>
                </p14:cNvPr>
                <p14:cNvContentPartPr/>
                <p14:nvPr/>
              </p14:nvContentPartPr>
              <p14:xfrm>
                <a:off x="1504780" y="4612987"/>
                <a:ext cx="97200" cy="173880"/>
              </p14:xfrm>
            </p:contentPart>
          </mc:Choice>
          <mc:Fallback xmlns="">
            <p:pic>
              <p:nvPicPr>
                <p:cNvPr id="53" name="筆跡 52">
                  <a:extLst>
                    <a:ext uri="{FF2B5EF4-FFF2-40B4-BE49-F238E27FC236}">
                      <a16:creationId xmlns:a16="http://schemas.microsoft.com/office/drawing/2014/main" id="{3DB33414-62A4-FBE0-D5FB-786C98022C3B}"/>
                    </a:ext>
                  </a:extLst>
                </p:cNvPr>
                <p:cNvPicPr/>
                <p:nvPr/>
              </p:nvPicPr>
              <p:blipFill>
                <a:blip r:embed="rId73"/>
                <a:stretch>
                  <a:fillRect/>
                </a:stretch>
              </p:blipFill>
              <p:spPr>
                <a:xfrm>
                  <a:off x="1486780" y="4595024"/>
                  <a:ext cx="132840" cy="209446"/>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4" name="筆跡 53">
                  <a:extLst>
                    <a:ext uri="{FF2B5EF4-FFF2-40B4-BE49-F238E27FC236}">
                      <a16:creationId xmlns:a16="http://schemas.microsoft.com/office/drawing/2014/main" id="{B973964C-591B-2769-A5BD-AEFF39C7E66A}"/>
                    </a:ext>
                  </a:extLst>
                </p14:cNvPr>
                <p14:cNvContentPartPr/>
                <p14:nvPr/>
              </p14:nvContentPartPr>
              <p14:xfrm>
                <a:off x="1694500" y="4434427"/>
                <a:ext cx="63360" cy="161280"/>
              </p14:xfrm>
            </p:contentPart>
          </mc:Choice>
          <mc:Fallback xmlns="">
            <p:pic>
              <p:nvPicPr>
                <p:cNvPr id="54" name="筆跡 53">
                  <a:extLst>
                    <a:ext uri="{FF2B5EF4-FFF2-40B4-BE49-F238E27FC236}">
                      <a16:creationId xmlns:a16="http://schemas.microsoft.com/office/drawing/2014/main" id="{B973964C-591B-2769-A5BD-AEFF39C7E66A}"/>
                    </a:ext>
                  </a:extLst>
                </p:cNvPr>
                <p:cNvPicPr/>
                <p:nvPr/>
              </p:nvPicPr>
              <p:blipFill>
                <a:blip r:embed="rId75"/>
                <a:stretch>
                  <a:fillRect/>
                </a:stretch>
              </p:blipFill>
              <p:spPr>
                <a:xfrm>
                  <a:off x="1676500" y="4416427"/>
                  <a:ext cx="990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5" name="筆跡 54">
                  <a:extLst>
                    <a:ext uri="{FF2B5EF4-FFF2-40B4-BE49-F238E27FC236}">
                      <a16:creationId xmlns:a16="http://schemas.microsoft.com/office/drawing/2014/main" id="{77D8E9A4-400F-BBBD-B395-F5DCDBD42C97}"/>
                    </a:ext>
                  </a:extLst>
                </p14:cNvPr>
                <p14:cNvContentPartPr/>
                <p14:nvPr/>
              </p14:nvContentPartPr>
              <p14:xfrm>
                <a:off x="1722220" y="4522987"/>
                <a:ext cx="109080" cy="21960"/>
              </p14:xfrm>
            </p:contentPart>
          </mc:Choice>
          <mc:Fallback xmlns="">
            <p:pic>
              <p:nvPicPr>
                <p:cNvPr id="55" name="筆跡 54">
                  <a:extLst>
                    <a:ext uri="{FF2B5EF4-FFF2-40B4-BE49-F238E27FC236}">
                      <a16:creationId xmlns:a16="http://schemas.microsoft.com/office/drawing/2014/main" id="{77D8E9A4-400F-BBBD-B395-F5DCDBD42C97}"/>
                    </a:ext>
                  </a:extLst>
                </p:cNvPr>
                <p:cNvPicPr/>
                <p:nvPr/>
              </p:nvPicPr>
              <p:blipFill>
                <a:blip r:embed="rId77"/>
                <a:stretch>
                  <a:fillRect/>
                </a:stretch>
              </p:blipFill>
              <p:spPr>
                <a:xfrm>
                  <a:off x="1704220" y="4504987"/>
                  <a:ext cx="1447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6" name="筆跡 55">
                  <a:extLst>
                    <a:ext uri="{FF2B5EF4-FFF2-40B4-BE49-F238E27FC236}">
                      <a16:creationId xmlns:a16="http://schemas.microsoft.com/office/drawing/2014/main" id="{CA564024-E507-371A-98D7-B380E3FB5FA6}"/>
                    </a:ext>
                  </a:extLst>
                </p14:cNvPr>
                <p14:cNvContentPartPr/>
                <p14:nvPr/>
              </p14:nvContentPartPr>
              <p14:xfrm>
                <a:off x="1734820" y="4582027"/>
                <a:ext cx="86760" cy="45000"/>
              </p14:xfrm>
            </p:contentPart>
          </mc:Choice>
          <mc:Fallback xmlns="">
            <p:pic>
              <p:nvPicPr>
                <p:cNvPr id="56" name="筆跡 55">
                  <a:extLst>
                    <a:ext uri="{FF2B5EF4-FFF2-40B4-BE49-F238E27FC236}">
                      <a16:creationId xmlns:a16="http://schemas.microsoft.com/office/drawing/2014/main" id="{CA564024-E507-371A-98D7-B380E3FB5FA6}"/>
                    </a:ext>
                  </a:extLst>
                </p:cNvPr>
                <p:cNvPicPr/>
                <p:nvPr/>
              </p:nvPicPr>
              <p:blipFill>
                <a:blip r:embed="rId79"/>
                <a:stretch>
                  <a:fillRect/>
                </a:stretch>
              </p:blipFill>
              <p:spPr>
                <a:xfrm>
                  <a:off x="1716894" y="4564027"/>
                  <a:ext cx="122253"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7" name="筆跡 56">
                  <a:extLst>
                    <a:ext uri="{FF2B5EF4-FFF2-40B4-BE49-F238E27FC236}">
                      <a16:creationId xmlns:a16="http://schemas.microsoft.com/office/drawing/2014/main" id="{C266597B-C1E0-271B-1ADE-EECFF126FC88}"/>
                    </a:ext>
                  </a:extLst>
                </p14:cNvPr>
                <p14:cNvContentPartPr/>
                <p14:nvPr/>
              </p14:nvContentPartPr>
              <p14:xfrm>
                <a:off x="1781620" y="4480867"/>
                <a:ext cx="22680" cy="179640"/>
              </p14:xfrm>
            </p:contentPart>
          </mc:Choice>
          <mc:Fallback xmlns="">
            <p:pic>
              <p:nvPicPr>
                <p:cNvPr id="57" name="筆跡 56">
                  <a:extLst>
                    <a:ext uri="{FF2B5EF4-FFF2-40B4-BE49-F238E27FC236}">
                      <a16:creationId xmlns:a16="http://schemas.microsoft.com/office/drawing/2014/main" id="{C266597B-C1E0-271B-1ADE-EECFF126FC88}"/>
                    </a:ext>
                  </a:extLst>
                </p:cNvPr>
                <p:cNvPicPr/>
                <p:nvPr/>
              </p:nvPicPr>
              <p:blipFill>
                <a:blip r:embed="rId81"/>
                <a:stretch>
                  <a:fillRect/>
                </a:stretch>
              </p:blipFill>
              <p:spPr>
                <a:xfrm>
                  <a:off x="1763620" y="4462867"/>
                  <a:ext cx="5832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8" name="筆跡 57">
                  <a:extLst>
                    <a:ext uri="{FF2B5EF4-FFF2-40B4-BE49-F238E27FC236}">
                      <a16:creationId xmlns:a16="http://schemas.microsoft.com/office/drawing/2014/main" id="{F7389631-EC93-BE1B-4462-249563AAFB31}"/>
                    </a:ext>
                  </a:extLst>
                </p14:cNvPr>
                <p14:cNvContentPartPr/>
                <p14:nvPr/>
              </p14:nvContentPartPr>
              <p14:xfrm>
                <a:off x="1718620" y="4692907"/>
                <a:ext cx="145440" cy="71640"/>
              </p14:xfrm>
            </p:contentPart>
          </mc:Choice>
          <mc:Fallback xmlns="">
            <p:pic>
              <p:nvPicPr>
                <p:cNvPr id="58" name="筆跡 57">
                  <a:extLst>
                    <a:ext uri="{FF2B5EF4-FFF2-40B4-BE49-F238E27FC236}">
                      <a16:creationId xmlns:a16="http://schemas.microsoft.com/office/drawing/2014/main" id="{F7389631-EC93-BE1B-4462-249563AAFB31}"/>
                    </a:ext>
                  </a:extLst>
                </p:cNvPr>
                <p:cNvPicPr/>
                <p:nvPr/>
              </p:nvPicPr>
              <p:blipFill>
                <a:blip r:embed="rId83"/>
                <a:stretch>
                  <a:fillRect/>
                </a:stretch>
              </p:blipFill>
              <p:spPr>
                <a:xfrm>
                  <a:off x="1700620" y="4674907"/>
                  <a:ext cx="1810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9" name="筆跡 58">
                  <a:extLst>
                    <a:ext uri="{FF2B5EF4-FFF2-40B4-BE49-F238E27FC236}">
                      <a16:creationId xmlns:a16="http://schemas.microsoft.com/office/drawing/2014/main" id="{DECAAC6F-1A13-D014-CD00-A87B744E495B}"/>
                    </a:ext>
                  </a:extLst>
                </p14:cNvPr>
                <p14:cNvContentPartPr/>
                <p14:nvPr/>
              </p14:nvContentPartPr>
              <p14:xfrm>
                <a:off x="1929220" y="4415707"/>
                <a:ext cx="103680" cy="11160"/>
              </p14:xfrm>
            </p:contentPart>
          </mc:Choice>
          <mc:Fallback xmlns="">
            <p:pic>
              <p:nvPicPr>
                <p:cNvPr id="59" name="筆跡 58">
                  <a:extLst>
                    <a:ext uri="{FF2B5EF4-FFF2-40B4-BE49-F238E27FC236}">
                      <a16:creationId xmlns:a16="http://schemas.microsoft.com/office/drawing/2014/main" id="{DECAAC6F-1A13-D014-CD00-A87B744E495B}"/>
                    </a:ext>
                  </a:extLst>
                </p:cNvPr>
                <p:cNvPicPr/>
                <p:nvPr/>
              </p:nvPicPr>
              <p:blipFill>
                <a:blip r:embed="rId85"/>
                <a:stretch>
                  <a:fillRect/>
                </a:stretch>
              </p:blipFill>
              <p:spPr>
                <a:xfrm>
                  <a:off x="1911220" y="4397707"/>
                  <a:ext cx="1393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0" name="筆跡 59">
                  <a:extLst>
                    <a:ext uri="{FF2B5EF4-FFF2-40B4-BE49-F238E27FC236}">
                      <a16:creationId xmlns:a16="http://schemas.microsoft.com/office/drawing/2014/main" id="{4EAF89C3-64F0-CCCB-CDC2-537E00860EA7}"/>
                    </a:ext>
                  </a:extLst>
                </p14:cNvPr>
                <p14:cNvContentPartPr/>
                <p14:nvPr/>
              </p14:nvContentPartPr>
              <p14:xfrm>
                <a:off x="1873420" y="4458547"/>
                <a:ext cx="167760" cy="155160"/>
              </p14:xfrm>
            </p:contentPart>
          </mc:Choice>
          <mc:Fallback xmlns="">
            <p:pic>
              <p:nvPicPr>
                <p:cNvPr id="60" name="筆跡 59">
                  <a:extLst>
                    <a:ext uri="{FF2B5EF4-FFF2-40B4-BE49-F238E27FC236}">
                      <a16:creationId xmlns:a16="http://schemas.microsoft.com/office/drawing/2014/main" id="{4EAF89C3-64F0-CCCB-CDC2-537E00860EA7}"/>
                    </a:ext>
                  </a:extLst>
                </p:cNvPr>
                <p:cNvPicPr/>
                <p:nvPr/>
              </p:nvPicPr>
              <p:blipFill>
                <a:blip r:embed="rId87"/>
                <a:stretch>
                  <a:fillRect/>
                </a:stretch>
              </p:blipFill>
              <p:spPr>
                <a:xfrm>
                  <a:off x="1855420" y="4440547"/>
                  <a:ext cx="20340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1" name="筆跡 60">
                  <a:extLst>
                    <a:ext uri="{FF2B5EF4-FFF2-40B4-BE49-F238E27FC236}">
                      <a16:creationId xmlns:a16="http://schemas.microsoft.com/office/drawing/2014/main" id="{4B9A37CB-A702-4449-BC0C-CF448252E6D1}"/>
                    </a:ext>
                  </a:extLst>
                </p14:cNvPr>
                <p14:cNvContentPartPr/>
                <p14:nvPr/>
              </p14:nvContentPartPr>
              <p14:xfrm>
                <a:off x="1936060" y="4553227"/>
                <a:ext cx="62280" cy="128160"/>
              </p14:xfrm>
            </p:contentPart>
          </mc:Choice>
          <mc:Fallback xmlns="">
            <p:pic>
              <p:nvPicPr>
                <p:cNvPr id="61" name="筆跡 60">
                  <a:extLst>
                    <a:ext uri="{FF2B5EF4-FFF2-40B4-BE49-F238E27FC236}">
                      <a16:creationId xmlns:a16="http://schemas.microsoft.com/office/drawing/2014/main" id="{4B9A37CB-A702-4449-BC0C-CF448252E6D1}"/>
                    </a:ext>
                  </a:extLst>
                </p:cNvPr>
                <p:cNvPicPr/>
                <p:nvPr/>
              </p:nvPicPr>
              <p:blipFill>
                <a:blip r:embed="rId89"/>
                <a:stretch>
                  <a:fillRect/>
                </a:stretch>
              </p:blipFill>
              <p:spPr>
                <a:xfrm>
                  <a:off x="1918060" y="4535227"/>
                  <a:ext cx="979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2" name="筆跡 61">
                  <a:extLst>
                    <a:ext uri="{FF2B5EF4-FFF2-40B4-BE49-F238E27FC236}">
                      <a16:creationId xmlns:a16="http://schemas.microsoft.com/office/drawing/2014/main" id="{CDCE0441-8A00-C333-9AF1-EA4D92FD989C}"/>
                    </a:ext>
                  </a:extLst>
                </p14:cNvPr>
                <p14:cNvContentPartPr/>
                <p14:nvPr/>
              </p14:nvContentPartPr>
              <p14:xfrm>
                <a:off x="1994020" y="4473307"/>
                <a:ext cx="97560" cy="146880"/>
              </p14:xfrm>
            </p:contentPart>
          </mc:Choice>
          <mc:Fallback xmlns="">
            <p:pic>
              <p:nvPicPr>
                <p:cNvPr id="62" name="筆跡 61">
                  <a:extLst>
                    <a:ext uri="{FF2B5EF4-FFF2-40B4-BE49-F238E27FC236}">
                      <a16:creationId xmlns:a16="http://schemas.microsoft.com/office/drawing/2014/main" id="{CDCE0441-8A00-C333-9AF1-EA4D92FD989C}"/>
                    </a:ext>
                  </a:extLst>
                </p:cNvPr>
                <p:cNvPicPr/>
                <p:nvPr/>
              </p:nvPicPr>
              <p:blipFill>
                <a:blip r:embed="rId91"/>
                <a:stretch>
                  <a:fillRect/>
                </a:stretch>
              </p:blipFill>
              <p:spPr>
                <a:xfrm>
                  <a:off x="1976020" y="4455263"/>
                  <a:ext cx="133200" cy="182608"/>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3" name="筆跡 62">
                  <a:extLst>
                    <a:ext uri="{FF2B5EF4-FFF2-40B4-BE49-F238E27FC236}">
                      <a16:creationId xmlns:a16="http://schemas.microsoft.com/office/drawing/2014/main" id="{AAC59DEC-34A5-B8CB-AC0C-B20393D8834F}"/>
                    </a:ext>
                  </a:extLst>
                </p14:cNvPr>
                <p14:cNvContentPartPr/>
                <p14:nvPr/>
              </p14:nvContentPartPr>
              <p14:xfrm>
                <a:off x="1250260" y="4308787"/>
                <a:ext cx="916920" cy="615960"/>
              </p14:xfrm>
            </p:contentPart>
          </mc:Choice>
          <mc:Fallback xmlns="">
            <p:pic>
              <p:nvPicPr>
                <p:cNvPr id="63" name="筆跡 62">
                  <a:extLst>
                    <a:ext uri="{FF2B5EF4-FFF2-40B4-BE49-F238E27FC236}">
                      <a16:creationId xmlns:a16="http://schemas.microsoft.com/office/drawing/2014/main" id="{AAC59DEC-34A5-B8CB-AC0C-B20393D8834F}"/>
                    </a:ext>
                  </a:extLst>
                </p:cNvPr>
                <p:cNvPicPr/>
                <p:nvPr/>
              </p:nvPicPr>
              <p:blipFill>
                <a:blip r:embed="rId93"/>
                <a:stretch>
                  <a:fillRect/>
                </a:stretch>
              </p:blipFill>
              <p:spPr>
                <a:xfrm>
                  <a:off x="1232260" y="4290798"/>
                  <a:ext cx="952560" cy="651579"/>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4">
            <p14:nvContentPartPr>
              <p14:cNvPr id="66" name="筆跡 65">
                <a:extLst>
                  <a:ext uri="{FF2B5EF4-FFF2-40B4-BE49-F238E27FC236}">
                    <a16:creationId xmlns:a16="http://schemas.microsoft.com/office/drawing/2014/main" id="{0C2F8BA5-E4D4-FB32-5B34-051F9BDC28A5}"/>
                  </a:ext>
                </a:extLst>
              </p14:cNvPr>
              <p14:cNvContentPartPr/>
              <p14:nvPr/>
            </p14:nvContentPartPr>
            <p14:xfrm>
              <a:off x="4835500" y="4086307"/>
              <a:ext cx="1105200" cy="842040"/>
            </p14:xfrm>
          </p:contentPart>
        </mc:Choice>
        <mc:Fallback xmlns="">
          <p:pic>
            <p:nvPicPr>
              <p:cNvPr id="66" name="筆跡 65">
                <a:extLst>
                  <a:ext uri="{FF2B5EF4-FFF2-40B4-BE49-F238E27FC236}">
                    <a16:creationId xmlns:a16="http://schemas.microsoft.com/office/drawing/2014/main" id="{0C2F8BA5-E4D4-FB32-5B34-051F9BDC28A5}"/>
                  </a:ext>
                </a:extLst>
              </p:cNvPr>
              <p:cNvPicPr/>
              <p:nvPr/>
            </p:nvPicPr>
            <p:blipFill>
              <a:blip r:embed="rId95"/>
              <a:stretch>
                <a:fillRect/>
              </a:stretch>
            </p:blipFill>
            <p:spPr>
              <a:xfrm>
                <a:off x="4817500" y="4068307"/>
                <a:ext cx="1140840" cy="877680"/>
              </a:xfrm>
              <a:prstGeom prst="rect">
                <a:avLst/>
              </a:prstGeom>
            </p:spPr>
          </p:pic>
        </mc:Fallback>
      </mc:AlternateContent>
      <p:grpSp>
        <p:nvGrpSpPr>
          <p:cNvPr id="88" name="群組 87">
            <a:extLst>
              <a:ext uri="{FF2B5EF4-FFF2-40B4-BE49-F238E27FC236}">
                <a16:creationId xmlns:a16="http://schemas.microsoft.com/office/drawing/2014/main" id="{F465FA7D-ABA5-625C-EAAC-6D9B153BA585}"/>
              </a:ext>
            </a:extLst>
          </p:cNvPr>
          <p:cNvGrpSpPr/>
          <p:nvPr/>
        </p:nvGrpSpPr>
        <p:grpSpPr>
          <a:xfrm>
            <a:off x="5730820" y="3701107"/>
            <a:ext cx="1012680" cy="710640"/>
            <a:chOff x="5730820" y="3701107"/>
            <a:chExt cx="1012680" cy="710640"/>
          </a:xfrm>
        </p:grpSpPr>
        <mc:AlternateContent xmlns:mc="http://schemas.openxmlformats.org/markup-compatibility/2006" xmlns:p14="http://schemas.microsoft.com/office/powerpoint/2010/main">
          <mc:Choice Requires="p14">
            <p:contentPart p14:bwMode="auto" r:id="rId96">
              <p14:nvContentPartPr>
                <p14:cNvPr id="67" name="筆跡 66">
                  <a:extLst>
                    <a:ext uri="{FF2B5EF4-FFF2-40B4-BE49-F238E27FC236}">
                      <a16:creationId xmlns:a16="http://schemas.microsoft.com/office/drawing/2014/main" id="{E03B0C7F-2034-3BF3-9793-D04E0141651E}"/>
                    </a:ext>
                  </a:extLst>
                </p14:cNvPr>
                <p14:cNvContentPartPr/>
                <p14:nvPr/>
              </p14:nvContentPartPr>
              <p14:xfrm>
                <a:off x="5879500" y="3764827"/>
                <a:ext cx="78840" cy="16560"/>
              </p14:xfrm>
            </p:contentPart>
          </mc:Choice>
          <mc:Fallback xmlns="">
            <p:pic>
              <p:nvPicPr>
                <p:cNvPr id="67" name="筆跡 66">
                  <a:extLst>
                    <a:ext uri="{FF2B5EF4-FFF2-40B4-BE49-F238E27FC236}">
                      <a16:creationId xmlns:a16="http://schemas.microsoft.com/office/drawing/2014/main" id="{E03B0C7F-2034-3BF3-9793-D04E0141651E}"/>
                    </a:ext>
                  </a:extLst>
                </p:cNvPr>
                <p:cNvPicPr/>
                <p:nvPr/>
              </p:nvPicPr>
              <p:blipFill>
                <a:blip r:embed="rId97"/>
                <a:stretch>
                  <a:fillRect/>
                </a:stretch>
              </p:blipFill>
              <p:spPr>
                <a:xfrm>
                  <a:off x="5861500" y="3746827"/>
                  <a:ext cx="11448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8" name="筆跡 67">
                  <a:extLst>
                    <a:ext uri="{FF2B5EF4-FFF2-40B4-BE49-F238E27FC236}">
                      <a16:creationId xmlns:a16="http://schemas.microsoft.com/office/drawing/2014/main" id="{EB9D5545-AECA-BC1A-302D-ED32D7928B70}"/>
                    </a:ext>
                  </a:extLst>
                </p14:cNvPr>
                <p14:cNvContentPartPr/>
                <p14:nvPr/>
              </p14:nvContentPartPr>
              <p14:xfrm>
                <a:off x="5863300" y="3701107"/>
                <a:ext cx="54720" cy="283320"/>
              </p14:xfrm>
            </p:contentPart>
          </mc:Choice>
          <mc:Fallback xmlns="">
            <p:pic>
              <p:nvPicPr>
                <p:cNvPr id="68" name="筆跡 67">
                  <a:extLst>
                    <a:ext uri="{FF2B5EF4-FFF2-40B4-BE49-F238E27FC236}">
                      <a16:creationId xmlns:a16="http://schemas.microsoft.com/office/drawing/2014/main" id="{EB9D5545-AECA-BC1A-302D-ED32D7928B70}"/>
                    </a:ext>
                  </a:extLst>
                </p:cNvPr>
                <p:cNvPicPr/>
                <p:nvPr/>
              </p:nvPicPr>
              <p:blipFill>
                <a:blip r:embed="rId99"/>
                <a:stretch>
                  <a:fillRect/>
                </a:stretch>
              </p:blipFill>
              <p:spPr>
                <a:xfrm>
                  <a:off x="5845300" y="3683084"/>
                  <a:ext cx="90360" cy="319005"/>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9" name="筆跡 68">
                  <a:extLst>
                    <a:ext uri="{FF2B5EF4-FFF2-40B4-BE49-F238E27FC236}">
                      <a16:creationId xmlns:a16="http://schemas.microsoft.com/office/drawing/2014/main" id="{2D25AB5D-3EE0-99E4-9700-EBB4D4BD326C}"/>
                    </a:ext>
                  </a:extLst>
                </p14:cNvPr>
                <p14:cNvContentPartPr/>
                <p14:nvPr/>
              </p14:nvContentPartPr>
              <p14:xfrm>
                <a:off x="5813980" y="3853747"/>
                <a:ext cx="48600" cy="35640"/>
              </p14:xfrm>
            </p:contentPart>
          </mc:Choice>
          <mc:Fallback xmlns="">
            <p:pic>
              <p:nvPicPr>
                <p:cNvPr id="69" name="筆跡 68">
                  <a:extLst>
                    <a:ext uri="{FF2B5EF4-FFF2-40B4-BE49-F238E27FC236}">
                      <a16:creationId xmlns:a16="http://schemas.microsoft.com/office/drawing/2014/main" id="{2D25AB5D-3EE0-99E4-9700-EBB4D4BD326C}"/>
                    </a:ext>
                  </a:extLst>
                </p:cNvPr>
                <p:cNvPicPr/>
                <p:nvPr/>
              </p:nvPicPr>
              <p:blipFill>
                <a:blip r:embed="rId101"/>
                <a:stretch>
                  <a:fillRect/>
                </a:stretch>
              </p:blipFill>
              <p:spPr>
                <a:xfrm>
                  <a:off x="5795980" y="3835747"/>
                  <a:ext cx="8424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0" name="筆跡 69">
                  <a:extLst>
                    <a:ext uri="{FF2B5EF4-FFF2-40B4-BE49-F238E27FC236}">
                      <a16:creationId xmlns:a16="http://schemas.microsoft.com/office/drawing/2014/main" id="{0D988893-C638-E09E-4ED7-500FED267440}"/>
                    </a:ext>
                  </a:extLst>
                </p14:cNvPr>
                <p14:cNvContentPartPr/>
                <p14:nvPr/>
              </p14:nvContentPartPr>
              <p14:xfrm>
                <a:off x="5824420" y="3847627"/>
                <a:ext cx="73440" cy="66600"/>
              </p14:xfrm>
            </p:contentPart>
          </mc:Choice>
          <mc:Fallback xmlns="">
            <p:pic>
              <p:nvPicPr>
                <p:cNvPr id="70" name="筆跡 69">
                  <a:extLst>
                    <a:ext uri="{FF2B5EF4-FFF2-40B4-BE49-F238E27FC236}">
                      <a16:creationId xmlns:a16="http://schemas.microsoft.com/office/drawing/2014/main" id="{0D988893-C638-E09E-4ED7-500FED267440}"/>
                    </a:ext>
                  </a:extLst>
                </p:cNvPr>
                <p:cNvPicPr/>
                <p:nvPr/>
              </p:nvPicPr>
              <p:blipFill>
                <a:blip r:embed="rId103"/>
                <a:stretch>
                  <a:fillRect/>
                </a:stretch>
              </p:blipFill>
              <p:spPr>
                <a:xfrm>
                  <a:off x="5806508" y="3829627"/>
                  <a:ext cx="108906"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1" name="筆跡 70">
                  <a:extLst>
                    <a:ext uri="{FF2B5EF4-FFF2-40B4-BE49-F238E27FC236}">
                      <a16:creationId xmlns:a16="http://schemas.microsoft.com/office/drawing/2014/main" id="{54865C87-3AC2-66BC-007C-460791B6BA45}"/>
                    </a:ext>
                  </a:extLst>
                </p14:cNvPr>
                <p14:cNvContentPartPr/>
                <p14:nvPr/>
              </p14:nvContentPartPr>
              <p14:xfrm>
                <a:off x="5954740" y="3733507"/>
                <a:ext cx="44280" cy="100080"/>
              </p14:xfrm>
            </p:contentPart>
          </mc:Choice>
          <mc:Fallback xmlns="">
            <p:pic>
              <p:nvPicPr>
                <p:cNvPr id="71" name="筆跡 70">
                  <a:extLst>
                    <a:ext uri="{FF2B5EF4-FFF2-40B4-BE49-F238E27FC236}">
                      <a16:creationId xmlns:a16="http://schemas.microsoft.com/office/drawing/2014/main" id="{54865C87-3AC2-66BC-007C-460791B6BA45}"/>
                    </a:ext>
                  </a:extLst>
                </p:cNvPr>
                <p:cNvPicPr/>
                <p:nvPr/>
              </p:nvPicPr>
              <p:blipFill>
                <a:blip r:embed="rId105"/>
                <a:stretch>
                  <a:fillRect/>
                </a:stretch>
              </p:blipFill>
              <p:spPr>
                <a:xfrm>
                  <a:off x="5936740" y="3715507"/>
                  <a:ext cx="799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2" name="筆跡 71">
                  <a:extLst>
                    <a:ext uri="{FF2B5EF4-FFF2-40B4-BE49-F238E27FC236}">
                      <a16:creationId xmlns:a16="http://schemas.microsoft.com/office/drawing/2014/main" id="{D2EE2BD2-BCE4-833F-CED7-2F22014E32C7}"/>
                    </a:ext>
                  </a:extLst>
                </p14:cNvPr>
                <p14:cNvContentPartPr/>
                <p14:nvPr/>
              </p14:nvContentPartPr>
              <p14:xfrm>
                <a:off x="5906140" y="3867427"/>
                <a:ext cx="88920" cy="22680"/>
              </p14:xfrm>
            </p:contentPart>
          </mc:Choice>
          <mc:Fallback xmlns="">
            <p:pic>
              <p:nvPicPr>
                <p:cNvPr id="72" name="筆跡 71">
                  <a:extLst>
                    <a:ext uri="{FF2B5EF4-FFF2-40B4-BE49-F238E27FC236}">
                      <a16:creationId xmlns:a16="http://schemas.microsoft.com/office/drawing/2014/main" id="{D2EE2BD2-BCE4-833F-CED7-2F22014E32C7}"/>
                    </a:ext>
                  </a:extLst>
                </p:cNvPr>
                <p:cNvPicPr/>
                <p:nvPr/>
              </p:nvPicPr>
              <p:blipFill>
                <a:blip r:embed="rId107"/>
                <a:stretch>
                  <a:fillRect/>
                </a:stretch>
              </p:blipFill>
              <p:spPr>
                <a:xfrm>
                  <a:off x="5888140" y="3849427"/>
                  <a:ext cx="12456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3" name="筆跡 72">
                  <a:extLst>
                    <a:ext uri="{FF2B5EF4-FFF2-40B4-BE49-F238E27FC236}">
                      <a16:creationId xmlns:a16="http://schemas.microsoft.com/office/drawing/2014/main" id="{7F0E3CF3-B530-A0D6-105F-80B2A9B5FCCA}"/>
                    </a:ext>
                  </a:extLst>
                </p14:cNvPr>
                <p14:cNvContentPartPr/>
                <p14:nvPr/>
              </p14:nvContentPartPr>
              <p14:xfrm>
                <a:off x="5963020" y="3773827"/>
                <a:ext cx="95040" cy="139680"/>
              </p14:xfrm>
            </p:contentPart>
          </mc:Choice>
          <mc:Fallback xmlns="">
            <p:pic>
              <p:nvPicPr>
                <p:cNvPr id="73" name="筆跡 72">
                  <a:extLst>
                    <a:ext uri="{FF2B5EF4-FFF2-40B4-BE49-F238E27FC236}">
                      <a16:creationId xmlns:a16="http://schemas.microsoft.com/office/drawing/2014/main" id="{7F0E3CF3-B530-A0D6-105F-80B2A9B5FCCA}"/>
                    </a:ext>
                  </a:extLst>
                </p:cNvPr>
                <p:cNvPicPr/>
                <p:nvPr/>
              </p:nvPicPr>
              <p:blipFill>
                <a:blip r:embed="rId109"/>
                <a:stretch>
                  <a:fillRect/>
                </a:stretch>
              </p:blipFill>
              <p:spPr>
                <a:xfrm>
                  <a:off x="5945020" y="3755873"/>
                  <a:ext cx="130680" cy="175228"/>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4" name="筆跡 73">
                  <a:extLst>
                    <a:ext uri="{FF2B5EF4-FFF2-40B4-BE49-F238E27FC236}">
                      <a16:creationId xmlns:a16="http://schemas.microsoft.com/office/drawing/2014/main" id="{D0776C37-6936-DB6C-73DB-4FB472ED7269}"/>
                    </a:ext>
                  </a:extLst>
                </p14:cNvPr>
                <p14:cNvContentPartPr/>
                <p14:nvPr/>
              </p14:nvContentPartPr>
              <p14:xfrm>
                <a:off x="6003700" y="3794707"/>
                <a:ext cx="80640" cy="60480"/>
              </p14:xfrm>
            </p:contentPart>
          </mc:Choice>
          <mc:Fallback xmlns="">
            <p:pic>
              <p:nvPicPr>
                <p:cNvPr id="74" name="筆跡 73">
                  <a:extLst>
                    <a:ext uri="{FF2B5EF4-FFF2-40B4-BE49-F238E27FC236}">
                      <a16:creationId xmlns:a16="http://schemas.microsoft.com/office/drawing/2014/main" id="{D0776C37-6936-DB6C-73DB-4FB472ED7269}"/>
                    </a:ext>
                  </a:extLst>
                </p:cNvPr>
                <p:cNvPicPr/>
                <p:nvPr/>
              </p:nvPicPr>
              <p:blipFill>
                <a:blip r:embed="rId111"/>
                <a:stretch>
                  <a:fillRect/>
                </a:stretch>
              </p:blipFill>
              <p:spPr>
                <a:xfrm>
                  <a:off x="5985700" y="3776599"/>
                  <a:ext cx="116280" cy="96333"/>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5" name="筆跡 74">
                  <a:extLst>
                    <a:ext uri="{FF2B5EF4-FFF2-40B4-BE49-F238E27FC236}">
                      <a16:creationId xmlns:a16="http://schemas.microsoft.com/office/drawing/2014/main" id="{C0B9855C-60FA-8F78-DD2E-CBB3974F0FC1}"/>
                    </a:ext>
                  </a:extLst>
                </p14:cNvPr>
                <p14:cNvContentPartPr/>
                <p14:nvPr/>
              </p14:nvContentPartPr>
              <p14:xfrm>
                <a:off x="6007660" y="3886867"/>
                <a:ext cx="67320" cy="84960"/>
              </p14:xfrm>
            </p:contentPart>
          </mc:Choice>
          <mc:Fallback xmlns="">
            <p:pic>
              <p:nvPicPr>
                <p:cNvPr id="75" name="筆跡 74">
                  <a:extLst>
                    <a:ext uri="{FF2B5EF4-FFF2-40B4-BE49-F238E27FC236}">
                      <a16:creationId xmlns:a16="http://schemas.microsoft.com/office/drawing/2014/main" id="{C0B9855C-60FA-8F78-DD2E-CBB3974F0FC1}"/>
                    </a:ext>
                  </a:extLst>
                </p:cNvPr>
                <p:cNvPicPr/>
                <p:nvPr/>
              </p:nvPicPr>
              <p:blipFill>
                <a:blip r:embed="rId113"/>
                <a:stretch>
                  <a:fillRect/>
                </a:stretch>
              </p:blipFill>
              <p:spPr>
                <a:xfrm>
                  <a:off x="5989660" y="3868943"/>
                  <a:ext cx="102960" cy="12045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6" name="筆跡 75">
                  <a:extLst>
                    <a:ext uri="{FF2B5EF4-FFF2-40B4-BE49-F238E27FC236}">
                      <a16:creationId xmlns:a16="http://schemas.microsoft.com/office/drawing/2014/main" id="{9A7A6A70-8D79-1A3E-9A4B-F83B620AFFF0}"/>
                    </a:ext>
                  </a:extLst>
                </p14:cNvPr>
                <p14:cNvContentPartPr/>
                <p14:nvPr/>
              </p14:nvContentPartPr>
              <p14:xfrm>
                <a:off x="6008380" y="3846547"/>
                <a:ext cx="87480" cy="127080"/>
              </p14:xfrm>
            </p:contentPart>
          </mc:Choice>
          <mc:Fallback xmlns="">
            <p:pic>
              <p:nvPicPr>
                <p:cNvPr id="76" name="筆跡 75">
                  <a:extLst>
                    <a:ext uri="{FF2B5EF4-FFF2-40B4-BE49-F238E27FC236}">
                      <a16:creationId xmlns:a16="http://schemas.microsoft.com/office/drawing/2014/main" id="{9A7A6A70-8D79-1A3E-9A4B-F83B620AFFF0}"/>
                    </a:ext>
                  </a:extLst>
                </p:cNvPr>
                <p:cNvPicPr/>
                <p:nvPr/>
              </p:nvPicPr>
              <p:blipFill>
                <a:blip r:embed="rId115"/>
                <a:stretch>
                  <a:fillRect/>
                </a:stretch>
              </p:blipFill>
              <p:spPr>
                <a:xfrm>
                  <a:off x="5990380" y="3828547"/>
                  <a:ext cx="1231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7" name="筆跡 76">
                  <a:extLst>
                    <a:ext uri="{FF2B5EF4-FFF2-40B4-BE49-F238E27FC236}">
                      <a16:creationId xmlns:a16="http://schemas.microsoft.com/office/drawing/2014/main" id="{0ECC397F-DBD4-A39D-10CF-D4AC72B493CC}"/>
                    </a:ext>
                  </a:extLst>
                </p14:cNvPr>
                <p14:cNvContentPartPr/>
                <p14:nvPr/>
              </p14:nvContentPartPr>
              <p14:xfrm>
                <a:off x="6071380" y="3945907"/>
                <a:ext cx="114840" cy="140760"/>
              </p14:xfrm>
            </p:contentPart>
          </mc:Choice>
          <mc:Fallback xmlns="">
            <p:pic>
              <p:nvPicPr>
                <p:cNvPr id="77" name="筆跡 76">
                  <a:extLst>
                    <a:ext uri="{FF2B5EF4-FFF2-40B4-BE49-F238E27FC236}">
                      <a16:creationId xmlns:a16="http://schemas.microsoft.com/office/drawing/2014/main" id="{0ECC397F-DBD4-A39D-10CF-D4AC72B493CC}"/>
                    </a:ext>
                  </a:extLst>
                </p:cNvPr>
                <p:cNvPicPr/>
                <p:nvPr/>
              </p:nvPicPr>
              <p:blipFill>
                <a:blip r:embed="rId117"/>
                <a:stretch>
                  <a:fillRect/>
                </a:stretch>
              </p:blipFill>
              <p:spPr>
                <a:xfrm>
                  <a:off x="6053380" y="3927861"/>
                  <a:ext cx="150480" cy="176491"/>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8" name="筆跡 77">
                  <a:extLst>
                    <a:ext uri="{FF2B5EF4-FFF2-40B4-BE49-F238E27FC236}">
                      <a16:creationId xmlns:a16="http://schemas.microsoft.com/office/drawing/2014/main" id="{C3EE046F-4B53-2C4D-5D8D-AC5EFF83B111}"/>
                    </a:ext>
                  </a:extLst>
                </p14:cNvPr>
                <p14:cNvContentPartPr/>
                <p14:nvPr/>
              </p14:nvContentPartPr>
              <p14:xfrm>
                <a:off x="6095140" y="4005307"/>
                <a:ext cx="150120" cy="39240"/>
              </p14:xfrm>
            </p:contentPart>
          </mc:Choice>
          <mc:Fallback xmlns="">
            <p:pic>
              <p:nvPicPr>
                <p:cNvPr id="78" name="筆跡 77">
                  <a:extLst>
                    <a:ext uri="{FF2B5EF4-FFF2-40B4-BE49-F238E27FC236}">
                      <a16:creationId xmlns:a16="http://schemas.microsoft.com/office/drawing/2014/main" id="{C3EE046F-4B53-2C4D-5D8D-AC5EFF83B111}"/>
                    </a:ext>
                  </a:extLst>
                </p:cNvPr>
                <p:cNvPicPr/>
                <p:nvPr/>
              </p:nvPicPr>
              <p:blipFill>
                <a:blip r:embed="rId119"/>
                <a:stretch>
                  <a:fillRect/>
                </a:stretch>
              </p:blipFill>
              <p:spPr>
                <a:xfrm>
                  <a:off x="6077140" y="3987307"/>
                  <a:ext cx="1857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9" name="筆跡 78">
                  <a:extLst>
                    <a:ext uri="{FF2B5EF4-FFF2-40B4-BE49-F238E27FC236}">
                      <a16:creationId xmlns:a16="http://schemas.microsoft.com/office/drawing/2014/main" id="{5CFB7237-64A8-F9AE-6B56-458271381C8E}"/>
                    </a:ext>
                  </a:extLst>
                </p14:cNvPr>
                <p14:cNvContentPartPr/>
                <p14:nvPr/>
              </p14:nvContentPartPr>
              <p14:xfrm>
                <a:off x="6099820" y="4070107"/>
                <a:ext cx="144000" cy="25920"/>
              </p14:xfrm>
            </p:contentPart>
          </mc:Choice>
          <mc:Fallback xmlns="">
            <p:pic>
              <p:nvPicPr>
                <p:cNvPr id="79" name="筆跡 78">
                  <a:extLst>
                    <a:ext uri="{FF2B5EF4-FFF2-40B4-BE49-F238E27FC236}">
                      <a16:creationId xmlns:a16="http://schemas.microsoft.com/office/drawing/2014/main" id="{5CFB7237-64A8-F9AE-6B56-458271381C8E}"/>
                    </a:ext>
                  </a:extLst>
                </p:cNvPr>
                <p:cNvPicPr/>
                <p:nvPr/>
              </p:nvPicPr>
              <p:blipFill>
                <a:blip r:embed="rId121"/>
                <a:stretch>
                  <a:fillRect/>
                </a:stretch>
              </p:blipFill>
              <p:spPr>
                <a:xfrm>
                  <a:off x="6081820" y="4052107"/>
                  <a:ext cx="17964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0" name="筆跡 79">
                  <a:extLst>
                    <a:ext uri="{FF2B5EF4-FFF2-40B4-BE49-F238E27FC236}">
                      <a16:creationId xmlns:a16="http://schemas.microsoft.com/office/drawing/2014/main" id="{8348886D-07B2-0892-8EA6-B3EB09E2258B}"/>
                    </a:ext>
                  </a:extLst>
                </p14:cNvPr>
                <p14:cNvContentPartPr/>
                <p14:nvPr/>
              </p14:nvContentPartPr>
              <p14:xfrm>
                <a:off x="6155620" y="3975427"/>
                <a:ext cx="63720" cy="169920"/>
              </p14:xfrm>
            </p:contentPart>
          </mc:Choice>
          <mc:Fallback xmlns="">
            <p:pic>
              <p:nvPicPr>
                <p:cNvPr id="80" name="筆跡 79">
                  <a:extLst>
                    <a:ext uri="{FF2B5EF4-FFF2-40B4-BE49-F238E27FC236}">
                      <a16:creationId xmlns:a16="http://schemas.microsoft.com/office/drawing/2014/main" id="{8348886D-07B2-0892-8EA6-B3EB09E2258B}"/>
                    </a:ext>
                  </a:extLst>
                </p:cNvPr>
                <p:cNvPicPr/>
                <p:nvPr/>
              </p:nvPicPr>
              <p:blipFill>
                <a:blip r:embed="rId123"/>
                <a:stretch>
                  <a:fillRect/>
                </a:stretch>
              </p:blipFill>
              <p:spPr>
                <a:xfrm>
                  <a:off x="6137620" y="3957427"/>
                  <a:ext cx="9936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1" name="筆跡 80">
                  <a:extLst>
                    <a:ext uri="{FF2B5EF4-FFF2-40B4-BE49-F238E27FC236}">
                      <a16:creationId xmlns:a16="http://schemas.microsoft.com/office/drawing/2014/main" id="{F321E11F-F27C-82F6-1F53-D29ADA695748}"/>
                    </a:ext>
                  </a:extLst>
                </p14:cNvPr>
                <p14:cNvContentPartPr/>
                <p14:nvPr/>
              </p14:nvContentPartPr>
              <p14:xfrm>
                <a:off x="6055180" y="4177027"/>
                <a:ext cx="176040" cy="11520"/>
              </p14:xfrm>
            </p:contentPart>
          </mc:Choice>
          <mc:Fallback xmlns="">
            <p:pic>
              <p:nvPicPr>
                <p:cNvPr id="81" name="筆跡 80">
                  <a:extLst>
                    <a:ext uri="{FF2B5EF4-FFF2-40B4-BE49-F238E27FC236}">
                      <a16:creationId xmlns:a16="http://schemas.microsoft.com/office/drawing/2014/main" id="{F321E11F-F27C-82F6-1F53-D29ADA695748}"/>
                    </a:ext>
                  </a:extLst>
                </p:cNvPr>
                <p:cNvPicPr/>
                <p:nvPr/>
              </p:nvPicPr>
              <p:blipFill>
                <a:blip r:embed="rId125"/>
                <a:stretch>
                  <a:fillRect/>
                </a:stretch>
              </p:blipFill>
              <p:spPr>
                <a:xfrm>
                  <a:off x="6037180" y="4159027"/>
                  <a:ext cx="21168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2" name="筆跡 81">
                  <a:extLst>
                    <a:ext uri="{FF2B5EF4-FFF2-40B4-BE49-F238E27FC236}">
                      <a16:creationId xmlns:a16="http://schemas.microsoft.com/office/drawing/2014/main" id="{5747D977-4AD8-99D9-5B73-CDF0A1E52AF0}"/>
                    </a:ext>
                  </a:extLst>
                </p14:cNvPr>
                <p14:cNvContentPartPr/>
                <p14:nvPr/>
              </p14:nvContentPartPr>
              <p14:xfrm>
                <a:off x="6407980" y="3962827"/>
                <a:ext cx="110520" cy="43560"/>
              </p14:xfrm>
            </p:contentPart>
          </mc:Choice>
          <mc:Fallback xmlns="">
            <p:pic>
              <p:nvPicPr>
                <p:cNvPr id="82" name="筆跡 81">
                  <a:extLst>
                    <a:ext uri="{FF2B5EF4-FFF2-40B4-BE49-F238E27FC236}">
                      <a16:creationId xmlns:a16="http://schemas.microsoft.com/office/drawing/2014/main" id="{5747D977-4AD8-99D9-5B73-CDF0A1E52AF0}"/>
                    </a:ext>
                  </a:extLst>
                </p:cNvPr>
                <p:cNvPicPr/>
                <p:nvPr/>
              </p:nvPicPr>
              <p:blipFill>
                <a:blip r:embed="rId127"/>
                <a:stretch>
                  <a:fillRect/>
                </a:stretch>
              </p:blipFill>
              <p:spPr>
                <a:xfrm>
                  <a:off x="6389980" y="3944975"/>
                  <a:ext cx="146160" cy="78908"/>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3" name="筆跡 82">
                  <a:extLst>
                    <a:ext uri="{FF2B5EF4-FFF2-40B4-BE49-F238E27FC236}">
                      <a16:creationId xmlns:a16="http://schemas.microsoft.com/office/drawing/2014/main" id="{DBB6D289-B5BE-81F9-91EE-514D719E8CC3}"/>
                    </a:ext>
                  </a:extLst>
                </p14:cNvPr>
                <p14:cNvContentPartPr/>
                <p14:nvPr/>
              </p14:nvContentPartPr>
              <p14:xfrm>
                <a:off x="6402580" y="4059667"/>
                <a:ext cx="107640" cy="11520"/>
              </p14:xfrm>
            </p:contentPart>
          </mc:Choice>
          <mc:Fallback xmlns="">
            <p:pic>
              <p:nvPicPr>
                <p:cNvPr id="83" name="筆跡 82">
                  <a:extLst>
                    <a:ext uri="{FF2B5EF4-FFF2-40B4-BE49-F238E27FC236}">
                      <a16:creationId xmlns:a16="http://schemas.microsoft.com/office/drawing/2014/main" id="{DBB6D289-B5BE-81F9-91EE-514D719E8CC3}"/>
                    </a:ext>
                  </a:extLst>
                </p:cNvPr>
                <p:cNvPicPr/>
                <p:nvPr/>
              </p:nvPicPr>
              <p:blipFill>
                <a:blip r:embed="rId129"/>
                <a:stretch>
                  <a:fillRect/>
                </a:stretch>
              </p:blipFill>
              <p:spPr>
                <a:xfrm>
                  <a:off x="6384640" y="4041667"/>
                  <a:ext cx="143161"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4" name="筆跡 83">
                  <a:extLst>
                    <a:ext uri="{FF2B5EF4-FFF2-40B4-BE49-F238E27FC236}">
                      <a16:creationId xmlns:a16="http://schemas.microsoft.com/office/drawing/2014/main" id="{785AABFA-8436-3969-B7A7-92B737D04BEB}"/>
                    </a:ext>
                  </a:extLst>
                </p14:cNvPr>
                <p14:cNvContentPartPr/>
                <p14:nvPr/>
              </p14:nvContentPartPr>
              <p14:xfrm>
                <a:off x="6325900" y="4061827"/>
                <a:ext cx="127440" cy="97200"/>
              </p14:xfrm>
            </p:contentPart>
          </mc:Choice>
          <mc:Fallback xmlns="">
            <p:pic>
              <p:nvPicPr>
                <p:cNvPr id="84" name="筆跡 83">
                  <a:extLst>
                    <a:ext uri="{FF2B5EF4-FFF2-40B4-BE49-F238E27FC236}">
                      <a16:creationId xmlns:a16="http://schemas.microsoft.com/office/drawing/2014/main" id="{785AABFA-8436-3969-B7A7-92B737D04BEB}"/>
                    </a:ext>
                  </a:extLst>
                </p:cNvPr>
                <p:cNvPicPr/>
                <p:nvPr/>
              </p:nvPicPr>
              <p:blipFill>
                <a:blip r:embed="rId131"/>
                <a:stretch>
                  <a:fillRect/>
                </a:stretch>
              </p:blipFill>
              <p:spPr>
                <a:xfrm>
                  <a:off x="6307900" y="4043827"/>
                  <a:ext cx="1630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5" name="筆跡 84">
                  <a:extLst>
                    <a:ext uri="{FF2B5EF4-FFF2-40B4-BE49-F238E27FC236}">
                      <a16:creationId xmlns:a16="http://schemas.microsoft.com/office/drawing/2014/main" id="{1C585C3B-E6AA-F9D2-82CE-E2689EF55263}"/>
                    </a:ext>
                  </a:extLst>
                </p14:cNvPr>
                <p14:cNvContentPartPr/>
                <p14:nvPr/>
              </p14:nvContentPartPr>
              <p14:xfrm>
                <a:off x="6368380" y="4112227"/>
                <a:ext cx="99360" cy="168840"/>
              </p14:xfrm>
            </p:contentPart>
          </mc:Choice>
          <mc:Fallback xmlns="">
            <p:pic>
              <p:nvPicPr>
                <p:cNvPr id="85" name="筆跡 84">
                  <a:extLst>
                    <a:ext uri="{FF2B5EF4-FFF2-40B4-BE49-F238E27FC236}">
                      <a16:creationId xmlns:a16="http://schemas.microsoft.com/office/drawing/2014/main" id="{1C585C3B-E6AA-F9D2-82CE-E2689EF55263}"/>
                    </a:ext>
                  </a:extLst>
                </p:cNvPr>
                <p:cNvPicPr/>
                <p:nvPr/>
              </p:nvPicPr>
              <p:blipFill>
                <a:blip r:embed="rId133"/>
                <a:stretch>
                  <a:fillRect/>
                </a:stretch>
              </p:blipFill>
              <p:spPr>
                <a:xfrm>
                  <a:off x="6350380" y="4094227"/>
                  <a:ext cx="13500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6" name="筆跡 85">
                  <a:extLst>
                    <a:ext uri="{FF2B5EF4-FFF2-40B4-BE49-F238E27FC236}">
                      <a16:creationId xmlns:a16="http://schemas.microsoft.com/office/drawing/2014/main" id="{91A46ADC-26BD-765A-1715-FB8A3A4872D9}"/>
                    </a:ext>
                  </a:extLst>
                </p14:cNvPr>
                <p14:cNvContentPartPr/>
                <p14:nvPr/>
              </p14:nvContentPartPr>
              <p14:xfrm>
                <a:off x="6450820" y="4123387"/>
                <a:ext cx="107640" cy="97920"/>
              </p14:xfrm>
            </p:contentPart>
          </mc:Choice>
          <mc:Fallback xmlns="">
            <p:pic>
              <p:nvPicPr>
                <p:cNvPr id="86" name="筆跡 85">
                  <a:extLst>
                    <a:ext uri="{FF2B5EF4-FFF2-40B4-BE49-F238E27FC236}">
                      <a16:creationId xmlns:a16="http://schemas.microsoft.com/office/drawing/2014/main" id="{91A46ADC-26BD-765A-1715-FB8A3A4872D9}"/>
                    </a:ext>
                  </a:extLst>
                </p:cNvPr>
                <p:cNvPicPr/>
                <p:nvPr/>
              </p:nvPicPr>
              <p:blipFill>
                <a:blip r:embed="rId135"/>
                <a:stretch>
                  <a:fillRect/>
                </a:stretch>
              </p:blipFill>
              <p:spPr>
                <a:xfrm>
                  <a:off x="6432760" y="4105387"/>
                  <a:ext cx="1434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7" name="筆跡 86">
                  <a:extLst>
                    <a:ext uri="{FF2B5EF4-FFF2-40B4-BE49-F238E27FC236}">
                      <a16:creationId xmlns:a16="http://schemas.microsoft.com/office/drawing/2014/main" id="{2DD1342A-2255-392A-0E8B-346ABCF5AEDC}"/>
                    </a:ext>
                  </a:extLst>
                </p14:cNvPr>
                <p14:cNvContentPartPr/>
                <p14:nvPr/>
              </p14:nvContentPartPr>
              <p14:xfrm>
                <a:off x="5730820" y="3711187"/>
                <a:ext cx="1012680" cy="700560"/>
              </p14:xfrm>
            </p:contentPart>
          </mc:Choice>
          <mc:Fallback xmlns="">
            <p:pic>
              <p:nvPicPr>
                <p:cNvPr id="87" name="筆跡 86">
                  <a:extLst>
                    <a:ext uri="{FF2B5EF4-FFF2-40B4-BE49-F238E27FC236}">
                      <a16:creationId xmlns:a16="http://schemas.microsoft.com/office/drawing/2014/main" id="{2DD1342A-2255-392A-0E8B-346ABCF5AEDC}"/>
                    </a:ext>
                  </a:extLst>
                </p:cNvPr>
                <p:cNvPicPr/>
                <p:nvPr/>
              </p:nvPicPr>
              <p:blipFill>
                <a:blip r:embed="rId137"/>
                <a:stretch>
                  <a:fillRect/>
                </a:stretch>
              </p:blipFill>
              <p:spPr>
                <a:xfrm>
                  <a:off x="5712820" y="3693178"/>
                  <a:ext cx="1048320" cy="736218"/>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8">
            <p14:nvContentPartPr>
              <p14:cNvPr id="89" name="筆跡 88">
                <a:extLst>
                  <a:ext uri="{FF2B5EF4-FFF2-40B4-BE49-F238E27FC236}">
                    <a16:creationId xmlns:a16="http://schemas.microsoft.com/office/drawing/2014/main" id="{BAC1917B-A997-56B5-8700-74F3DA8FCD49}"/>
                  </a:ext>
                </a:extLst>
              </p14:cNvPr>
              <p14:cNvContentPartPr/>
              <p14:nvPr/>
            </p14:nvContentPartPr>
            <p14:xfrm>
              <a:off x="9044260" y="2906587"/>
              <a:ext cx="1917000" cy="2131200"/>
            </p14:xfrm>
          </p:contentPart>
        </mc:Choice>
        <mc:Fallback xmlns="">
          <p:pic>
            <p:nvPicPr>
              <p:cNvPr id="89" name="筆跡 88">
                <a:extLst>
                  <a:ext uri="{FF2B5EF4-FFF2-40B4-BE49-F238E27FC236}">
                    <a16:creationId xmlns:a16="http://schemas.microsoft.com/office/drawing/2014/main" id="{BAC1917B-A997-56B5-8700-74F3DA8FCD49}"/>
                  </a:ext>
                </a:extLst>
              </p:cNvPr>
              <p:cNvPicPr/>
              <p:nvPr/>
            </p:nvPicPr>
            <p:blipFill>
              <a:blip r:embed="rId139"/>
              <a:stretch>
                <a:fillRect/>
              </a:stretch>
            </p:blipFill>
            <p:spPr>
              <a:xfrm>
                <a:off x="9026260" y="2888587"/>
                <a:ext cx="1952640" cy="2166840"/>
              </a:xfrm>
              <a:prstGeom prst="rect">
                <a:avLst/>
              </a:prstGeom>
            </p:spPr>
          </p:pic>
        </mc:Fallback>
      </mc:AlternateContent>
      <p:grpSp>
        <p:nvGrpSpPr>
          <p:cNvPr id="99" name="群組 98">
            <a:extLst>
              <a:ext uri="{FF2B5EF4-FFF2-40B4-BE49-F238E27FC236}">
                <a16:creationId xmlns:a16="http://schemas.microsoft.com/office/drawing/2014/main" id="{5235090E-5C2A-8157-0A00-DB314D396795}"/>
              </a:ext>
            </a:extLst>
          </p:cNvPr>
          <p:cNvGrpSpPr/>
          <p:nvPr/>
        </p:nvGrpSpPr>
        <p:grpSpPr>
          <a:xfrm>
            <a:off x="9090340" y="1949707"/>
            <a:ext cx="2505600" cy="1271880"/>
            <a:chOff x="9090340" y="1949707"/>
            <a:chExt cx="2505600" cy="1271880"/>
          </a:xfrm>
        </p:grpSpPr>
        <mc:AlternateContent xmlns:mc="http://schemas.openxmlformats.org/markup-compatibility/2006" xmlns:p14="http://schemas.microsoft.com/office/powerpoint/2010/main">
          <mc:Choice Requires="p14">
            <p:contentPart p14:bwMode="auto" r:id="rId140">
              <p14:nvContentPartPr>
                <p14:cNvPr id="90" name="筆跡 89">
                  <a:extLst>
                    <a:ext uri="{FF2B5EF4-FFF2-40B4-BE49-F238E27FC236}">
                      <a16:creationId xmlns:a16="http://schemas.microsoft.com/office/drawing/2014/main" id="{7D12816C-AE9E-158D-EE8B-58FA837BF433}"/>
                    </a:ext>
                  </a:extLst>
                </p14:cNvPr>
                <p14:cNvContentPartPr/>
                <p14:nvPr/>
              </p14:nvContentPartPr>
              <p14:xfrm>
                <a:off x="9090340" y="1949707"/>
                <a:ext cx="2505600" cy="1271880"/>
              </p14:xfrm>
            </p:contentPart>
          </mc:Choice>
          <mc:Fallback xmlns="">
            <p:pic>
              <p:nvPicPr>
                <p:cNvPr id="90" name="筆跡 89">
                  <a:extLst>
                    <a:ext uri="{FF2B5EF4-FFF2-40B4-BE49-F238E27FC236}">
                      <a16:creationId xmlns:a16="http://schemas.microsoft.com/office/drawing/2014/main" id="{7D12816C-AE9E-158D-EE8B-58FA837BF433}"/>
                    </a:ext>
                  </a:extLst>
                </p:cNvPr>
                <p:cNvPicPr/>
                <p:nvPr/>
              </p:nvPicPr>
              <p:blipFill>
                <a:blip r:embed="rId141"/>
                <a:stretch>
                  <a:fillRect/>
                </a:stretch>
              </p:blipFill>
              <p:spPr>
                <a:xfrm>
                  <a:off x="9072340" y="1931707"/>
                  <a:ext cx="2541240" cy="1307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1" name="筆跡 90">
                  <a:extLst>
                    <a:ext uri="{FF2B5EF4-FFF2-40B4-BE49-F238E27FC236}">
                      <a16:creationId xmlns:a16="http://schemas.microsoft.com/office/drawing/2014/main" id="{3B1EC517-2C97-1348-8582-C23767EEDE9C}"/>
                    </a:ext>
                  </a:extLst>
                </p14:cNvPr>
                <p14:cNvContentPartPr/>
                <p14:nvPr/>
              </p14:nvContentPartPr>
              <p14:xfrm>
                <a:off x="9405340" y="2694907"/>
                <a:ext cx="572400" cy="413280"/>
              </p14:xfrm>
            </p:contentPart>
          </mc:Choice>
          <mc:Fallback xmlns="">
            <p:pic>
              <p:nvPicPr>
                <p:cNvPr id="91" name="筆跡 90">
                  <a:extLst>
                    <a:ext uri="{FF2B5EF4-FFF2-40B4-BE49-F238E27FC236}">
                      <a16:creationId xmlns:a16="http://schemas.microsoft.com/office/drawing/2014/main" id="{3B1EC517-2C97-1348-8582-C23767EEDE9C}"/>
                    </a:ext>
                  </a:extLst>
                </p:cNvPr>
                <p:cNvPicPr/>
                <p:nvPr/>
              </p:nvPicPr>
              <p:blipFill>
                <a:blip r:embed="rId143"/>
                <a:stretch>
                  <a:fillRect/>
                </a:stretch>
              </p:blipFill>
              <p:spPr>
                <a:xfrm>
                  <a:off x="9387351" y="2676923"/>
                  <a:ext cx="608018" cy="448889"/>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2" name="筆跡 91">
                  <a:extLst>
                    <a:ext uri="{FF2B5EF4-FFF2-40B4-BE49-F238E27FC236}">
                      <a16:creationId xmlns:a16="http://schemas.microsoft.com/office/drawing/2014/main" id="{5F051E96-58E5-FB06-C5E1-54F72831F2CE}"/>
                    </a:ext>
                  </a:extLst>
                </p14:cNvPr>
                <p14:cNvContentPartPr/>
                <p14:nvPr/>
              </p14:nvContentPartPr>
              <p14:xfrm>
                <a:off x="9838060" y="2514187"/>
                <a:ext cx="389520" cy="297360"/>
              </p14:xfrm>
            </p:contentPart>
          </mc:Choice>
          <mc:Fallback xmlns="">
            <p:pic>
              <p:nvPicPr>
                <p:cNvPr id="92" name="筆跡 91">
                  <a:extLst>
                    <a:ext uri="{FF2B5EF4-FFF2-40B4-BE49-F238E27FC236}">
                      <a16:creationId xmlns:a16="http://schemas.microsoft.com/office/drawing/2014/main" id="{5F051E96-58E5-FB06-C5E1-54F72831F2CE}"/>
                    </a:ext>
                  </a:extLst>
                </p:cNvPr>
                <p:cNvPicPr/>
                <p:nvPr/>
              </p:nvPicPr>
              <p:blipFill>
                <a:blip r:embed="rId145"/>
                <a:stretch>
                  <a:fillRect/>
                </a:stretch>
              </p:blipFill>
              <p:spPr>
                <a:xfrm>
                  <a:off x="9820060" y="2496187"/>
                  <a:ext cx="42516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3" name="筆跡 92">
                  <a:extLst>
                    <a:ext uri="{FF2B5EF4-FFF2-40B4-BE49-F238E27FC236}">
                      <a16:creationId xmlns:a16="http://schemas.microsoft.com/office/drawing/2014/main" id="{40BD1848-B857-C1FD-0B69-FA8FA24FD812}"/>
                    </a:ext>
                  </a:extLst>
                </p14:cNvPr>
                <p14:cNvContentPartPr/>
                <p14:nvPr/>
              </p14:nvContentPartPr>
              <p14:xfrm>
                <a:off x="10165660" y="2308627"/>
                <a:ext cx="315720" cy="201960"/>
              </p14:xfrm>
            </p:contentPart>
          </mc:Choice>
          <mc:Fallback xmlns="">
            <p:pic>
              <p:nvPicPr>
                <p:cNvPr id="93" name="筆跡 92">
                  <a:extLst>
                    <a:ext uri="{FF2B5EF4-FFF2-40B4-BE49-F238E27FC236}">
                      <a16:creationId xmlns:a16="http://schemas.microsoft.com/office/drawing/2014/main" id="{40BD1848-B857-C1FD-0B69-FA8FA24FD812}"/>
                    </a:ext>
                  </a:extLst>
                </p:cNvPr>
                <p:cNvPicPr/>
                <p:nvPr/>
              </p:nvPicPr>
              <p:blipFill>
                <a:blip r:embed="rId147"/>
                <a:stretch>
                  <a:fillRect/>
                </a:stretch>
              </p:blipFill>
              <p:spPr>
                <a:xfrm>
                  <a:off x="10147639" y="2290627"/>
                  <a:ext cx="351401"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4" name="筆跡 93">
                  <a:extLst>
                    <a:ext uri="{FF2B5EF4-FFF2-40B4-BE49-F238E27FC236}">
                      <a16:creationId xmlns:a16="http://schemas.microsoft.com/office/drawing/2014/main" id="{3DB8BD63-7EB9-C792-79C1-C77BCEE75E3B}"/>
                    </a:ext>
                  </a:extLst>
                </p14:cNvPr>
                <p14:cNvContentPartPr/>
                <p14:nvPr/>
              </p14:nvContentPartPr>
              <p14:xfrm>
                <a:off x="10446100" y="2132587"/>
                <a:ext cx="281520" cy="167040"/>
              </p14:xfrm>
            </p:contentPart>
          </mc:Choice>
          <mc:Fallback xmlns="">
            <p:pic>
              <p:nvPicPr>
                <p:cNvPr id="94" name="筆跡 93">
                  <a:extLst>
                    <a:ext uri="{FF2B5EF4-FFF2-40B4-BE49-F238E27FC236}">
                      <a16:creationId xmlns:a16="http://schemas.microsoft.com/office/drawing/2014/main" id="{3DB8BD63-7EB9-C792-79C1-C77BCEE75E3B}"/>
                    </a:ext>
                  </a:extLst>
                </p:cNvPr>
                <p:cNvPicPr/>
                <p:nvPr/>
              </p:nvPicPr>
              <p:blipFill>
                <a:blip r:embed="rId149"/>
                <a:stretch>
                  <a:fillRect/>
                </a:stretch>
              </p:blipFill>
              <p:spPr>
                <a:xfrm>
                  <a:off x="10428077" y="2114587"/>
                  <a:ext cx="317206"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5" name="筆跡 94">
                  <a:extLst>
                    <a:ext uri="{FF2B5EF4-FFF2-40B4-BE49-F238E27FC236}">
                      <a16:creationId xmlns:a16="http://schemas.microsoft.com/office/drawing/2014/main" id="{B2AAB19C-4950-77D3-007C-B1A7D14B2D75}"/>
                    </a:ext>
                  </a:extLst>
                </p14:cNvPr>
                <p14:cNvContentPartPr/>
                <p14:nvPr/>
              </p14:nvContentPartPr>
              <p14:xfrm>
                <a:off x="10155220" y="2946547"/>
                <a:ext cx="495000" cy="206280"/>
              </p14:xfrm>
            </p:contentPart>
          </mc:Choice>
          <mc:Fallback xmlns="">
            <p:pic>
              <p:nvPicPr>
                <p:cNvPr id="95" name="筆跡 94">
                  <a:extLst>
                    <a:ext uri="{FF2B5EF4-FFF2-40B4-BE49-F238E27FC236}">
                      <a16:creationId xmlns:a16="http://schemas.microsoft.com/office/drawing/2014/main" id="{B2AAB19C-4950-77D3-007C-B1A7D14B2D75}"/>
                    </a:ext>
                  </a:extLst>
                </p:cNvPr>
                <p:cNvPicPr/>
                <p:nvPr/>
              </p:nvPicPr>
              <p:blipFill>
                <a:blip r:embed="rId151"/>
                <a:stretch>
                  <a:fillRect/>
                </a:stretch>
              </p:blipFill>
              <p:spPr>
                <a:xfrm>
                  <a:off x="10137207" y="2928547"/>
                  <a:ext cx="530666"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6" name="筆跡 95">
                  <a:extLst>
                    <a:ext uri="{FF2B5EF4-FFF2-40B4-BE49-F238E27FC236}">
                      <a16:creationId xmlns:a16="http://schemas.microsoft.com/office/drawing/2014/main" id="{082DE15D-6FDC-37AE-B2F6-87B9723E003E}"/>
                    </a:ext>
                  </a:extLst>
                </p14:cNvPr>
                <p14:cNvContentPartPr/>
                <p14:nvPr/>
              </p14:nvContentPartPr>
              <p14:xfrm>
                <a:off x="10653100" y="2750707"/>
                <a:ext cx="330840" cy="167040"/>
              </p14:xfrm>
            </p:contentPart>
          </mc:Choice>
          <mc:Fallback xmlns="">
            <p:pic>
              <p:nvPicPr>
                <p:cNvPr id="96" name="筆跡 95">
                  <a:extLst>
                    <a:ext uri="{FF2B5EF4-FFF2-40B4-BE49-F238E27FC236}">
                      <a16:creationId xmlns:a16="http://schemas.microsoft.com/office/drawing/2014/main" id="{082DE15D-6FDC-37AE-B2F6-87B9723E003E}"/>
                    </a:ext>
                  </a:extLst>
                </p:cNvPr>
                <p:cNvPicPr/>
                <p:nvPr/>
              </p:nvPicPr>
              <p:blipFill>
                <a:blip r:embed="rId153"/>
                <a:stretch>
                  <a:fillRect/>
                </a:stretch>
              </p:blipFill>
              <p:spPr>
                <a:xfrm>
                  <a:off x="10635100" y="2732707"/>
                  <a:ext cx="3664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7" name="筆跡 96">
                  <a:extLst>
                    <a:ext uri="{FF2B5EF4-FFF2-40B4-BE49-F238E27FC236}">
                      <a16:creationId xmlns:a16="http://schemas.microsoft.com/office/drawing/2014/main" id="{6A1448A4-9B7E-5D15-E2C0-E589FBE50FD6}"/>
                    </a:ext>
                  </a:extLst>
                </p14:cNvPr>
                <p14:cNvContentPartPr/>
                <p14:nvPr/>
              </p14:nvContentPartPr>
              <p14:xfrm>
                <a:off x="11087620" y="2654227"/>
                <a:ext cx="172080" cy="100080"/>
              </p14:xfrm>
            </p:contentPart>
          </mc:Choice>
          <mc:Fallback xmlns="">
            <p:pic>
              <p:nvPicPr>
                <p:cNvPr id="97" name="筆跡 96">
                  <a:extLst>
                    <a:ext uri="{FF2B5EF4-FFF2-40B4-BE49-F238E27FC236}">
                      <a16:creationId xmlns:a16="http://schemas.microsoft.com/office/drawing/2014/main" id="{6A1448A4-9B7E-5D15-E2C0-E589FBE50FD6}"/>
                    </a:ext>
                  </a:extLst>
                </p:cNvPr>
                <p:cNvPicPr/>
                <p:nvPr/>
              </p:nvPicPr>
              <p:blipFill>
                <a:blip r:embed="rId155"/>
                <a:stretch>
                  <a:fillRect/>
                </a:stretch>
              </p:blipFill>
              <p:spPr>
                <a:xfrm>
                  <a:off x="11069582" y="2636227"/>
                  <a:ext cx="207795"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8" name="筆跡 97">
                  <a:extLst>
                    <a:ext uri="{FF2B5EF4-FFF2-40B4-BE49-F238E27FC236}">
                      <a16:creationId xmlns:a16="http://schemas.microsoft.com/office/drawing/2014/main" id="{3DDDD04F-D303-FD6D-050F-E734E73283DF}"/>
                    </a:ext>
                  </a:extLst>
                </p14:cNvPr>
                <p14:cNvContentPartPr/>
                <p14:nvPr/>
              </p14:nvContentPartPr>
              <p14:xfrm>
                <a:off x="11266180" y="2516347"/>
                <a:ext cx="74880" cy="51120"/>
              </p14:xfrm>
            </p:contentPart>
          </mc:Choice>
          <mc:Fallback xmlns="">
            <p:pic>
              <p:nvPicPr>
                <p:cNvPr id="98" name="筆跡 97">
                  <a:extLst>
                    <a:ext uri="{FF2B5EF4-FFF2-40B4-BE49-F238E27FC236}">
                      <a16:creationId xmlns:a16="http://schemas.microsoft.com/office/drawing/2014/main" id="{3DDDD04F-D303-FD6D-050F-E734E73283DF}"/>
                    </a:ext>
                  </a:extLst>
                </p:cNvPr>
                <p:cNvPicPr/>
                <p:nvPr/>
              </p:nvPicPr>
              <p:blipFill>
                <a:blip r:embed="rId157"/>
                <a:stretch>
                  <a:fillRect/>
                </a:stretch>
              </p:blipFill>
              <p:spPr>
                <a:xfrm>
                  <a:off x="11248180" y="2498473"/>
                  <a:ext cx="110520" cy="86511"/>
                </a:xfrm>
                <a:prstGeom prst="rect">
                  <a:avLst/>
                </a:prstGeom>
              </p:spPr>
            </p:pic>
          </mc:Fallback>
        </mc:AlternateContent>
      </p:grpSp>
      <p:grpSp>
        <p:nvGrpSpPr>
          <p:cNvPr id="120" name="群組 119">
            <a:extLst>
              <a:ext uri="{FF2B5EF4-FFF2-40B4-BE49-F238E27FC236}">
                <a16:creationId xmlns:a16="http://schemas.microsoft.com/office/drawing/2014/main" id="{E64BD4DF-2EF1-0F8F-560D-3881BA0AA8B5}"/>
              </a:ext>
            </a:extLst>
          </p:cNvPr>
          <p:cNvGrpSpPr/>
          <p:nvPr/>
        </p:nvGrpSpPr>
        <p:grpSpPr>
          <a:xfrm>
            <a:off x="8659420" y="3326707"/>
            <a:ext cx="1218960" cy="356400"/>
            <a:chOff x="8659420" y="3326707"/>
            <a:chExt cx="1218960" cy="356400"/>
          </a:xfrm>
        </p:grpSpPr>
        <mc:AlternateContent xmlns:mc="http://schemas.openxmlformats.org/markup-compatibility/2006" xmlns:p14="http://schemas.microsoft.com/office/powerpoint/2010/main">
          <mc:Choice Requires="p14">
            <p:contentPart p14:bwMode="auto" r:id="rId158">
              <p14:nvContentPartPr>
                <p14:cNvPr id="100" name="筆跡 99">
                  <a:extLst>
                    <a:ext uri="{FF2B5EF4-FFF2-40B4-BE49-F238E27FC236}">
                      <a16:creationId xmlns:a16="http://schemas.microsoft.com/office/drawing/2014/main" id="{6E5566A2-A9A1-E324-3C04-C10DD36B254D}"/>
                    </a:ext>
                  </a:extLst>
                </p14:cNvPr>
                <p14:cNvContentPartPr/>
                <p14:nvPr/>
              </p14:nvContentPartPr>
              <p14:xfrm>
                <a:off x="8666260" y="3417427"/>
                <a:ext cx="112680" cy="26280"/>
              </p14:xfrm>
            </p:contentPart>
          </mc:Choice>
          <mc:Fallback xmlns="">
            <p:pic>
              <p:nvPicPr>
                <p:cNvPr id="100" name="筆跡 99">
                  <a:extLst>
                    <a:ext uri="{FF2B5EF4-FFF2-40B4-BE49-F238E27FC236}">
                      <a16:creationId xmlns:a16="http://schemas.microsoft.com/office/drawing/2014/main" id="{6E5566A2-A9A1-E324-3C04-C10DD36B254D}"/>
                    </a:ext>
                  </a:extLst>
                </p:cNvPr>
                <p:cNvPicPr/>
                <p:nvPr/>
              </p:nvPicPr>
              <p:blipFill>
                <a:blip r:embed="rId159"/>
                <a:stretch>
                  <a:fillRect/>
                </a:stretch>
              </p:blipFill>
              <p:spPr>
                <a:xfrm>
                  <a:off x="8648260" y="3399427"/>
                  <a:ext cx="14832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1" name="筆跡 100">
                  <a:extLst>
                    <a:ext uri="{FF2B5EF4-FFF2-40B4-BE49-F238E27FC236}">
                      <a16:creationId xmlns:a16="http://schemas.microsoft.com/office/drawing/2014/main" id="{C1375E76-18C1-D52B-7C55-5B8F7A0CFA4C}"/>
                    </a:ext>
                  </a:extLst>
                </p14:cNvPr>
                <p14:cNvContentPartPr/>
                <p14:nvPr/>
              </p14:nvContentPartPr>
              <p14:xfrm>
                <a:off x="8706940" y="3370627"/>
                <a:ext cx="43200" cy="312120"/>
              </p14:xfrm>
            </p:contentPart>
          </mc:Choice>
          <mc:Fallback xmlns="">
            <p:pic>
              <p:nvPicPr>
                <p:cNvPr id="101" name="筆跡 100">
                  <a:extLst>
                    <a:ext uri="{FF2B5EF4-FFF2-40B4-BE49-F238E27FC236}">
                      <a16:creationId xmlns:a16="http://schemas.microsoft.com/office/drawing/2014/main" id="{C1375E76-18C1-D52B-7C55-5B8F7A0CFA4C}"/>
                    </a:ext>
                  </a:extLst>
                </p:cNvPr>
                <p:cNvPicPr/>
                <p:nvPr/>
              </p:nvPicPr>
              <p:blipFill>
                <a:blip r:embed="rId161"/>
                <a:stretch>
                  <a:fillRect/>
                </a:stretch>
              </p:blipFill>
              <p:spPr>
                <a:xfrm>
                  <a:off x="8688940" y="3352627"/>
                  <a:ext cx="7884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2" name="筆跡 101">
                  <a:extLst>
                    <a:ext uri="{FF2B5EF4-FFF2-40B4-BE49-F238E27FC236}">
                      <a16:creationId xmlns:a16="http://schemas.microsoft.com/office/drawing/2014/main" id="{6685392C-5F48-27A9-7FB9-718A4A5E37B7}"/>
                    </a:ext>
                  </a:extLst>
                </p14:cNvPr>
                <p14:cNvContentPartPr/>
                <p14:nvPr/>
              </p14:nvContentPartPr>
              <p14:xfrm>
                <a:off x="8659420" y="3537307"/>
                <a:ext cx="45000" cy="30960"/>
              </p14:xfrm>
            </p:contentPart>
          </mc:Choice>
          <mc:Fallback xmlns="">
            <p:pic>
              <p:nvPicPr>
                <p:cNvPr id="102" name="筆跡 101">
                  <a:extLst>
                    <a:ext uri="{FF2B5EF4-FFF2-40B4-BE49-F238E27FC236}">
                      <a16:creationId xmlns:a16="http://schemas.microsoft.com/office/drawing/2014/main" id="{6685392C-5F48-27A9-7FB9-718A4A5E37B7}"/>
                    </a:ext>
                  </a:extLst>
                </p:cNvPr>
                <p:cNvPicPr/>
                <p:nvPr/>
              </p:nvPicPr>
              <p:blipFill>
                <a:blip r:embed="rId163"/>
                <a:stretch>
                  <a:fillRect/>
                </a:stretch>
              </p:blipFill>
              <p:spPr>
                <a:xfrm>
                  <a:off x="8641420" y="3519307"/>
                  <a:ext cx="8064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3" name="筆跡 102">
                  <a:extLst>
                    <a:ext uri="{FF2B5EF4-FFF2-40B4-BE49-F238E27FC236}">
                      <a16:creationId xmlns:a16="http://schemas.microsoft.com/office/drawing/2014/main" id="{15C4BEC7-2665-02AD-6409-6A275A83F8BD}"/>
                    </a:ext>
                  </a:extLst>
                </p14:cNvPr>
                <p14:cNvContentPartPr/>
                <p14:nvPr/>
              </p14:nvContentPartPr>
              <p14:xfrm>
                <a:off x="8756260" y="3358747"/>
                <a:ext cx="91800" cy="134280"/>
              </p14:xfrm>
            </p:contentPart>
          </mc:Choice>
          <mc:Fallback xmlns="">
            <p:pic>
              <p:nvPicPr>
                <p:cNvPr id="103" name="筆跡 102">
                  <a:extLst>
                    <a:ext uri="{FF2B5EF4-FFF2-40B4-BE49-F238E27FC236}">
                      <a16:creationId xmlns:a16="http://schemas.microsoft.com/office/drawing/2014/main" id="{15C4BEC7-2665-02AD-6409-6A275A83F8BD}"/>
                    </a:ext>
                  </a:extLst>
                </p:cNvPr>
                <p:cNvPicPr/>
                <p:nvPr/>
              </p:nvPicPr>
              <p:blipFill>
                <a:blip r:embed="rId165"/>
                <a:stretch>
                  <a:fillRect/>
                </a:stretch>
              </p:blipFill>
              <p:spPr>
                <a:xfrm>
                  <a:off x="8738189" y="3340747"/>
                  <a:ext cx="1275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4" name="筆跡 103">
                  <a:extLst>
                    <a:ext uri="{FF2B5EF4-FFF2-40B4-BE49-F238E27FC236}">
                      <a16:creationId xmlns:a16="http://schemas.microsoft.com/office/drawing/2014/main" id="{58F784B3-1517-0703-5F5B-F129A4325630}"/>
                    </a:ext>
                  </a:extLst>
                </p14:cNvPr>
                <p14:cNvContentPartPr/>
                <p14:nvPr/>
              </p14:nvContentPartPr>
              <p14:xfrm>
                <a:off x="8805940" y="3532627"/>
                <a:ext cx="91800" cy="54000"/>
              </p14:xfrm>
            </p:contentPart>
          </mc:Choice>
          <mc:Fallback xmlns="">
            <p:pic>
              <p:nvPicPr>
                <p:cNvPr id="104" name="筆跡 103">
                  <a:extLst>
                    <a:ext uri="{FF2B5EF4-FFF2-40B4-BE49-F238E27FC236}">
                      <a16:creationId xmlns:a16="http://schemas.microsoft.com/office/drawing/2014/main" id="{58F784B3-1517-0703-5F5B-F129A4325630}"/>
                    </a:ext>
                  </a:extLst>
                </p:cNvPr>
                <p:cNvPicPr/>
                <p:nvPr/>
              </p:nvPicPr>
              <p:blipFill>
                <a:blip r:embed="rId167"/>
                <a:stretch>
                  <a:fillRect/>
                </a:stretch>
              </p:blipFill>
              <p:spPr>
                <a:xfrm>
                  <a:off x="8787940" y="3514627"/>
                  <a:ext cx="1274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5" name="筆跡 104">
                  <a:extLst>
                    <a:ext uri="{FF2B5EF4-FFF2-40B4-BE49-F238E27FC236}">
                      <a16:creationId xmlns:a16="http://schemas.microsoft.com/office/drawing/2014/main" id="{5A7FFE97-5223-B4E2-5DF0-CB637EEEE2A3}"/>
                    </a:ext>
                  </a:extLst>
                </p14:cNvPr>
                <p14:cNvContentPartPr/>
                <p14:nvPr/>
              </p14:nvContentPartPr>
              <p14:xfrm>
                <a:off x="8828260" y="3380707"/>
                <a:ext cx="77760" cy="177840"/>
              </p14:xfrm>
            </p:contentPart>
          </mc:Choice>
          <mc:Fallback xmlns="">
            <p:pic>
              <p:nvPicPr>
                <p:cNvPr id="105" name="筆跡 104">
                  <a:extLst>
                    <a:ext uri="{FF2B5EF4-FFF2-40B4-BE49-F238E27FC236}">
                      <a16:creationId xmlns:a16="http://schemas.microsoft.com/office/drawing/2014/main" id="{5A7FFE97-5223-B4E2-5DF0-CB637EEEE2A3}"/>
                    </a:ext>
                  </a:extLst>
                </p:cNvPr>
                <p:cNvPicPr/>
                <p:nvPr/>
              </p:nvPicPr>
              <p:blipFill>
                <a:blip r:embed="rId169"/>
                <a:stretch>
                  <a:fillRect/>
                </a:stretch>
              </p:blipFill>
              <p:spPr>
                <a:xfrm>
                  <a:off x="8810260" y="3362707"/>
                  <a:ext cx="1134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6" name="筆跡 105">
                  <a:extLst>
                    <a:ext uri="{FF2B5EF4-FFF2-40B4-BE49-F238E27FC236}">
                      <a16:creationId xmlns:a16="http://schemas.microsoft.com/office/drawing/2014/main" id="{B7519E38-506E-4A6F-5F85-70DEC2DD8012}"/>
                    </a:ext>
                  </a:extLst>
                </p14:cNvPr>
                <p14:cNvContentPartPr/>
                <p14:nvPr/>
              </p14:nvContentPartPr>
              <p14:xfrm>
                <a:off x="8885500" y="3430027"/>
                <a:ext cx="106560" cy="59400"/>
              </p14:xfrm>
            </p:contentPart>
          </mc:Choice>
          <mc:Fallback xmlns="">
            <p:pic>
              <p:nvPicPr>
                <p:cNvPr id="106" name="筆跡 105">
                  <a:extLst>
                    <a:ext uri="{FF2B5EF4-FFF2-40B4-BE49-F238E27FC236}">
                      <a16:creationId xmlns:a16="http://schemas.microsoft.com/office/drawing/2014/main" id="{B7519E38-506E-4A6F-5F85-70DEC2DD8012}"/>
                    </a:ext>
                  </a:extLst>
                </p:cNvPr>
                <p:cNvPicPr/>
                <p:nvPr/>
              </p:nvPicPr>
              <p:blipFill>
                <a:blip r:embed="rId171"/>
                <a:stretch>
                  <a:fillRect/>
                </a:stretch>
              </p:blipFill>
              <p:spPr>
                <a:xfrm>
                  <a:off x="8867500" y="3412027"/>
                  <a:ext cx="14220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7" name="筆跡 106">
                  <a:extLst>
                    <a:ext uri="{FF2B5EF4-FFF2-40B4-BE49-F238E27FC236}">
                      <a16:creationId xmlns:a16="http://schemas.microsoft.com/office/drawing/2014/main" id="{C7537E5B-C87B-8550-CA21-FC53B92326FA}"/>
                    </a:ext>
                  </a:extLst>
                </p14:cNvPr>
                <p14:cNvContentPartPr/>
                <p14:nvPr/>
              </p14:nvContentPartPr>
              <p14:xfrm>
                <a:off x="8899180" y="3499147"/>
                <a:ext cx="93960" cy="167400"/>
              </p14:xfrm>
            </p:contentPart>
          </mc:Choice>
          <mc:Fallback xmlns="">
            <p:pic>
              <p:nvPicPr>
                <p:cNvPr id="107" name="筆跡 106">
                  <a:extLst>
                    <a:ext uri="{FF2B5EF4-FFF2-40B4-BE49-F238E27FC236}">
                      <a16:creationId xmlns:a16="http://schemas.microsoft.com/office/drawing/2014/main" id="{C7537E5B-C87B-8550-CA21-FC53B92326FA}"/>
                    </a:ext>
                  </a:extLst>
                </p:cNvPr>
                <p:cNvPicPr/>
                <p:nvPr/>
              </p:nvPicPr>
              <p:blipFill>
                <a:blip r:embed="rId173"/>
                <a:stretch>
                  <a:fillRect/>
                </a:stretch>
              </p:blipFill>
              <p:spPr>
                <a:xfrm>
                  <a:off x="8881111" y="3481147"/>
                  <a:ext cx="129737"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8" name="筆跡 107">
                  <a:extLst>
                    <a:ext uri="{FF2B5EF4-FFF2-40B4-BE49-F238E27FC236}">
                      <a16:creationId xmlns:a16="http://schemas.microsoft.com/office/drawing/2014/main" id="{CD2DDACB-3B84-AC34-301C-D70B728AF9EB}"/>
                    </a:ext>
                  </a:extLst>
                </p14:cNvPr>
                <p14:cNvContentPartPr/>
                <p14:nvPr/>
              </p14:nvContentPartPr>
              <p14:xfrm>
                <a:off x="8846260" y="3443347"/>
                <a:ext cx="176760" cy="208080"/>
              </p14:xfrm>
            </p:contentPart>
          </mc:Choice>
          <mc:Fallback xmlns="">
            <p:pic>
              <p:nvPicPr>
                <p:cNvPr id="108" name="筆跡 107">
                  <a:extLst>
                    <a:ext uri="{FF2B5EF4-FFF2-40B4-BE49-F238E27FC236}">
                      <a16:creationId xmlns:a16="http://schemas.microsoft.com/office/drawing/2014/main" id="{CD2DDACB-3B84-AC34-301C-D70B728AF9EB}"/>
                    </a:ext>
                  </a:extLst>
                </p:cNvPr>
                <p:cNvPicPr/>
                <p:nvPr/>
              </p:nvPicPr>
              <p:blipFill>
                <a:blip r:embed="rId175"/>
                <a:stretch>
                  <a:fillRect/>
                </a:stretch>
              </p:blipFill>
              <p:spPr>
                <a:xfrm>
                  <a:off x="8828260" y="3425347"/>
                  <a:ext cx="21240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9" name="筆跡 108">
                  <a:extLst>
                    <a:ext uri="{FF2B5EF4-FFF2-40B4-BE49-F238E27FC236}">
                      <a16:creationId xmlns:a16="http://schemas.microsoft.com/office/drawing/2014/main" id="{F516B1B4-4C8F-1053-D199-2AAEC971541F}"/>
                    </a:ext>
                  </a:extLst>
                </p14:cNvPr>
                <p14:cNvContentPartPr/>
                <p14:nvPr/>
              </p14:nvContentPartPr>
              <p14:xfrm>
                <a:off x="9143260" y="3401227"/>
                <a:ext cx="55440" cy="101520"/>
              </p14:xfrm>
            </p:contentPart>
          </mc:Choice>
          <mc:Fallback xmlns="">
            <p:pic>
              <p:nvPicPr>
                <p:cNvPr id="109" name="筆跡 108">
                  <a:extLst>
                    <a:ext uri="{FF2B5EF4-FFF2-40B4-BE49-F238E27FC236}">
                      <a16:creationId xmlns:a16="http://schemas.microsoft.com/office/drawing/2014/main" id="{F516B1B4-4C8F-1053-D199-2AAEC971541F}"/>
                    </a:ext>
                  </a:extLst>
                </p:cNvPr>
                <p:cNvPicPr/>
                <p:nvPr/>
              </p:nvPicPr>
              <p:blipFill>
                <a:blip r:embed="rId177"/>
                <a:stretch>
                  <a:fillRect/>
                </a:stretch>
              </p:blipFill>
              <p:spPr>
                <a:xfrm>
                  <a:off x="9125260" y="3383227"/>
                  <a:ext cx="910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0" name="筆跡 109">
                  <a:extLst>
                    <a:ext uri="{FF2B5EF4-FFF2-40B4-BE49-F238E27FC236}">
                      <a16:creationId xmlns:a16="http://schemas.microsoft.com/office/drawing/2014/main" id="{08D90B8E-4F07-2B5A-6721-384C7FA01E76}"/>
                    </a:ext>
                  </a:extLst>
                </p14:cNvPr>
                <p14:cNvContentPartPr/>
                <p14:nvPr/>
              </p14:nvContentPartPr>
              <p14:xfrm>
                <a:off x="9181060" y="3473947"/>
                <a:ext cx="126000" cy="42120"/>
              </p14:xfrm>
            </p:contentPart>
          </mc:Choice>
          <mc:Fallback xmlns="">
            <p:pic>
              <p:nvPicPr>
                <p:cNvPr id="110" name="筆跡 109">
                  <a:extLst>
                    <a:ext uri="{FF2B5EF4-FFF2-40B4-BE49-F238E27FC236}">
                      <a16:creationId xmlns:a16="http://schemas.microsoft.com/office/drawing/2014/main" id="{08D90B8E-4F07-2B5A-6721-384C7FA01E76}"/>
                    </a:ext>
                  </a:extLst>
                </p:cNvPr>
                <p:cNvPicPr/>
                <p:nvPr/>
              </p:nvPicPr>
              <p:blipFill>
                <a:blip r:embed="rId179"/>
                <a:stretch>
                  <a:fillRect/>
                </a:stretch>
              </p:blipFill>
              <p:spPr>
                <a:xfrm>
                  <a:off x="9163060" y="3455947"/>
                  <a:ext cx="16164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1" name="筆跡 110">
                  <a:extLst>
                    <a:ext uri="{FF2B5EF4-FFF2-40B4-BE49-F238E27FC236}">
                      <a16:creationId xmlns:a16="http://schemas.microsoft.com/office/drawing/2014/main" id="{C1CC9B33-00B1-8E75-ADE1-E35C76480289}"/>
                    </a:ext>
                  </a:extLst>
                </p14:cNvPr>
                <p14:cNvContentPartPr/>
                <p14:nvPr/>
              </p14:nvContentPartPr>
              <p14:xfrm>
                <a:off x="9168460" y="3530467"/>
                <a:ext cx="123840" cy="53280"/>
              </p14:xfrm>
            </p:contentPart>
          </mc:Choice>
          <mc:Fallback xmlns="">
            <p:pic>
              <p:nvPicPr>
                <p:cNvPr id="111" name="筆跡 110">
                  <a:extLst>
                    <a:ext uri="{FF2B5EF4-FFF2-40B4-BE49-F238E27FC236}">
                      <a16:creationId xmlns:a16="http://schemas.microsoft.com/office/drawing/2014/main" id="{C1CC9B33-00B1-8E75-ADE1-E35C76480289}"/>
                    </a:ext>
                  </a:extLst>
                </p:cNvPr>
                <p:cNvPicPr/>
                <p:nvPr/>
              </p:nvPicPr>
              <p:blipFill>
                <a:blip r:embed="rId181"/>
                <a:stretch>
                  <a:fillRect/>
                </a:stretch>
              </p:blipFill>
              <p:spPr>
                <a:xfrm>
                  <a:off x="9150408" y="3512588"/>
                  <a:ext cx="159584" cy="88681"/>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2" name="筆跡 111">
                  <a:extLst>
                    <a:ext uri="{FF2B5EF4-FFF2-40B4-BE49-F238E27FC236}">
                      <a16:creationId xmlns:a16="http://schemas.microsoft.com/office/drawing/2014/main" id="{D7AD1E48-51D5-0A9B-440B-165061BD90C4}"/>
                    </a:ext>
                  </a:extLst>
                </p14:cNvPr>
                <p14:cNvContentPartPr/>
                <p14:nvPr/>
              </p14:nvContentPartPr>
              <p14:xfrm>
                <a:off x="9204100" y="3430027"/>
                <a:ext cx="59760" cy="187200"/>
              </p14:xfrm>
            </p:contentPart>
          </mc:Choice>
          <mc:Fallback xmlns="">
            <p:pic>
              <p:nvPicPr>
                <p:cNvPr id="112" name="筆跡 111">
                  <a:extLst>
                    <a:ext uri="{FF2B5EF4-FFF2-40B4-BE49-F238E27FC236}">
                      <a16:creationId xmlns:a16="http://schemas.microsoft.com/office/drawing/2014/main" id="{D7AD1E48-51D5-0A9B-440B-165061BD90C4}"/>
                    </a:ext>
                  </a:extLst>
                </p:cNvPr>
                <p:cNvPicPr/>
                <p:nvPr/>
              </p:nvPicPr>
              <p:blipFill>
                <a:blip r:embed="rId183"/>
                <a:stretch>
                  <a:fillRect/>
                </a:stretch>
              </p:blipFill>
              <p:spPr>
                <a:xfrm>
                  <a:off x="9186100" y="3412062"/>
                  <a:ext cx="95400" cy="222772"/>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3" name="筆跡 112">
                  <a:extLst>
                    <a:ext uri="{FF2B5EF4-FFF2-40B4-BE49-F238E27FC236}">
                      <a16:creationId xmlns:a16="http://schemas.microsoft.com/office/drawing/2014/main" id="{2D07F7BE-BE2B-3C0F-7208-DC6D45969225}"/>
                    </a:ext>
                  </a:extLst>
                </p14:cNvPr>
                <p14:cNvContentPartPr/>
                <p14:nvPr/>
              </p14:nvContentPartPr>
              <p14:xfrm>
                <a:off x="9116620" y="3649987"/>
                <a:ext cx="280800" cy="19800"/>
              </p14:xfrm>
            </p:contentPart>
          </mc:Choice>
          <mc:Fallback xmlns="">
            <p:pic>
              <p:nvPicPr>
                <p:cNvPr id="113" name="筆跡 112">
                  <a:extLst>
                    <a:ext uri="{FF2B5EF4-FFF2-40B4-BE49-F238E27FC236}">
                      <a16:creationId xmlns:a16="http://schemas.microsoft.com/office/drawing/2014/main" id="{2D07F7BE-BE2B-3C0F-7208-DC6D45969225}"/>
                    </a:ext>
                  </a:extLst>
                </p:cNvPr>
                <p:cNvPicPr/>
                <p:nvPr/>
              </p:nvPicPr>
              <p:blipFill>
                <a:blip r:embed="rId185"/>
                <a:stretch>
                  <a:fillRect/>
                </a:stretch>
              </p:blipFill>
              <p:spPr>
                <a:xfrm>
                  <a:off x="9098620" y="3631987"/>
                  <a:ext cx="3164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4" name="筆跡 113">
                  <a:extLst>
                    <a:ext uri="{FF2B5EF4-FFF2-40B4-BE49-F238E27FC236}">
                      <a16:creationId xmlns:a16="http://schemas.microsoft.com/office/drawing/2014/main" id="{46955787-2DF3-3DF2-C3F8-93AB080780F4}"/>
                    </a:ext>
                  </a:extLst>
                </p14:cNvPr>
                <p14:cNvContentPartPr/>
                <p14:nvPr/>
              </p14:nvContentPartPr>
              <p14:xfrm>
                <a:off x="9517300" y="3326707"/>
                <a:ext cx="99360" cy="17640"/>
              </p14:xfrm>
            </p:contentPart>
          </mc:Choice>
          <mc:Fallback xmlns="">
            <p:pic>
              <p:nvPicPr>
                <p:cNvPr id="114" name="筆跡 113">
                  <a:extLst>
                    <a:ext uri="{FF2B5EF4-FFF2-40B4-BE49-F238E27FC236}">
                      <a16:creationId xmlns:a16="http://schemas.microsoft.com/office/drawing/2014/main" id="{46955787-2DF3-3DF2-C3F8-93AB080780F4}"/>
                    </a:ext>
                  </a:extLst>
                </p:cNvPr>
                <p:cNvPicPr/>
                <p:nvPr/>
              </p:nvPicPr>
              <p:blipFill>
                <a:blip r:embed="rId187"/>
                <a:stretch>
                  <a:fillRect/>
                </a:stretch>
              </p:blipFill>
              <p:spPr>
                <a:xfrm>
                  <a:off x="9499300" y="3308707"/>
                  <a:ext cx="13500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5" name="筆跡 114">
                  <a:extLst>
                    <a:ext uri="{FF2B5EF4-FFF2-40B4-BE49-F238E27FC236}">
                      <a16:creationId xmlns:a16="http://schemas.microsoft.com/office/drawing/2014/main" id="{12F0D5FB-F403-045C-E8DC-4604200D63B9}"/>
                    </a:ext>
                  </a:extLst>
                </p14:cNvPr>
                <p14:cNvContentPartPr/>
                <p14:nvPr/>
              </p14:nvContentPartPr>
              <p14:xfrm>
                <a:off x="9524860" y="3400147"/>
                <a:ext cx="158760" cy="13320"/>
              </p14:xfrm>
            </p:contentPart>
          </mc:Choice>
          <mc:Fallback xmlns="">
            <p:pic>
              <p:nvPicPr>
                <p:cNvPr id="115" name="筆跡 114">
                  <a:extLst>
                    <a:ext uri="{FF2B5EF4-FFF2-40B4-BE49-F238E27FC236}">
                      <a16:creationId xmlns:a16="http://schemas.microsoft.com/office/drawing/2014/main" id="{12F0D5FB-F403-045C-E8DC-4604200D63B9}"/>
                    </a:ext>
                  </a:extLst>
                </p:cNvPr>
                <p:cNvPicPr/>
                <p:nvPr/>
              </p:nvPicPr>
              <p:blipFill>
                <a:blip r:embed="rId189"/>
                <a:stretch>
                  <a:fillRect/>
                </a:stretch>
              </p:blipFill>
              <p:spPr>
                <a:xfrm>
                  <a:off x="9506860" y="3382621"/>
                  <a:ext cx="194400" cy="48022"/>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6" name="筆跡 115">
                  <a:extLst>
                    <a:ext uri="{FF2B5EF4-FFF2-40B4-BE49-F238E27FC236}">
                      <a16:creationId xmlns:a16="http://schemas.microsoft.com/office/drawing/2014/main" id="{857C2368-FAD6-6462-7E92-585B610E4686}"/>
                    </a:ext>
                  </a:extLst>
                </p14:cNvPr>
                <p14:cNvContentPartPr/>
                <p14:nvPr/>
              </p14:nvContentPartPr>
              <p14:xfrm>
                <a:off x="9415420" y="3409147"/>
                <a:ext cx="185040" cy="173160"/>
              </p14:xfrm>
            </p:contentPart>
          </mc:Choice>
          <mc:Fallback xmlns="">
            <p:pic>
              <p:nvPicPr>
                <p:cNvPr id="116" name="筆跡 115">
                  <a:extLst>
                    <a:ext uri="{FF2B5EF4-FFF2-40B4-BE49-F238E27FC236}">
                      <a16:creationId xmlns:a16="http://schemas.microsoft.com/office/drawing/2014/main" id="{857C2368-FAD6-6462-7E92-585B610E4686}"/>
                    </a:ext>
                  </a:extLst>
                </p:cNvPr>
                <p:cNvPicPr/>
                <p:nvPr/>
              </p:nvPicPr>
              <p:blipFill>
                <a:blip r:embed="rId191"/>
                <a:stretch>
                  <a:fillRect/>
                </a:stretch>
              </p:blipFill>
              <p:spPr>
                <a:xfrm>
                  <a:off x="9397455" y="3391184"/>
                  <a:ext cx="220611" cy="208726"/>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7" name="筆跡 116">
                  <a:extLst>
                    <a:ext uri="{FF2B5EF4-FFF2-40B4-BE49-F238E27FC236}">
                      <a16:creationId xmlns:a16="http://schemas.microsoft.com/office/drawing/2014/main" id="{A9E660A6-43BC-C7AE-4FD2-AB8BE23E7B9C}"/>
                    </a:ext>
                  </a:extLst>
                </p14:cNvPr>
                <p14:cNvContentPartPr/>
                <p14:nvPr/>
              </p14:nvContentPartPr>
              <p14:xfrm>
                <a:off x="9484180" y="3469627"/>
                <a:ext cx="136440" cy="213480"/>
              </p14:xfrm>
            </p:contentPart>
          </mc:Choice>
          <mc:Fallback xmlns="">
            <p:pic>
              <p:nvPicPr>
                <p:cNvPr id="117" name="筆跡 116">
                  <a:extLst>
                    <a:ext uri="{FF2B5EF4-FFF2-40B4-BE49-F238E27FC236}">
                      <a16:creationId xmlns:a16="http://schemas.microsoft.com/office/drawing/2014/main" id="{A9E660A6-43BC-C7AE-4FD2-AB8BE23E7B9C}"/>
                    </a:ext>
                  </a:extLst>
                </p:cNvPr>
                <p:cNvPicPr/>
                <p:nvPr/>
              </p:nvPicPr>
              <p:blipFill>
                <a:blip r:embed="rId193"/>
                <a:stretch>
                  <a:fillRect/>
                </a:stretch>
              </p:blipFill>
              <p:spPr>
                <a:xfrm>
                  <a:off x="9466180" y="3451627"/>
                  <a:ext cx="17208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8" name="筆跡 117">
                  <a:extLst>
                    <a:ext uri="{FF2B5EF4-FFF2-40B4-BE49-F238E27FC236}">
                      <a16:creationId xmlns:a16="http://schemas.microsoft.com/office/drawing/2014/main" id="{FAEE87E3-A793-BF45-C558-7FCC7F330808}"/>
                    </a:ext>
                  </a:extLst>
                </p14:cNvPr>
                <p14:cNvContentPartPr/>
                <p14:nvPr/>
              </p14:nvContentPartPr>
              <p14:xfrm>
                <a:off x="9581380" y="3456667"/>
                <a:ext cx="168480" cy="55800"/>
              </p14:xfrm>
            </p:contentPart>
          </mc:Choice>
          <mc:Fallback xmlns="">
            <p:pic>
              <p:nvPicPr>
                <p:cNvPr id="118" name="筆跡 117">
                  <a:extLst>
                    <a:ext uri="{FF2B5EF4-FFF2-40B4-BE49-F238E27FC236}">
                      <a16:creationId xmlns:a16="http://schemas.microsoft.com/office/drawing/2014/main" id="{FAEE87E3-A793-BF45-C558-7FCC7F330808}"/>
                    </a:ext>
                  </a:extLst>
                </p:cNvPr>
                <p:cNvPicPr/>
                <p:nvPr/>
              </p:nvPicPr>
              <p:blipFill>
                <a:blip r:embed="rId195"/>
                <a:stretch>
                  <a:fillRect/>
                </a:stretch>
              </p:blipFill>
              <p:spPr>
                <a:xfrm>
                  <a:off x="9563380" y="3438667"/>
                  <a:ext cx="2041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9" name="筆跡 118">
                  <a:extLst>
                    <a:ext uri="{FF2B5EF4-FFF2-40B4-BE49-F238E27FC236}">
                      <a16:creationId xmlns:a16="http://schemas.microsoft.com/office/drawing/2014/main" id="{27D32C9D-DE61-4C8F-F463-ABA2066F2E28}"/>
                    </a:ext>
                  </a:extLst>
                </p14:cNvPr>
                <p14:cNvContentPartPr/>
                <p14:nvPr/>
              </p14:nvContentPartPr>
              <p14:xfrm>
                <a:off x="9551500" y="3546307"/>
                <a:ext cx="326880" cy="104040"/>
              </p14:xfrm>
            </p:contentPart>
          </mc:Choice>
          <mc:Fallback xmlns="">
            <p:pic>
              <p:nvPicPr>
                <p:cNvPr id="119" name="筆跡 118">
                  <a:extLst>
                    <a:ext uri="{FF2B5EF4-FFF2-40B4-BE49-F238E27FC236}">
                      <a16:creationId xmlns:a16="http://schemas.microsoft.com/office/drawing/2014/main" id="{27D32C9D-DE61-4C8F-F463-ABA2066F2E28}"/>
                    </a:ext>
                  </a:extLst>
                </p:cNvPr>
                <p:cNvPicPr/>
                <p:nvPr/>
              </p:nvPicPr>
              <p:blipFill>
                <a:blip r:embed="rId197"/>
                <a:stretch>
                  <a:fillRect/>
                </a:stretch>
              </p:blipFill>
              <p:spPr>
                <a:xfrm>
                  <a:off x="9533500" y="3528307"/>
                  <a:ext cx="362520" cy="139680"/>
                </a:xfrm>
                <a:prstGeom prst="rect">
                  <a:avLst/>
                </a:prstGeom>
              </p:spPr>
            </p:pic>
          </mc:Fallback>
        </mc:AlternateContent>
      </p:grpSp>
    </p:spTree>
    <p:extLst>
      <p:ext uri="{BB962C8B-B14F-4D97-AF65-F5344CB8AC3E}">
        <p14:creationId xmlns:p14="http://schemas.microsoft.com/office/powerpoint/2010/main" val="3092702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1D727-243C-1433-2E27-F32C9BE8E5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F66B39-8E7C-EBF4-1694-DF72C2F629F6}"/>
              </a:ext>
            </a:extLst>
          </p:cNvPr>
          <p:cNvSpPr>
            <a:spLocks noGrp="1"/>
          </p:cNvSpPr>
          <p:nvPr>
            <p:ph idx="1"/>
          </p:nvPr>
        </p:nvSpPr>
        <p:spPr>
          <a:xfrm>
            <a:off x="838200" y="1825625"/>
            <a:ext cx="7191188" cy="4351338"/>
          </a:xfrm>
        </p:spPr>
        <p:txBody>
          <a:bodyPr vert="horz" lIns="91440" tIns="45720" rIns="91440" bIns="45720" rtlCol="0" anchor="t">
            <a:normAutofit/>
          </a:bodyPr>
          <a:lstStyle/>
          <a:p>
            <a:pPr algn="just"/>
            <a:r>
              <a:rPr lang="zh-TW" altLang="en-US">
                <a:latin typeface="Arial"/>
                <a:ea typeface="微軟正黑體"/>
                <a:cs typeface="Arial"/>
              </a:rPr>
              <a:t>利用3D列印一個內殼，內殼外徑70mm，內徑50mm，高80mm，內殼的上下兩端加裝漏斗形狀的海綿用於固定及緩衝。</a:t>
            </a:r>
            <a:r>
              <a:rPr lang="zh-TW">
                <a:latin typeface="Arial"/>
                <a:ea typeface="微軟正黑體"/>
                <a:cs typeface="Arial"/>
              </a:rPr>
              <a:t>內殼與雞蛋之間填充非牛頓流體，</a:t>
            </a:r>
            <a:r>
              <a:rPr lang="zh-TW" altLang="en-US">
                <a:latin typeface="Arial"/>
                <a:ea typeface="微軟正黑體"/>
                <a:cs typeface="Arial"/>
              </a:rPr>
              <a:t>用於吸收落海及開傘的衝擊力。</a:t>
            </a:r>
          </a:p>
          <a:p>
            <a:pPr marL="0" indent="0" algn="just">
              <a:buNone/>
            </a:pPr>
            <a:endParaRPr lang="zh-TW" altLang="en-US">
              <a:latin typeface="Arial"/>
              <a:ea typeface="微軟正黑體"/>
              <a:cs typeface="Arial"/>
            </a:endParaRPr>
          </a:p>
          <a:p>
            <a:pPr algn="just"/>
            <a:endParaRPr lang="zh-TW" altLang="en-US">
              <a:ea typeface="微軟正黑體"/>
            </a:endParaRPr>
          </a:p>
        </p:txBody>
      </p:sp>
      <p:sp>
        <p:nvSpPr>
          <p:cNvPr id="3" name="Title 2">
            <a:extLst>
              <a:ext uri="{FF2B5EF4-FFF2-40B4-BE49-F238E27FC236}">
                <a16:creationId xmlns:a16="http://schemas.microsoft.com/office/drawing/2014/main" id="{D5381474-AA1A-6BAD-81ED-E4B7D66D1546}"/>
              </a:ext>
            </a:extLst>
          </p:cNvPr>
          <p:cNvSpPr>
            <a:spLocks noGrp="1"/>
          </p:cNvSpPr>
          <p:nvPr>
            <p:ph type="title"/>
          </p:nvPr>
        </p:nvSpPr>
        <p:spPr/>
        <p:txBody>
          <a:bodyPr/>
          <a:lstStyle/>
          <a:p>
            <a:r>
              <a:rPr lang="zh-TW" altLang="en-US"/>
              <a:t>保護裝置</a:t>
            </a:r>
            <a:endParaRPr lang="en-US"/>
          </a:p>
        </p:txBody>
      </p:sp>
      <p:sp>
        <p:nvSpPr>
          <p:cNvPr id="4" name="Text Placeholder 3">
            <a:extLst>
              <a:ext uri="{FF2B5EF4-FFF2-40B4-BE49-F238E27FC236}">
                <a16:creationId xmlns:a16="http://schemas.microsoft.com/office/drawing/2014/main" id="{8ED89C32-4334-EDCE-5922-9CF8E98A21F7}"/>
              </a:ext>
            </a:extLst>
          </p:cNvPr>
          <p:cNvSpPr>
            <a:spLocks noGrp="1"/>
          </p:cNvSpPr>
          <p:nvPr>
            <p:ph type="body" sz="quarter" idx="10"/>
          </p:nvPr>
        </p:nvSpPr>
        <p:spPr/>
        <p:txBody>
          <a:bodyPr>
            <a:normAutofit fontScale="92500" lnSpcReduction="10000"/>
          </a:bodyPr>
          <a:lstStyle/>
          <a:p>
            <a:r>
              <a:rPr lang="zh-TW" altLang="en-US">
                <a:solidFill>
                  <a:schemeClr val="accent6"/>
                </a:solidFill>
              </a:rPr>
              <a:t>酬載系統</a:t>
            </a:r>
            <a:endParaRPr lang="en-US">
              <a:solidFill>
                <a:schemeClr val="accent6"/>
              </a:solidFill>
            </a:endParaRPr>
          </a:p>
        </p:txBody>
      </p:sp>
      <p:pic>
        <p:nvPicPr>
          <p:cNvPr id="7" name="圖片 6" descr="一張含有 螢幕擷取畫面, 文字, 圖表, 設計 的圖片&#10;&#10;AI 產生的內容可能不正確。">
            <a:extLst>
              <a:ext uri="{FF2B5EF4-FFF2-40B4-BE49-F238E27FC236}">
                <a16:creationId xmlns:a16="http://schemas.microsoft.com/office/drawing/2014/main" id="{FD1D3E79-FBFE-A942-1EE1-B47468BA8049}"/>
              </a:ext>
            </a:extLst>
          </p:cNvPr>
          <p:cNvPicPr>
            <a:picLocks noChangeAspect="1"/>
          </p:cNvPicPr>
          <p:nvPr/>
        </p:nvPicPr>
        <p:blipFill>
          <a:blip r:embed="rId2"/>
          <a:stretch>
            <a:fillRect/>
          </a:stretch>
        </p:blipFill>
        <p:spPr>
          <a:xfrm>
            <a:off x="8116773" y="1321668"/>
            <a:ext cx="2588640" cy="5361594"/>
          </a:xfrm>
          <a:prstGeom prst="rect">
            <a:avLst/>
          </a:prstGeom>
        </p:spPr>
      </p:pic>
    </p:spTree>
    <p:extLst>
      <p:ext uri="{BB962C8B-B14F-4D97-AF65-F5344CB8AC3E}">
        <p14:creationId xmlns:p14="http://schemas.microsoft.com/office/powerpoint/2010/main" val="2924504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34EBB-138E-7CFA-8589-C34E9DAF125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BD9A74-B14C-2665-6724-3F685381F7EE}"/>
              </a:ext>
            </a:extLst>
          </p:cNvPr>
          <p:cNvSpPr>
            <a:spLocks noGrp="1"/>
          </p:cNvSpPr>
          <p:nvPr>
            <p:ph idx="1"/>
          </p:nvPr>
        </p:nvSpPr>
        <p:spPr>
          <a:xfrm>
            <a:off x="838200" y="1825625"/>
            <a:ext cx="6430652" cy="4351338"/>
          </a:xfrm>
        </p:spPr>
        <p:txBody>
          <a:bodyPr vert="horz" lIns="91440" tIns="45720" rIns="91440" bIns="45720" rtlCol="0" anchor="t">
            <a:normAutofit/>
          </a:bodyPr>
          <a:lstStyle/>
          <a:p>
            <a:pPr algn="just"/>
            <a:r>
              <a:rPr lang="zh-TW">
                <a:latin typeface="Arial"/>
                <a:ea typeface="微軟正黑體"/>
                <a:cs typeface="Arial"/>
              </a:rPr>
              <a:t>內殼外側底</a:t>
            </a:r>
            <a:r>
              <a:rPr lang="zh-TW" altLang="en-US">
                <a:latin typeface="Arial"/>
                <a:ea typeface="微軟正黑體"/>
                <a:cs typeface="Arial"/>
              </a:rPr>
              <a:t>部</a:t>
            </a:r>
            <a:r>
              <a:rPr lang="zh-TW">
                <a:latin typeface="Arial"/>
                <a:ea typeface="微軟正黑體"/>
                <a:cs typeface="Arial"/>
              </a:rPr>
              <a:t>連接6</a:t>
            </a:r>
            <a:r>
              <a:rPr lang="zh-TW" altLang="en-US">
                <a:latin typeface="Arial"/>
                <a:ea typeface="微軟正黑體"/>
                <a:cs typeface="Arial"/>
              </a:rPr>
              <a:t>根</a:t>
            </a:r>
            <a:r>
              <a:rPr lang="zh-TW">
                <a:latin typeface="Arial"/>
                <a:ea typeface="微軟正黑體"/>
                <a:cs typeface="Arial"/>
              </a:rPr>
              <a:t>彈簧，高</a:t>
            </a:r>
            <a:r>
              <a:rPr lang="en-US" altLang="zh-TW">
                <a:latin typeface="Arial"/>
                <a:ea typeface="微軟正黑體"/>
                <a:cs typeface="Arial"/>
              </a:rPr>
              <a:t>60mm</a:t>
            </a:r>
            <a:r>
              <a:rPr lang="zh-TW">
                <a:latin typeface="Arial"/>
                <a:ea typeface="微軟正黑體"/>
                <a:cs typeface="Arial"/>
              </a:rPr>
              <a:t>，每根彈簧的彈力係數為4.5N/mm，</a:t>
            </a:r>
            <a:r>
              <a:rPr lang="zh-TW" altLang="en-US">
                <a:latin typeface="Arial"/>
                <a:ea typeface="微軟正黑體"/>
                <a:cs typeface="Arial"/>
              </a:rPr>
              <a:t>總彈力係數為</a:t>
            </a:r>
            <a:r>
              <a:rPr lang="zh-TW">
                <a:latin typeface="Arial"/>
                <a:ea typeface="微軟正黑體"/>
                <a:cs typeface="Arial"/>
              </a:rPr>
              <a:t>27N/mm，</a:t>
            </a:r>
            <a:r>
              <a:rPr lang="zh-TW" altLang="en-US">
                <a:latin typeface="Arial"/>
                <a:ea typeface="微軟正黑體"/>
                <a:cs typeface="Arial"/>
              </a:rPr>
              <a:t>彈簧底部連接橡膠塊</a:t>
            </a:r>
            <a:r>
              <a:rPr lang="zh-TW">
                <a:latin typeface="Arial"/>
                <a:ea typeface="微軟正黑體"/>
                <a:cs typeface="Arial"/>
              </a:rPr>
              <a:t>，</a:t>
            </a:r>
            <a:r>
              <a:rPr lang="zh-TW" altLang="en-US">
                <a:latin typeface="Arial"/>
                <a:ea typeface="微軟正黑體"/>
                <a:cs typeface="Arial"/>
              </a:rPr>
              <a:t>減少落海時的瞬間衝擊力，同時避免彈簧壓縮到極致造成雞蛋破裂。</a:t>
            </a:r>
            <a:endParaRPr lang="zh-TW">
              <a:ea typeface="微軟正黑體"/>
            </a:endParaRPr>
          </a:p>
          <a:p>
            <a:pPr algn="just"/>
            <a:r>
              <a:rPr lang="zh-TW" altLang="en-US">
                <a:latin typeface="Arial"/>
                <a:ea typeface="微軟正黑體"/>
                <a:cs typeface="Arial"/>
              </a:rPr>
              <a:t>內殼外側頂部連接高密度海綿及橡膠塊，用於吸收開傘時的衝擊。</a:t>
            </a:r>
          </a:p>
          <a:p>
            <a:pPr algn="just"/>
            <a:r>
              <a:rPr lang="zh-TW" altLang="en-US">
                <a:latin typeface="Arial"/>
                <a:ea typeface="微軟正黑體"/>
                <a:cs typeface="Arial"/>
              </a:rPr>
              <a:t>在火箭內壁與內殼之間使用橡膠塊固定，</a:t>
            </a:r>
            <a:r>
              <a:rPr lang="zh-TW">
                <a:latin typeface="Arial"/>
                <a:ea typeface="微軟正黑體"/>
                <a:cs typeface="Arial"/>
              </a:rPr>
              <a:t>吸收火箭</a:t>
            </a:r>
            <a:r>
              <a:rPr lang="zh-TW" altLang="en-US">
                <a:latin typeface="Arial"/>
                <a:ea typeface="微軟正黑體"/>
                <a:cs typeface="Arial"/>
              </a:rPr>
              <a:t>造成之震動。</a:t>
            </a:r>
            <a:endParaRPr lang="zh-TW" altLang="en-US">
              <a:ea typeface="微軟正黑體"/>
            </a:endParaRPr>
          </a:p>
        </p:txBody>
      </p:sp>
      <p:sp>
        <p:nvSpPr>
          <p:cNvPr id="3" name="Title 2">
            <a:extLst>
              <a:ext uri="{FF2B5EF4-FFF2-40B4-BE49-F238E27FC236}">
                <a16:creationId xmlns:a16="http://schemas.microsoft.com/office/drawing/2014/main" id="{7288E577-F853-C21E-1FB6-04096840CBBB}"/>
              </a:ext>
            </a:extLst>
          </p:cNvPr>
          <p:cNvSpPr>
            <a:spLocks noGrp="1"/>
          </p:cNvSpPr>
          <p:nvPr>
            <p:ph type="title"/>
          </p:nvPr>
        </p:nvSpPr>
        <p:spPr/>
        <p:txBody>
          <a:bodyPr/>
          <a:lstStyle/>
          <a:p>
            <a:r>
              <a:rPr lang="zh-TW" altLang="en-US"/>
              <a:t>保護裝置</a:t>
            </a:r>
            <a:endParaRPr lang="en-US"/>
          </a:p>
        </p:txBody>
      </p:sp>
      <p:sp>
        <p:nvSpPr>
          <p:cNvPr id="4" name="Text Placeholder 3">
            <a:extLst>
              <a:ext uri="{FF2B5EF4-FFF2-40B4-BE49-F238E27FC236}">
                <a16:creationId xmlns:a16="http://schemas.microsoft.com/office/drawing/2014/main" id="{9FADD50E-3651-18DF-6938-F88F711FA312}"/>
              </a:ext>
            </a:extLst>
          </p:cNvPr>
          <p:cNvSpPr>
            <a:spLocks noGrp="1"/>
          </p:cNvSpPr>
          <p:nvPr>
            <p:ph type="body" sz="quarter" idx="10"/>
          </p:nvPr>
        </p:nvSpPr>
        <p:spPr/>
        <p:txBody>
          <a:bodyPr>
            <a:normAutofit fontScale="92500" lnSpcReduction="10000"/>
          </a:bodyPr>
          <a:lstStyle/>
          <a:p>
            <a:r>
              <a:rPr lang="zh-TW" altLang="en-US">
                <a:solidFill>
                  <a:schemeClr val="accent6"/>
                </a:solidFill>
              </a:rPr>
              <a:t>酬載系統</a:t>
            </a:r>
            <a:endParaRPr lang="en-US">
              <a:solidFill>
                <a:schemeClr val="accent6"/>
              </a:solidFill>
            </a:endParaRPr>
          </a:p>
        </p:txBody>
      </p:sp>
      <p:pic>
        <p:nvPicPr>
          <p:cNvPr id="6" name="圖片 5" descr="一張含有 螢幕擷取畫面, 設計 的圖片&#10;&#10;AI 產生的內容可能不正確。">
            <a:extLst>
              <a:ext uri="{FF2B5EF4-FFF2-40B4-BE49-F238E27FC236}">
                <a16:creationId xmlns:a16="http://schemas.microsoft.com/office/drawing/2014/main" id="{233CABF9-B57E-8A5E-2BAC-820FA5C89D68}"/>
              </a:ext>
            </a:extLst>
          </p:cNvPr>
          <p:cNvPicPr>
            <a:picLocks noChangeAspect="1"/>
          </p:cNvPicPr>
          <p:nvPr/>
        </p:nvPicPr>
        <p:blipFill>
          <a:blip r:embed="rId2"/>
          <a:srcRect l="1859" r="3320" b="-263"/>
          <a:stretch>
            <a:fillRect/>
          </a:stretch>
        </p:blipFill>
        <p:spPr>
          <a:xfrm>
            <a:off x="7349127" y="1462480"/>
            <a:ext cx="4414613" cy="4710790"/>
          </a:xfrm>
          <a:prstGeom prst="rect">
            <a:avLst/>
          </a:prstGeom>
        </p:spPr>
      </p:pic>
    </p:spTree>
    <p:extLst>
      <p:ext uri="{BB962C8B-B14F-4D97-AF65-F5344CB8AC3E}">
        <p14:creationId xmlns:p14="http://schemas.microsoft.com/office/powerpoint/2010/main" val="523101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DB75B2F-FAF6-532E-5218-9852CC1D20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0D1481-B19B-6851-E7DA-061F08669DA6}"/>
              </a:ext>
            </a:extLst>
          </p:cNvPr>
          <p:cNvSpPr>
            <a:spLocks noGrp="1"/>
          </p:cNvSpPr>
          <p:nvPr>
            <p:ph idx="1"/>
          </p:nvPr>
        </p:nvSpPr>
        <p:spPr/>
        <p:txBody>
          <a:bodyPr vert="horz" lIns="91440" tIns="45720" rIns="91440" bIns="45720" rtlCol="0" anchor="t">
            <a:normAutofit/>
          </a:bodyPr>
          <a:lstStyle/>
          <a:p>
            <a:r>
              <a:rPr lang="zh-TW" altLang="en-US">
                <a:latin typeface="Arial"/>
                <a:ea typeface="微軟正黑體"/>
                <a:cs typeface="Arial"/>
              </a:rPr>
              <a:t>以</a:t>
            </a:r>
            <a:r>
              <a:rPr lang="en-US">
                <a:latin typeface="Arial"/>
                <a:cs typeface="Arial"/>
              </a:rPr>
              <a:t>ESP32</a:t>
            </a:r>
            <a:r>
              <a:rPr lang="zh-TW" altLang="en-US">
                <a:latin typeface="Arial"/>
                <a:ea typeface="微軟正黑體"/>
                <a:cs typeface="Arial"/>
              </a:rPr>
              <a:t>為總處理，其中一個核心</a:t>
            </a:r>
            <a:r>
              <a:rPr lang="zh-TW">
                <a:latin typeface="Arial"/>
                <a:ea typeface="微軟正黑體"/>
                <a:cs typeface="Arial"/>
              </a:rPr>
              <a:t>應付 2kHz 的高速震動採樣</a:t>
            </a:r>
            <a:r>
              <a:rPr lang="zh-TW" altLang="en-US">
                <a:latin typeface="Arial"/>
                <a:ea typeface="微軟正黑體"/>
                <a:cs typeface="Arial"/>
              </a:rPr>
              <a:t>，另一核心</a:t>
            </a:r>
            <a:r>
              <a:rPr lang="zh-TW">
                <a:latin typeface="Arial"/>
                <a:ea typeface="微軟正黑體"/>
                <a:cs typeface="Arial"/>
              </a:rPr>
              <a:t>負責處理 WiFi</a:t>
            </a:r>
            <a:r>
              <a:rPr lang="zh-TW" altLang="en-US">
                <a:latin typeface="Arial"/>
                <a:ea typeface="微軟正黑體"/>
                <a:cs typeface="Arial"/>
              </a:rPr>
              <a:t>資訊傳輸</a:t>
            </a:r>
            <a:r>
              <a:rPr lang="zh-TW">
                <a:latin typeface="Arial"/>
                <a:ea typeface="微軟正黑體"/>
                <a:cs typeface="Arial"/>
              </a:rPr>
              <a:t>和</a:t>
            </a:r>
            <a:r>
              <a:rPr lang="zh-TW" altLang="en-US">
                <a:latin typeface="Arial"/>
                <a:ea typeface="微軟正黑體"/>
                <a:cs typeface="Arial"/>
              </a:rPr>
              <a:t>其他</a:t>
            </a:r>
            <a:r>
              <a:rPr lang="zh-TW">
                <a:latin typeface="Arial"/>
                <a:ea typeface="微軟正黑體"/>
                <a:cs typeface="Arial"/>
              </a:rPr>
              <a:t>環境感測器</a:t>
            </a:r>
            <a:r>
              <a:rPr lang="zh-TW" altLang="en-US">
                <a:latin typeface="Arial"/>
                <a:ea typeface="微軟正黑體"/>
                <a:cs typeface="Arial"/>
              </a:rPr>
              <a:t>，同時</a:t>
            </a:r>
            <a:r>
              <a:rPr lang="zh-TW">
                <a:latin typeface="Arial"/>
                <a:ea typeface="微軟正黑體"/>
                <a:cs typeface="Arial"/>
              </a:rPr>
              <a:t>執行 </a:t>
            </a:r>
            <a:r>
              <a:rPr lang="zh-TW" b="1">
                <a:latin typeface="Arial"/>
                <a:ea typeface="微軟正黑體"/>
                <a:cs typeface="Arial"/>
              </a:rPr>
              <a:t>FFT</a:t>
            </a:r>
            <a:r>
              <a:rPr lang="zh-TW">
                <a:latin typeface="Arial"/>
                <a:ea typeface="微軟正黑體"/>
                <a:cs typeface="Arial"/>
              </a:rPr>
              <a:t>，</a:t>
            </a:r>
            <a:r>
              <a:rPr lang="zh-TW" altLang="en-US">
                <a:latin typeface="Arial"/>
                <a:ea typeface="微軟正黑體"/>
                <a:cs typeface="Arial"/>
              </a:rPr>
              <a:t>過濾</a:t>
            </a:r>
            <a:r>
              <a:rPr lang="zh-TW">
                <a:latin typeface="Arial"/>
                <a:ea typeface="微軟正黑體"/>
                <a:cs typeface="Arial"/>
              </a:rPr>
              <a:t>震動雜訊，</a:t>
            </a:r>
            <a:r>
              <a:rPr lang="zh-TW" altLang="en-US">
                <a:latin typeface="Arial"/>
                <a:ea typeface="微軟正黑體"/>
                <a:cs typeface="Arial"/>
              </a:rPr>
              <a:t>算出火箭振動</a:t>
            </a:r>
            <a:r>
              <a:rPr lang="zh-TW">
                <a:latin typeface="Arial"/>
                <a:ea typeface="微軟正黑體"/>
                <a:cs typeface="Arial"/>
              </a:rPr>
              <a:t>頻率</a:t>
            </a:r>
            <a:r>
              <a:rPr lang="zh-TW" altLang="en-US">
                <a:latin typeface="Arial"/>
                <a:ea typeface="微軟正黑體"/>
                <a:cs typeface="Arial"/>
              </a:rPr>
              <a:t>。</a:t>
            </a:r>
            <a:endParaRPr lang="zh-TW" altLang="en-US">
              <a:solidFill>
                <a:srgbClr val="000000"/>
              </a:solidFill>
              <a:latin typeface="Arial"/>
              <a:ea typeface="微軟正黑體"/>
              <a:cs typeface="Arial"/>
            </a:endParaRPr>
          </a:p>
          <a:p>
            <a:r>
              <a:rPr lang="zh-TW">
                <a:latin typeface="Arial"/>
                <a:ea typeface="微軟正黑體"/>
                <a:cs typeface="Arial"/>
              </a:rPr>
              <a:t>ISM330DHCX，</a:t>
            </a:r>
            <a:r>
              <a:rPr lang="zh-TW" altLang="en-US">
                <a:latin typeface="Arial"/>
                <a:ea typeface="微軟正黑體"/>
                <a:cs typeface="Arial"/>
              </a:rPr>
              <a:t>進行</a:t>
            </a:r>
            <a:r>
              <a:rPr lang="en-US" altLang="zh-TW">
                <a:latin typeface="Arial"/>
                <a:ea typeface="微軟正黑體"/>
                <a:cs typeface="Arial"/>
              </a:rPr>
              <a:t>2kHz</a:t>
            </a:r>
            <a:r>
              <a:rPr lang="zh-TW" altLang="en-US">
                <a:latin typeface="Arial"/>
                <a:ea typeface="微軟正黑體"/>
                <a:cs typeface="Arial"/>
              </a:rPr>
              <a:t>的振動頻率測量保護裝置是否生效。</a:t>
            </a:r>
            <a:endParaRPr lang="zh-TW" altLang="en-US">
              <a:solidFill>
                <a:srgbClr val="000000"/>
              </a:solidFill>
              <a:latin typeface="Arial"/>
              <a:ea typeface="微軟正黑體"/>
              <a:cs typeface="Arial"/>
            </a:endParaRPr>
          </a:p>
          <a:p>
            <a:r>
              <a:rPr lang="en-US">
                <a:latin typeface="Arial"/>
                <a:ea typeface="微軟正黑體"/>
                <a:cs typeface="Arial"/>
              </a:rPr>
              <a:t>BMP280</a:t>
            </a:r>
            <a:r>
              <a:rPr lang="zh-TW" altLang="en-US">
                <a:latin typeface="Arial"/>
                <a:ea typeface="微軟正黑體"/>
                <a:cs typeface="Arial"/>
              </a:rPr>
              <a:t>負責測量藻類的環境溫度，</a:t>
            </a:r>
            <a:r>
              <a:rPr lang="zh-TW">
                <a:latin typeface="Arial"/>
                <a:ea typeface="微軟正黑體"/>
                <a:cs typeface="Arial"/>
              </a:rPr>
              <a:t>CJMCU-811</a:t>
            </a:r>
            <a:r>
              <a:rPr lang="zh-TW" altLang="en-US">
                <a:latin typeface="Arial"/>
                <a:ea typeface="微軟正黑體"/>
                <a:cs typeface="Arial"/>
              </a:rPr>
              <a:t>測量環境二氧化碳濃度，減少實驗因藻類環境因素的影響。</a:t>
            </a:r>
          </a:p>
          <a:p>
            <a:r>
              <a:rPr lang="zh-TW">
                <a:latin typeface="Arial"/>
                <a:ea typeface="微軟正黑體"/>
                <a:cs typeface="Arial"/>
              </a:rPr>
              <a:t>GY-Openlog用於數據紀錄，將感測器收集到的所有資訊存入</a:t>
            </a:r>
            <a:r>
              <a:rPr lang="en-US" altLang="zh-TW">
                <a:latin typeface="Arial"/>
                <a:ea typeface="微軟正黑體"/>
                <a:cs typeface="Arial"/>
              </a:rPr>
              <a:t>TF</a:t>
            </a:r>
            <a:r>
              <a:rPr lang="zh-TW">
                <a:latin typeface="Arial"/>
                <a:ea typeface="微軟正黑體"/>
                <a:cs typeface="Arial"/>
              </a:rPr>
              <a:t>卡</a:t>
            </a:r>
            <a:r>
              <a:rPr lang="en-US" altLang="zh-TW">
                <a:latin typeface="Arial"/>
                <a:ea typeface="微軟正黑體"/>
                <a:cs typeface="Arial"/>
              </a:rPr>
              <a:t>(microSD)</a:t>
            </a:r>
            <a:r>
              <a:rPr lang="zh-TW">
                <a:latin typeface="Arial"/>
                <a:ea typeface="微軟正黑體"/>
                <a:cs typeface="Arial"/>
              </a:rPr>
              <a:t>中</a:t>
            </a:r>
          </a:p>
          <a:p>
            <a:endParaRPr lang="zh-TW">
              <a:latin typeface="Arial"/>
              <a:ea typeface="微軟正黑體"/>
              <a:cs typeface="Arial"/>
            </a:endParaRPr>
          </a:p>
          <a:p>
            <a:endParaRPr lang="zh-TW" altLang="en-US" b="1">
              <a:latin typeface="Arial"/>
              <a:ea typeface="微軟正黑體"/>
              <a:cs typeface="Arial"/>
            </a:endParaRPr>
          </a:p>
        </p:txBody>
      </p:sp>
      <p:sp>
        <p:nvSpPr>
          <p:cNvPr id="3" name="Title 2">
            <a:extLst>
              <a:ext uri="{FF2B5EF4-FFF2-40B4-BE49-F238E27FC236}">
                <a16:creationId xmlns:a16="http://schemas.microsoft.com/office/drawing/2014/main" id="{58C2A9A3-BD37-074D-578B-3F9AFB26DEDF}"/>
              </a:ext>
            </a:extLst>
          </p:cNvPr>
          <p:cNvSpPr>
            <a:spLocks noGrp="1"/>
          </p:cNvSpPr>
          <p:nvPr>
            <p:ph type="title"/>
          </p:nvPr>
        </p:nvSpPr>
        <p:spPr/>
        <p:txBody>
          <a:bodyPr/>
          <a:lstStyle/>
          <a:p>
            <a:r>
              <a:rPr lang="zh-TW" altLang="en-US"/>
              <a:t>生命維持監測器</a:t>
            </a:r>
            <a:endParaRPr lang="en-US"/>
          </a:p>
        </p:txBody>
      </p:sp>
      <p:sp>
        <p:nvSpPr>
          <p:cNvPr id="4" name="Text Placeholder 3">
            <a:extLst>
              <a:ext uri="{FF2B5EF4-FFF2-40B4-BE49-F238E27FC236}">
                <a16:creationId xmlns:a16="http://schemas.microsoft.com/office/drawing/2014/main" id="{97550DBF-13AB-C8D3-B8B5-4734A617E761}"/>
              </a:ext>
            </a:extLst>
          </p:cNvPr>
          <p:cNvSpPr>
            <a:spLocks noGrp="1"/>
          </p:cNvSpPr>
          <p:nvPr>
            <p:ph type="body" sz="quarter" idx="10"/>
          </p:nvPr>
        </p:nvSpPr>
        <p:spPr/>
        <p:txBody>
          <a:bodyPr>
            <a:normAutofit fontScale="92500" lnSpcReduction="10000"/>
          </a:bodyPr>
          <a:lstStyle/>
          <a:p>
            <a:r>
              <a:rPr lang="zh-TW" altLang="en-US">
                <a:solidFill>
                  <a:schemeClr val="accent6"/>
                </a:solidFill>
              </a:rPr>
              <a:t>測試裝置</a:t>
            </a:r>
            <a:endParaRPr lang="en-US">
              <a:solidFill>
                <a:schemeClr val="accent6"/>
              </a:solidFill>
            </a:endParaRPr>
          </a:p>
        </p:txBody>
      </p:sp>
    </p:spTree>
    <p:extLst>
      <p:ext uri="{BB962C8B-B14F-4D97-AF65-F5344CB8AC3E}">
        <p14:creationId xmlns:p14="http://schemas.microsoft.com/office/powerpoint/2010/main" val="2118612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49BB59-F5AB-462A-C3A5-F5882F72D9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C0A8456-D43F-499D-83AD-B70DF758F7E2}"/>
              </a:ext>
            </a:extLst>
          </p:cNvPr>
          <p:cNvSpPr>
            <a:spLocks noGrp="1"/>
          </p:cNvSpPr>
          <p:nvPr>
            <p:ph type="title"/>
          </p:nvPr>
        </p:nvSpPr>
        <p:spPr/>
        <p:txBody>
          <a:bodyPr/>
          <a:lstStyle/>
          <a:p>
            <a:r>
              <a:rPr lang="zh-TW" altLang="en-US"/>
              <a:t>高頻率震動儀</a:t>
            </a:r>
            <a:endParaRPr lang="en-US"/>
          </a:p>
        </p:txBody>
      </p:sp>
      <p:sp>
        <p:nvSpPr>
          <p:cNvPr id="4" name="Text Placeholder 3">
            <a:extLst>
              <a:ext uri="{FF2B5EF4-FFF2-40B4-BE49-F238E27FC236}">
                <a16:creationId xmlns:a16="http://schemas.microsoft.com/office/drawing/2014/main" id="{6BFDBD24-6448-CF0C-6862-D7611B48DE90}"/>
              </a:ext>
            </a:extLst>
          </p:cNvPr>
          <p:cNvSpPr>
            <a:spLocks noGrp="1"/>
          </p:cNvSpPr>
          <p:nvPr>
            <p:ph type="body" sz="quarter" idx="10"/>
          </p:nvPr>
        </p:nvSpPr>
        <p:spPr/>
        <p:txBody>
          <a:bodyPr>
            <a:normAutofit fontScale="92500" lnSpcReduction="10000"/>
          </a:bodyPr>
          <a:lstStyle/>
          <a:p>
            <a:r>
              <a:rPr lang="zh-TW" altLang="en-US">
                <a:solidFill>
                  <a:schemeClr val="accent6"/>
                </a:solidFill>
              </a:rPr>
              <a:t>測試系統</a:t>
            </a:r>
            <a:endParaRPr lang="en-US">
              <a:solidFill>
                <a:schemeClr val="accent6"/>
              </a:solidFill>
            </a:endParaRPr>
          </a:p>
        </p:txBody>
      </p:sp>
      <p:pic>
        <p:nvPicPr>
          <p:cNvPr id="8" name="圖片 7" descr="一張含有 圓形 的圖片&#10;&#10;AI 產生的內容可能不正確。">
            <a:extLst>
              <a:ext uri="{FF2B5EF4-FFF2-40B4-BE49-F238E27FC236}">
                <a16:creationId xmlns:a16="http://schemas.microsoft.com/office/drawing/2014/main" id="{FD645312-6C0C-53DB-7949-7C357E0C92F0}"/>
              </a:ext>
            </a:extLst>
          </p:cNvPr>
          <p:cNvPicPr>
            <a:picLocks noChangeAspect="1"/>
          </p:cNvPicPr>
          <p:nvPr/>
        </p:nvPicPr>
        <p:blipFill>
          <a:blip r:embed="rId3"/>
          <a:stretch>
            <a:fillRect/>
          </a:stretch>
        </p:blipFill>
        <p:spPr>
          <a:xfrm>
            <a:off x="1144463" y="1494356"/>
            <a:ext cx="4789661" cy="4284582"/>
          </a:xfrm>
          <a:prstGeom prst="rect">
            <a:avLst/>
          </a:prstGeom>
        </p:spPr>
      </p:pic>
      <p:pic>
        <p:nvPicPr>
          <p:cNvPr id="10" name="圖片 9" descr="一張含有 帽子, 蛋糕 的圖片&#10;&#10;AI 產生的內容可能不正確。">
            <a:extLst>
              <a:ext uri="{FF2B5EF4-FFF2-40B4-BE49-F238E27FC236}">
                <a16:creationId xmlns:a16="http://schemas.microsoft.com/office/drawing/2014/main" id="{2F2663C3-513F-5798-F55B-177F151CF22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72" b="89889" l="7785" r="89965">
                        <a14:foregroundMark x1="54931" y1="87812" x2="63754" y2="84765"/>
                        <a14:foregroundMark x1="63754" y1="84765" x2="72578" y2="89197"/>
                        <a14:foregroundMark x1="72578" y1="89197" x2="72924" y2="89751"/>
                        <a14:foregroundMark x1="7785" y1="60803" x2="7785" y2="60803"/>
                      </a14:backgroundRemoval>
                    </a14:imgEffect>
                  </a14:imgLayer>
                </a14:imgProps>
              </a:ext>
            </a:extLst>
          </a:blip>
          <a:stretch>
            <a:fillRect/>
          </a:stretch>
        </p:blipFill>
        <p:spPr>
          <a:xfrm>
            <a:off x="6019371" y="2045064"/>
            <a:ext cx="5686646" cy="3551694"/>
          </a:xfrm>
          <a:prstGeom prst="rect">
            <a:avLst/>
          </a:prstGeom>
        </p:spPr>
      </p:pic>
      <p:sp>
        <p:nvSpPr>
          <p:cNvPr id="12" name="圖說文字: 直線 11">
            <a:extLst>
              <a:ext uri="{FF2B5EF4-FFF2-40B4-BE49-F238E27FC236}">
                <a16:creationId xmlns:a16="http://schemas.microsoft.com/office/drawing/2014/main" id="{12121B1A-67A6-39CA-440A-49E0516268DD}"/>
              </a:ext>
            </a:extLst>
          </p:cNvPr>
          <p:cNvSpPr/>
          <p:nvPr/>
        </p:nvSpPr>
        <p:spPr>
          <a:xfrm>
            <a:off x="4517306" y="1558424"/>
            <a:ext cx="2117449" cy="423656"/>
          </a:xfrm>
          <a:prstGeom prst="borderCallout1">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t>M5</a:t>
            </a:r>
            <a:r>
              <a:rPr lang="zh-TW" altLang="en-US"/>
              <a:t> 螺栓</a:t>
            </a:r>
          </a:p>
        </p:txBody>
      </p:sp>
      <p:sp>
        <p:nvSpPr>
          <p:cNvPr id="13" name="圖說文字: 直線 12">
            <a:extLst>
              <a:ext uri="{FF2B5EF4-FFF2-40B4-BE49-F238E27FC236}">
                <a16:creationId xmlns:a16="http://schemas.microsoft.com/office/drawing/2014/main" id="{DFCAA521-A589-18B7-4524-6AC748AF15EE}"/>
              </a:ext>
            </a:extLst>
          </p:cNvPr>
          <p:cNvSpPr/>
          <p:nvPr/>
        </p:nvSpPr>
        <p:spPr>
          <a:xfrm>
            <a:off x="4175000" y="5087748"/>
            <a:ext cx="2117449" cy="423656"/>
          </a:xfrm>
          <a:prstGeom prst="borderCallout1">
            <a:avLst>
              <a:gd name="adj1" fmla="val 18750"/>
              <a:gd name="adj2" fmla="val -8333"/>
              <a:gd name="adj3" fmla="val -283446"/>
              <a:gd name="adj4" fmla="val 44163"/>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t>M5</a:t>
            </a:r>
            <a:r>
              <a:rPr lang="zh-TW" altLang="en-US"/>
              <a:t> 螺帽</a:t>
            </a:r>
          </a:p>
        </p:txBody>
      </p:sp>
      <p:sp>
        <p:nvSpPr>
          <p:cNvPr id="14" name="圖說文字: 直線 13">
            <a:extLst>
              <a:ext uri="{FF2B5EF4-FFF2-40B4-BE49-F238E27FC236}">
                <a16:creationId xmlns:a16="http://schemas.microsoft.com/office/drawing/2014/main" id="{E0016DE2-65B7-8FF4-7673-0B192378109D}"/>
              </a:ext>
            </a:extLst>
          </p:cNvPr>
          <p:cNvSpPr/>
          <p:nvPr/>
        </p:nvSpPr>
        <p:spPr>
          <a:xfrm>
            <a:off x="1109892" y="1969247"/>
            <a:ext cx="2117449" cy="423656"/>
          </a:xfrm>
          <a:prstGeom prst="borderCallout1">
            <a:avLst>
              <a:gd name="adj1" fmla="val 58320"/>
              <a:gd name="adj2" fmla="val 106345"/>
              <a:gd name="adj3" fmla="val 281448"/>
              <a:gd name="adj4" fmla="val 124103"/>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t>10MM</a:t>
            </a:r>
            <a:r>
              <a:rPr lang="zh-TW" altLang="en-US"/>
              <a:t> 共振式單體</a:t>
            </a:r>
          </a:p>
        </p:txBody>
      </p:sp>
      <p:sp>
        <p:nvSpPr>
          <p:cNvPr id="15" name="圖說文字: 直線 14">
            <a:extLst>
              <a:ext uri="{FF2B5EF4-FFF2-40B4-BE49-F238E27FC236}">
                <a16:creationId xmlns:a16="http://schemas.microsoft.com/office/drawing/2014/main" id="{6DA9F03D-7705-14D8-3E19-4CF60B50264B}"/>
              </a:ext>
            </a:extLst>
          </p:cNvPr>
          <p:cNvSpPr/>
          <p:nvPr/>
        </p:nvSpPr>
        <p:spPr>
          <a:xfrm>
            <a:off x="322492" y="4875920"/>
            <a:ext cx="2117449" cy="423656"/>
          </a:xfrm>
          <a:prstGeom prst="borderCallout1">
            <a:avLst>
              <a:gd name="adj1" fmla="val 58320"/>
              <a:gd name="adj2" fmla="val 106345"/>
              <a:gd name="adj3" fmla="val -224167"/>
              <a:gd name="adj4" fmla="val 96513"/>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t>10MM</a:t>
            </a:r>
            <a:r>
              <a:rPr lang="zh-TW" altLang="en-US"/>
              <a:t> 分體式夾套</a:t>
            </a:r>
          </a:p>
        </p:txBody>
      </p:sp>
    </p:spTree>
    <p:extLst>
      <p:ext uri="{BB962C8B-B14F-4D97-AF65-F5344CB8AC3E}">
        <p14:creationId xmlns:p14="http://schemas.microsoft.com/office/powerpoint/2010/main" val="2553197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EF3E9F-260C-723E-3F68-156368F3B9D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2E29B9-15E7-4B60-4ED7-5E5E17032C82}"/>
              </a:ext>
            </a:extLst>
          </p:cNvPr>
          <p:cNvSpPr>
            <a:spLocks noGrp="1"/>
          </p:cNvSpPr>
          <p:nvPr>
            <p:ph type="title"/>
          </p:nvPr>
        </p:nvSpPr>
        <p:spPr/>
        <p:txBody>
          <a:bodyPr/>
          <a:lstStyle/>
          <a:p>
            <a:r>
              <a:rPr lang="zh-TW" altLang="en-US"/>
              <a:t>高頻率震動儀</a:t>
            </a:r>
            <a:endParaRPr lang="en-US"/>
          </a:p>
        </p:txBody>
      </p:sp>
      <p:sp>
        <p:nvSpPr>
          <p:cNvPr id="4" name="Text Placeholder 3">
            <a:extLst>
              <a:ext uri="{FF2B5EF4-FFF2-40B4-BE49-F238E27FC236}">
                <a16:creationId xmlns:a16="http://schemas.microsoft.com/office/drawing/2014/main" id="{E05D3C06-09E0-A0F5-4A3D-062F07C9203A}"/>
              </a:ext>
            </a:extLst>
          </p:cNvPr>
          <p:cNvSpPr>
            <a:spLocks noGrp="1"/>
          </p:cNvSpPr>
          <p:nvPr>
            <p:ph type="body" sz="quarter" idx="10"/>
          </p:nvPr>
        </p:nvSpPr>
        <p:spPr/>
        <p:txBody>
          <a:bodyPr>
            <a:normAutofit fontScale="92500" lnSpcReduction="10000"/>
          </a:bodyPr>
          <a:lstStyle/>
          <a:p>
            <a:r>
              <a:rPr lang="zh-TW" altLang="en-US">
                <a:solidFill>
                  <a:schemeClr val="accent6"/>
                </a:solidFill>
              </a:rPr>
              <a:t>測試系統</a:t>
            </a:r>
            <a:endParaRPr lang="en-US">
              <a:solidFill>
                <a:schemeClr val="accent6"/>
              </a:solidFill>
            </a:endParaRPr>
          </a:p>
        </p:txBody>
      </p:sp>
      <p:pic>
        <p:nvPicPr>
          <p:cNvPr id="8" name="圖片 7" descr="一張含有 圓形 的圖片&#10;&#10;AI 產生的內容可能不正確。">
            <a:extLst>
              <a:ext uri="{FF2B5EF4-FFF2-40B4-BE49-F238E27FC236}">
                <a16:creationId xmlns:a16="http://schemas.microsoft.com/office/drawing/2014/main" id="{73BB9E8D-8367-92EA-0965-A856AF96D41A}"/>
              </a:ext>
            </a:extLst>
          </p:cNvPr>
          <p:cNvPicPr>
            <a:picLocks noChangeAspect="1"/>
          </p:cNvPicPr>
          <p:nvPr/>
        </p:nvPicPr>
        <p:blipFill>
          <a:blip r:embed="rId3"/>
          <a:stretch>
            <a:fillRect/>
          </a:stretch>
        </p:blipFill>
        <p:spPr>
          <a:xfrm>
            <a:off x="1144463" y="1494356"/>
            <a:ext cx="4789661" cy="4284582"/>
          </a:xfrm>
          <a:prstGeom prst="rect">
            <a:avLst/>
          </a:prstGeom>
        </p:spPr>
      </p:pic>
      <p:pic>
        <p:nvPicPr>
          <p:cNvPr id="10" name="圖片 9" descr="一張含有 帽子, 蛋糕 的圖片&#10;&#10;AI 產生的內容可能不正確。">
            <a:extLst>
              <a:ext uri="{FF2B5EF4-FFF2-40B4-BE49-F238E27FC236}">
                <a16:creationId xmlns:a16="http://schemas.microsoft.com/office/drawing/2014/main" id="{EDBF34EB-2560-FC8F-2F21-D74C9F4B49F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72" b="89889" l="7785" r="89965">
                        <a14:foregroundMark x1="54931" y1="87812" x2="63754" y2="84765"/>
                        <a14:foregroundMark x1="63754" y1="84765" x2="72578" y2="89197"/>
                        <a14:foregroundMark x1="72578" y1="89197" x2="72924" y2="89751"/>
                        <a14:foregroundMark x1="7785" y1="60803" x2="7785" y2="60803"/>
                      </a14:backgroundRemoval>
                    </a14:imgEffect>
                  </a14:imgLayer>
                </a14:imgProps>
              </a:ext>
            </a:extLst>
          </a:blip>
          <a:stretch>
            <a:fillRect/>
          </a:stretch>
        </p:blipFill>
        <p:spPr>
          <a:xfrm>
            <a:off x="6019371" y="2045064"/>
            <a:ext cx="5686646" cy="3551694"/>
          </a:xfrm>
          <a:prstGeom prst="rect">
            <a:avLst/>
          </a:prstGeom>
        </p:spPr>
      </p:pic>
      <p:sp>
        <p:nvSpPr>
          <p:cNvPr id="12" name="圖說文字: 直線 11">
            <a:extLst>
              <a:ext uri="{FF2B5EF4-FFF2-40B4-BE49-F238E27FC236}">
                <a16:creationId xmlns:a16="http://schemas.microsoft.com/office/drawing/2014/main" id="{5852AF5A-C3FB-017F-48E8-716F34A15262}"/>
              </a:ext>
            </a:extLst>
          </p:cNvPr>
          <p:cNvSpPr/>
          <p:nvPr/>
        </p:nvSpPr>
        <p:spPr>
          <a:xfrm>
            <a:off x="4517306" y="1558424"/>
            <a:ext cx="2117449" cy="423656"/>
          </a:xfrm>
          <a:prstGeom prst="borderCallout1">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t>M5</a:t>
            </a:r>
            <a:r>
              <a:rPr lang="zh-TW" altLang="en-US"/>
              <a:t> 螺栓</a:t>
            </a:r>
          </a:p>
        </p:txBody>
      </p:sp>
      <p:sp>
        <p:nvSpPr>
          <p:cNvPr id="13" name="圖說文字: 直線 12">
            <a:extLst>
              <a:ext uri="{FF2B5EF4-FFF2-40B4-BE49-F238E27FC236}">
                <a16:creationId xmlns:a16="http://schemas.microsoft.com/office/drawing/2014/main" id="{9FB74270-B658-DD64-39C9-AD34D6BDA288}"/>
              </a:ext>
            </a:extLst>
          </p:cNvPr>
          <p:cNvSpPr/>
          <p:nvPr/>
        </p:nvSpPr>
        <p:spPr>
          <a:xfrm>
            <a:off x="4175000" y="5087748"/>
            <a:ext cx="2117449" cy="423656"/>
          </a:xfrm>
          <a:prstGeom prst="borderCallout1">
            <a:avLst>
              <a:gd name="adj1" fmla="val 18750"/>
              <a:gd name="adj2" fmla="val -8333"/>
              <a:gd name="adj3" fmla="val -283446"/>
              <a:gd name="adj4" fmla="val 44163"/>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t>M5</a:t>
            </a:r>
            <a:r>
              <a:rPr lang="zh-TW" altLang="en-US"/>
              <a:t> 螺帽</a:t>
            </a:r>
          </a:p>
        </p:txBody>
      </p:sp>
      <p:sp>
        <p:nvSpPr>
          <p:cNvPr id="14" name="圖說文字: 直線 13">
            <a:extLst>
              <a:ext uri="{FF2B5EF4-FFF2-40B4-BE49-F238E27FC236}">
                <a16:creationId xmlns:a16="http://schemas.microsoft.com/office/drawing/2014/main" id="{9B2089F1-4ABD-EA20-67D2-7E02B118B120}"/>
              </a:ext>
            </a:extLst>
          </p:cNvPr>
          <p:cNvSpPr/>
          <p:nvPr/>
        </p:nvSpPr>
        <p:spPr>
          <a:xfrm>
            <a:off x="1109892" y="1969247"/>
            <a:ext cx="2117449" cy="423656"/>
          </a:xfrm>
          <a:prstGeom prst="borderCallout1">
            <a:avLst>
              <a:gd name="adj1" fmla="val 58320"/>
              <a:gd name="adj2" fmla="val 106345"/>
              <a:gd name="adj3" fmla="val 281448"/>
              <a:gd name="adj4" fmla="val 124103"/>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t>10MM</a:t>
            </a:r>
            <a:r>
              <a:rPr lang="zh-TW" altLang="en-US"/>
              <a:t> 共振式單體</a:t>
            </a:r>
          </a:p>
        </p:txBody>
      </p:sp>
      <p:sp>
        <p:nvSpPr>
          <p:cNvPr id="15" name="圖說文字: 直線 14">
            <a:extLst>
              <a:ext uri="{FF2B5EF4-FFF2-40B4-BE49-F238E27FC236}">
                <a16:creationId xmlns:a16="http://schemas.microsoft.com/office/drawing/2014/main" id="{8E760A2C-3F08-84DA-3482-97EFA305A532}"/>
              </a:ext>
            </a:extLst>
          </p:cNvPr>
          <p:cNvSpPr/>
          <p:nvPr/>
        </p:nvSpPr>
        <p:spPr>
          <a:xfrm>
            <a:off x="322492" y="4875920"/>
            <a:ext cx="2117449" cy="423656"/>
          </a:xfrm>
          <a:prstGeom prst="borderCallout1">
            <a:avLst>
              <a:gd name="adj1" fmla="val 58320"/>
              <a:gd name="adj2" fmla="val 106345"/>
              <a:gd name="adj3" fmla="val -224167"/>
              <a:gd name="adj4" fmla="val 96513"/>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t>10MM</a:t>
            </a:r>
            <a:r>
              <a:rPr lang="zh-TW" altLang="en-US"/>
              <a:t> 共振式單體</a:t>
            </a:r>
          </a:p>
        </p:txBody>
      </p:sp>
    </p:spTree>
    <p:extLst>
      <p:ext uri="{BB962C8B-B14F-4D97-AF65-F5344CB8AC3E}">
        <p14:creationId xmlns:p14="http://schemas.microsoft.com/office/powerpoint/2010/main" val="904231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8CC55D-C1D5-F179-6ADA-48AE34ACD91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743C13-F6CE-80A1-5B0C-8650A5D3CE55}"/>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zh-TW" altLang="en-US">
                <a:latin typeface="Arial"/>
                <a:ea typeface="微軟正黑體"/>
                <a:cs typeface="Arial"/>
              </a:rPr>
              <a:t>計算</a:t>
            </a:r>
            <a:endParaRPr lang="zh-TW" sz="3200">
              <a:latin typeface="Cambria Math"/>
              <a:ea typeface="微軟正黑體"/>
              <a:cs typeface="Arial"/>
            </a:endParaRPr>
          </a:p>
          <a:p>
            <a:pPr marL="0" indent="0">
              <a:buNone/>
            </a:pPr>
            <a:r>
              <a:rPr lang="zh-TW" altLang="en-US">
                <a:latin typeface="Arial"/>
                <a:ea typeface="微軟正黑體"/>
                <a:cs typeface="Arial"/>
              </a:rPr>
              <a:t>目標將箭體減速至約20m/s，截面積1.8</a:t>
            </a:r>
          </a:p>
          <a:p>
            <a:pPr marL="0" indent="0">
              <a:buNone/>
            </a:pPr>
            <a:r>
              <a:rPr lang="zh-TW" altLang="en-US">
                <a:latin typeface="Arial"/>
                <a:ea typeface="微軟正黑體"/>
                <a:cs typeface="Arial"/>
              </a:rPr>
              <a:t>使用直徑5英尺的半球型引傘</a:t>
            </a:r>
          </a:p>
          <a:p>
            <a:endParaRPr lang="zh-TW" sz="800">
              <a:latin typeface="Arial"/>
              <a:ea typeface="微軟正黑體"/>
              <a:cs typeface="Arial"/>
            </a:endParaRPr>
          </a:p>
          <a:p>
            <a:r>
              <a:rPr lang="zh-TW" altLang="en-US" sz="2400">
                <a:latin typeface="Arial"/>
                <a:ea typeface="微軟正黑體"/>
                <a:cs typeface="Arial"/>
              </a:rPr>
              <a:t>/*</a:t>
            </a:r>
          </a:p>
          <a:p>
            <a:r>
              <a:rPr lang="zh-TW" altLang="en-US" sz="2400">
                <a:latin typeface="Arial"/>
                <a:ea typeface="微軟正黑體"/>
                <a:cs typeface="Arial"/>
              </a:rPr>
              <a:t>直徑</a:t>
            </a:r>
            <a:r>
              <a:rPr lang="en-US" altLang="zh-TW" sz="2400">
                <a:latin typeface="Arial"/>
                <a:ea typeface="微軟正黑體"/>
                <a:cs typeface="Arial"/>
              </a:rPr>
              <a:t>5</a:t>
            </a:r>
            <a:r>
              <a:rPr lang="zh-TW" altLang="en-US" sz="2400">
                <a:latin typeface="Arial"/>
                <a:ea typeface="微軟正黑體"/>
                <a:cs typeface="Arial"/>
              </a:rPr>
              <a:t>英尺降落傘 </a:t>
            </a:r>
            <a:r>
              <a:rPr lang="en-US" altLang="zh-TW" sz="2400">
                <a:latin typeface="Arial"/>
                <a:ea typeface="微軟正黑體"/>
                <a:cs typeface="Arial"/>
              </a:rPr>
              <a:t>T10-R Pilot Parachute</a:t>
            </a:r>
            <a:r>
              <a:rPr lang="en-US" altLang="zh-TW" sz="2400">
                <a:latin typeface="Arial"/>
                <a:ea typeface="微軟正黑體"/>
                <a:cs typeface="Arial"/>
                <a:hlinkClick r:id="rId2">
                  <a:extLst>
                    <a:ext uri="{A12FA001-AC4F-418D-AE19-62706E023703}">
                      <ahyp:hlinkClr xmlns:ahyp="http://schemas.microsoft.com/office/drawing/2018/hyperlinkcolor" val="tx"/>
                    </a:ext>
                  </a:extLst>
                </a:hlinkClick>
              </a:rPr>
              <a:t>https://www.ebay.com/itm/222643889993</a:t>
            </a:r>
            <a:r>
              <a:rPr lang="zh-TW" altLang="en-US" sz="2400">
                <a:latin typeface="Arial"/>
                <a:ea typeface="微軟正黑體"/>
                <a:cs typeface="Arial"/>
              </a:rPr>
              <a:t>參考</a:t>
            </a:r>
            <a:r>
              <a:rPr lang="en-US" altLang="zh-TW" sz="2400">
                <a:latin typeface="Arial"/>
                <a:ea typeface="微軟正黑體"/>
                <a:cs typeface="Arial"/>
              </a:rPr>
              <a:t>Team 78 </a:t>
            </a:r>
            <a:endParaRPr lang="zh-TW" altLang="en-US" sz="2400">
              <a:latin typeface="Arial"/>
              <a:ea typeface="微軟正黑體"/>
              <a:cs typeface="Arial"/>
            </a:endParaRPr>
          </a:p>
          <a:p>
            <a:r>
              <a:rPr lang="en-US" altLang="zh-TW" sz="2400">
                <a:latin typeface="Arial"/>
                <a:ea typeface="微軟正黑體"/>
                <a:cs typeface="Arial"/>
              </a:rPr>
              <a:t>Project Technical Report to the 2018 Spaceport America Cup</a:t>
            </a:r>
            <a:r>
              <a:rPr lang="zh-TW" altLang="en-US" sz="2400">
                <a:latin typeface="Arial"/>
                <a:ea typeface="微軟正黑體"/>
                <a:cs typeface="Arial"/>
              </a:rPr>
              <a:t>的數據，阻力係數為0.8，故終端</a:t>
            </a:r>
          </a:p>
          <a:p>
            <a:r>
              <a:rPr lang="zh-TW" altLang="en-US" sz="2400">
                <a:latin typeface="Arial"/>
                <a:ea typeface="微軟正黑體"/>
                <a:cs typeface="Arial"/>
              </a:rPr>
              <a:t>速度約為18m/s最高點速度約31m/s，開傘時間5秒，總衝擊力為66.4N，減震繩需</a:t>
            </a:r>
          </a:p>
          <a:p>
            <a:r>
              <a:rPr lang="zh-TW" altLang="en-US" sz="2400">
                <a:latin typeface="Arial"/>
                <a:ea typeface="微軟正黑體"/>
                <a:cs typeface="Arial"/>
              </a:rPr>
              <a:t>*/</a:t>
            </a:r>
          </a:p>
        </p:txBody>
      </p:sp>
      <p:sp>
        <p:nvSpPr>
          <p:cNvPr id="3" name="Title 2">
            <a:extLst>
              <a:ext uri="{FF2B5EF4-FFF2-40B4-BE49-F238E27FC236}">
                <a16:creationId xmlns:a16="http://schemas.microsoft.com/office/drawing/2014/main" id="{6179B654-E227-D440-0A4F-F7E839EC2C16}"/>
              </a:ext>
            </a:extLst>
          </p:cNvPr>
          <p:cNvSpPr>
            <a:spLocks noGrp="1"/>
          </p:cNvSpPr>
          <p:nvPr>
            <p:ph type="title"/>
          </p:nvPr>
        </p:nvSpPr>
        <p:spPr/>
        <p:txBody>
          <a:bodyPr/>
          <a:lstStyle/>
          <a:p>
            <a:r>
              <a:rPr lang="zh-TW" altLang="en-US">
                <a:latin typeface="Arial"/>
                <a:ea typeface="微軟正黑體"/>
                <a:cs typeface="Arial"/>
              </a:rPr>
              <a:t>引傘(備用)</a:t>
            </a:r>
            <a:endParaRPr lang="en-US"/>
          </a:p>
        </p:txBody>
      </p:sp>
      <p:sp>
        <p:nvSpPr>
          <p:cNvPr id="4" name="Text Placeholder 3">
            <a:extLst>
              <a:ext uri="{FF2B5EF4-FFF2-40B4-BE49-F238E27FC236}">
                <a16:creationId xmlns:a16="http://schemas.microsoft.com/office/drawing/2014/main" id="{172D8A9B-478D-5AF0-6A25-64E72648B81A}"/>
              </a:ext>
            </a:extLst>
          </p:cNvPr>
          <p:cNvSpPr>
            <a:spLocks noGrp="1"/>
          </p:cNvSpPr>
          <p:nvPr>
            <p:ph type="body" sz="quarter" idx="10"/>
          </p:nvPr>
        </p:nvSpPr>
        <p:spPr/>
        <p:txBody>
          <a:bodyPr>
            <a:normAutofit fontScale="92500" lnSpcReduction="10000"/>
          </a:bodyPr>
          <a:lstStyle/>
          <a:p>
            <a:r>
              <a:rPr lang="zh-TW" altLang="en-US">
                <a:solidFill>
                  <a:schemeClr val="accent6"/>
                </a:solidFill>
              </a:rPr>
              <a:t>降落傘子系統</a:t>
            </a:r>
            <a:endParaRPr lang="en-US">
              <a:solidFill>
                <a:schemeClr val="accent6"/>
              </a:solidFill>
            </a:endParaRPr>
          </a:p>
        </p:txBody>
      </p:sp>
      <p:pic>
        <p:nvPicPr>
          <p:cNvPr id="5" name="圖片 4" descr="一張含有 字型, 印刷術, 行, 文字 的圖片&#10;&#10;AI 產生的內容可能不正確。">
            <a:extLst>
              <a:ext uri="{FF2B5EF4-FFF2-40B4-BE49-F238E27FC236}">
                <a16:creationId xmlns:a16="http://schemas.microsoft.com/office/drawing/2014/main" id="{5A2A526B-D361-47E2-4BBC-C1D5003B7209}"/>
              </a:ext>
            </a:extLst>
          </p:cNvPr>
          <p:cNvPicPr>
            <a:picLocks noChangeAspect="1"/>
          </p:cNvPicPr>
          <p:nvPr/>
        </p:nvPicPr>
        <p:blipFill>
          <a:blip r:embed="rId3"/>
          <a:stretch>
            <a:fillRect/>
          </a:stretch>
        </p:blipFill>
        <p:spPr>
          <a:xfrm>
            <a:off x="1640508" y="1717182"/>
            <a:ext cx="5741505" cy="500270"/>
          </a:xfrm>
          <a:prstGeom prst="rect">
            <a:avLst/>
          </a:prstGeom>
        </p:spPr>
      </p:pic>
      <p:pic>
        <p:nvPicPr>
          <p:cNvPr id="8" name="圖片 7">
            <a:extLst>
              <a:ext uri="{FF2B5EF4-FFF2-40B4-BE49-F238E27FC236}">
                <a16:creationId xmlns:a16="http://schemas.microsoft.com/office/drawing/2014/main" id="{4F3A0A22-3C0D-2668-9310-ABDDCBA32681}"/>
              </a:ext>
            </a:extLst>
          </p:cNvPr>
          <p:cNvPicPr>
            <a:picLocks noChangeAspect="1"/>
          </p:cNvPicPr>
          <p:nvPr/>
        </p:nvPicPr>
        <p:blipFill>
          <a:blip r:embed="rId4"/>
          <a:stretch>
            <a:fillRect/>
          </a:stretch>
        </p:blipFill>
        <p:spPr>
          <a:xfrm>
            <a:off x="6587148" y="2213192"/>
            <a:ext cx="600075" cy="381000"/>
          </a:xfrm>
          <a:prstGeom prst="rect">
            <a:avLst/>
          </a:prstGeom>
        </p:spPr>
      </p:pic>
    </p:spTree>
    <p:extLst>
      <p:ext uri="{BB962C8B-B14F-4D97-AF65-F5344CB8AC3E}">
        <p14:creationId xmlns:p14="http://schemas.microsoft.com/office/powerpoint/2010/main" val="426266276"/>
      </p:ext>
    </p:extLst>
  </p:cSld>
  <p:clrMapOvr>
    <a:masterClrMapping/>
  </p:clrMapOvr>
</p:sld>
</file>

<file path=ppt/theme/theme1.xml><?xml version="1.0" encoding="utf-8"?>
<a:theme xmlns:a="http://schemas.openxmlformats.org/drawingml/2006/main" name="Office Theme">
  <a:themeElements>
    <a:clrScheme name="Custom 1">
      <a:dk1>
        <a:srgbClr val="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5B9BD5"/>
      </a:accent5>
      <a:accent6>
        <a:srgbClr val="70AD47"/>
      </a:accent6>
      <a:hlink>
        <a:srgbClr val="FFC000"/>
      </a:hlink>
      <a:folHlink>
        <a:srgbClr val="FFC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2601</Words>
  <Application>Microsoft Office PowerPoint</Application>
  <PresentationFormat>寬螢幕</PresentationFormat>
  <Paragraphs>547</Paragraphs>
  <Slides>38</Slides>
  <Notes>18</Notes>
  <HiddenSlides>4</HiddenSlides>
  <MMClips>0</MMClips>
  <ScaleCrop>false</ScaleCrop>
  <HeadingPairs>
    <vt:vector size="4" baseType="variant">
      <vt:variant>
        <vt:lpstr>佈景主題</vt:lpstr>
      </vt:variant>
      <vt:variant>
        <vt:i4>1</vt:i4>
      </vt:variant>
      <vt:variant>
        <vt:lpstr>投影片標題</vt:lpstr>
      </vt:variant>
      <vt:variant>
        <vt:i4>38</vt:i4>
      </vt:variant>
    </vt:vector>
  </HeadingPairs>
  <TitlesOfParts>
    <vt:vector size="39" baseType="lpstr">
      <vt:lpstr>Office Theme</vt:lpstr>
      <vt:lpstr>IUS BUBULAE PDR 用於2026台灣盃設計審查</vt:lpstr>
      <vt:lpstr>報告架構</vt:lpstr>
      <vt:lpstr>回收流程</vt:lpstr>
      <vt:lpstr>回收系統總覽</vt:lpstr>
      <vt:lpstr>主要參考資料</vt:lpstr>
      <vt:lpstr>降落傘</vt:lpstr>
      <vt:lpstr>傘型設計-主傘</vt:lpstr>
      <vt:lpstr>傘型設計</vt:lpstr>
      <vt:lpstr>傘布名義面積</vt:lpstr>
      <vt:lpstr>傘繩長度及減震繩</vt:lpstr>
      <vt:lpstr>RingSail 傘面設計</vt:lpstr>
      <vt:lpstr>主傘製造</vt:lpstr>
      <vt:lpstr>主傘細部製造</vt:lpstr>
      <vt:lpstr>主傘開傘-Reefing Line(等太空中心回覆規則)</vt:lpstr>
      <vt:lpstr>主傘開傘-電磁鐵抽銷(reefing備選方案)</vt:lpstr>
      <vt:lpstr>Opening Force</vt:lpstr>
      <vt:lpstr>Opening Force</vt:lpstr>
      <vt:lpstr>Opening Force </vt:lpstr>
      <vt:lpstr>Peak Load</vt:lpstr>
      <vt:lpstr>降落傘受力估算</vt:lpstr>
      <vt:lpstr>主傘材質</vt:lpstr>
      <vt:lpstr>引傘</vt:lpstr>
      <vt:lpstr>引傘</vt:lpstr>
      <vt:lpstr>開傘裝置</vt:lpstr>
      <vt:lpstr>開傘盤</vt:lpstr>
      <vt:lpstr>啟動拉力解決方案</vt:lpstr>
      <vt:lpstr>開傘過程</vt:lpstr>
      <vt:lpstr>底座</vt:lpstr>
      <vt:lpstr>框架與隔板</vt:lpstr>
      <vt:lpstr>浮力裝置</vt:lpstr>
      <vt:lpstr>浮力裝置(浮力計算未完成)</vt:lpstr>
      <vt:lpstr>浮力裝置艙/釋放</vt:lpstr>
      <vt:lpstr>保護裝置</vt:lpstr>
      <vt:lpstr>保護裝置</vt:lpstr>
      <vt:lpstr>生命維持監測器</vt:lpstr>
      <vt:lpstr>高頻率震動儀</vt:lpstr>
      <vt:lpstr>高頻率震動儀</vt:lpstr>
      <vt:lpstr>引傘(備用)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Aaron Wu</dc:creator>
  <cp:lastModifiedBy>彥辰 劉</cp:lastModifiedBy>
  <cp:revision>3</cp:revision>
  <dcterms:created xsi:type="dcterms:W3CDTF">2023-10-05T17:48:17Z</dcterms:created>
  <dcterms:modified xsi:type="dcterms:W3CDTF">2026-01-30T08:00:35Z</dcterms:modified>
</cp:coreProperties>
</file>